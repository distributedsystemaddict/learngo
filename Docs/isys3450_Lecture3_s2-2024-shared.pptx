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media/image9.jpg" ContentType="image/jpg"/>
  <Override PartName="/ppt/notesSlides/notesSlide1.xml" ContentType="application/vnd.openxmlformats-officedocument.presentationml.notesSlide+xml"/>
  <Override PartName="/ppt/theme/themeOverride3.xml" ContentType="application/vnd.openxmlformats-officedocument.themeOverride+xml"/>
  <Override PartName="/ppt/notesSlides/notesSlide2.xml" ContentType="application/vnd.openxmlformats-officedocument.presentationml.notesSlide+xml"/>
  <Override PartName="/ppt/theme/themeOverride4.xml" ContentType="application/vnd.openxmlformats-officedocument.themeOverride+xml"/>
  <Override PartName="/ppt/notesSlides/notesSlide3.xml" ContentType="application/vnd.openxmlformats-officedocument.presentationml.notesSlide+xml"/>
  <Override PartName="/ppt/theme/themeOverride5.xml" ContentType="application/vnd.openxmlformats-officedocument.themeOverride+xml"/>
  <Override PartName="/ppt/notesSlides/notesSlide4.xml" ContentType="application/vnd.openxmlformats-officedocument.presentationml.notesSlide+xml"/>
  <Override PartName="/ppt/theme/themeOverride6.xml" ContentType="application/vnd.openxmlformats-officedocument.themeOverride+xml"/>
  <Override PartName="/ppt/notesSlides/notesSlide5.xml" ContentType="application/vnd.openxmlformats-officedocument.presentationml.notesSlide+xml"/>
  <Override PartName="/ppt/theme/themeOverride7.xml" ContentType="application/vnd.openxmlformats-officedocument.themeOverride+xml"/>
  <Override PartName="/ppt/theme/themeOverride8.xml" ContentType="application/vnd.openxmlformats-officedocument.themeOverride+xml"/>
  <Override PartName="/ppt/notesSlides/notesSlide6.xml" ContentType="application/vnd.openxmlformats-officedocument.presentationml.notesSlide+xml"/>
  <Override PartName="/ppt/theme/themeOverride9.xml" ContentType="application/vnd.openxmlformats-officedocument.themeOverride+xml"/>
  <Override PartName="/ppt/theme/themeOverride10.xml" ContentType="application/vnd.openxmlformats-officedocument.themeOverride+xml"/>
  <Override PartName="/ppt/notesSlides/notesSlide7.xml" ContentType="application/vnd.openxmlformats-officedocument.presentationml.notesSl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notesSlides/notesSlide8.xml" ContentType="application/vnd.openxmlformats-officedocument.presentationml.notesSlide+xml"/>
  <Override PartName="/ppt/theme/themeOverride14.xml" ContentType="application/vnd.openxmlformats-officedocument.themeOverride+xml"/>
  <Override PartName="/ppt/notesSlides/notesSlide9.xml" ContentType="application/vnd.openxmlformats-officedocument.presentationml.notesSlide+xml"/>
  <Override PartName="/ppt/theme/themeOverride15.xml" ContentType="application/vnd.openxmlformats-officedocument.themeOverride+xml"/>
  <Override PartName="/ppt/notesSlides/notesSlide10.xml" ContentType="application/vnd.openxmlformats-officedocument.presentationml.notesSlide+xml"/>
  <Override PartName="/ppt/theme/themeOverride16.xml" ContentType="application/vnd.openxmlformats-officedocument.themeOverride+xml"/>
  <Override PartName="/ppt/notesSlides/notesSlide11.xml" ContentType="application/vnd.openxmlformats-officedocument.presentationml.notesSlide+xml"/>
  <Override PartName="/ppt/theme/themeOverride17.xml" ContentType="application/vnd.openxmlformats-officedocument.themeOverride+xml"/>
  <Override PartName="/ppt/theme/themeOverride18.xml" ContentType="application/vnd.openxmlformats-officedocument.themeOverride+xml"/>
  <Override PartName="/ppt/notesSlides/notesSlide12.xml" ContentType="application/vnd.openxmlformats-officedocument.presentationml.notesSlide+xml"/>
  <Override PartName="/ppt/theme/themeOverride19.xml" ContentType="application/vnd.openxmlformats-officedocument.themeOverride+xml"/>
  <Override PartName="/ppt/notesSlides/notesSlide13.xml" ContentType="application/vnd.openxmlformats-officedocument.presentationml.notesSlide+xml"/>
  <Override PartName="/ppt/theme/themeOverride20.xml" ContentType="application/vnd.openxmlformats-officedocument.themeOverride+xml"/>
  <Override PartName="/ppt/notesSlides/notesSlide14.xml" ContentType="application/vnd.openxmlformats-officedocument.presentationml.notesSlide+xml"/>
  <Override PartName="/ppt/theme/themeOverride21.xml" ContentType="application/vnd.openxmlformats-officedocument.themeOverride+xml"/>
  <Override PartName="/ppt/notesSlides/notesSlide15.xml" ContentType="application/vnd.openxmlformats-officedocument.presentationml.notesSlide+xml"/>
  <Override PartName="/ppt/theme/themeOverride22.xml" ContentType="application/vnd.openxmlformats-officedocument.themeOverride+xml"/>
  <Override PartName="/ppt/notesSlides/notesSlide16.xml" ContentType="application/vnd.openxmlformats-officedocument.presentationml.notesSlide+xml"/>
  <Override PartName="/ppt/theme/themeOverride23.xml" ContentType="application/vnd.openxmlformats-officedocument.themeOverride+xml"/>
  <Override PartName="/ppt/theme/themeOverride24.xml" ContentType="application/vnd.openxmlformats-officedocument.themeOverride+xml"/>
  <Override PartName="/ppt/notesSlides/notesSlide17.xml" ContentType="application/vnd.openxmlformats-officedocument.presentationml.notesSlide+xml"/>
  <Override PartName="/ppt/theme/themeOverride25.xml" ContentType="application/vnd.openxmlformats-officedocument.themeOverride+xml"/>
  <Override PartName="/ppt/notesSlides/notesSlide18.xml" ContentType="application/vnd.openxmlformats-officedocument.presentationml.notesSlide+xml"/>
  <Override PartName="/ppt/theme/themeOverride26.xml" ContentType="application/vnd.openxmlformats-officedocument.themeOverride+xml"/>
  <Override PartName="/ppt/notesSlides/notesSlide19.xml" ContentType="application/vnd.openxmlformats-officedocument.presentationml.notesSlide+xml"/>
  <Override PartName="/ppt/theme/themeOverride27.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674" r:id="rId2"/>
  </p:sldMasterIdLst>
  <p:notesMasterIdLst>
    <p:notesMasterId r:id="rId33"/>
  </p:notesMasterIdLst>
  <p:sldIdLst>
    <p:sldId id="256" r:id="rId3"/>
    <p:sldId id="257" r:id="rId4"/>
    <p:sldId id="286" r:id="rId5"/>
    <p:sldId id="258" r:id="rId6"/>
    <p:sldId id="259" r:id="rId7"/>
    <p:sldId id="260" r:id="rId8"/>
    <p:sldId id="261" r:id="rId9"/>
    <p:sldId id="275" r:id="rId10"/>
    <p:sldId id="262" r:id="rId11"/>
    <p:sldId id="279" r:id="rId12"/>
    <p:sldId id="263" r:id="rId13"/>
    <p:sldId id="264" r:id="rId14"/>
    <p:sldId id="276" r:id="rId15"/>
    <p:sldId id="278" r:id="rId16"/>
    <p:sldId id="265" r:id="rId17"/>
    <p:sldId id="266" r:id="rId18"/>
    <p:sldId id="267" r:id="rId19"/>
    <p:sldId id="280" r:id="rId20"/>
    <p:sldId id="268" r:id="rId21"/>
    <p:sldId id="269" r:id="rId22"/>
    <p:sldId id="270" r:id="rId23"/>
    <p:sldId id="271" r:id="rId24"/>
    <p:sldId id="282" r:id="rId25"/>
    <p:sldId id="281" r:id="rId26"/>
    <p:sldId id="272" r:id="rId27"/>
    <p:sldId id="273" r:id="rId28"/>
    <p:sldId id="274" r:id="rId29"/>
    <p:sldId id="283" r:id="rId30"/>
    <p:sldId id="284" r:id="rId31"/>
    <p:sldId id="285" r:id="rId32"/>
  </p:sldIdLst>
  <p:sldSz cx="12192000" cy="6858000"/>
  <p:notesSz cx="9144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576" autoAdjust="0"/>
  </p:normalViewPr>
  <p:slideViewPr>
    <p:cSldViewPr>
      <p:cViewPr varScale="1">
        <p:scale>
          <a:sx n="105" d="100"/>
          <a:sy n="105" d="100"/>
        </p:scale>
        <p:origin x="798" y="96"/>
      </p:cViewPr>
      <p:guideLst>
        <p:guide orient="horz" pos="28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787F682-B39C-4B19-B718-B0595A6706CF}" type="datetimeFigureOut">
              <a:rPr lang="en-US" smtClean="0"/>
              <a:t>7/15/2024</a:t>
            </a:fld>
            <a:endParaRPr lang="en-US"/>
          </a:p>
        </p:txBody>
      </p:sp>
      <p:sp>
        <p:nvSpPr>
          <p:cNvPr id="4" name="Chỗ dành sẵn cho Hình ảnh của Bản chiếu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6B73ACB6-B83F-490F-ABA6-8587758F262B}" type="slidenum">
              <a:rPr lang="en-US" smtClean="0"/>
              <a:t>‹#›</a:t>
            </a:fld>
            <a:endParaRPr lang="en-US"/>
          </a:p>
        </p:txBody>
      </p:sp>
    </p:spTree>
    <p:extLst>
      <p:ext uri="{BB962C8B-B14F-4D97-AF65-F5344CB8AC3E}">
        <p14:creationId xmlns:p14="http://schemas.microsoft.com/office/powerpoint/2010/main" val="3550677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3</a:t>
            </a:fld>
            <a:endParaRPr lang="en-US"/>
          </a:p>
        </p:txBody>
      </p:sp>
    </p:spTree>
    <p:extLst>
      <p:ext uri="{BB962C8B-B14F-4D97-AF65-F5344CB8AC3E}">
        <p14:creationId xmlns:p14="http://schemas.microsoft.com/office/powerpoint/2010/main" val="1115869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4</a:t>
            </a:fld>
            <a:endParaRPr lang="en-US"/>
          </a:p>
        </p:txBody>
      </p:sp>
    </p:spTree>
    <p:extLst>
      <p:ext uri="{BB962C8B-B14F-4D97-AF65-F5344CB8AC3E}">
        <p14:creationId xmlns:p14="http://schemas.microsoft.com/office/powerpoint/2010/main" val="3716419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5</a:t>
            </a:fld>
            <a:endParaRPr lang="en-US"/>
          </a:p>
        </p:txBody>
      </p:sp>
    </p:spTree>
    <p:extLst>
      <p:ext uri="{BB962C8B-B14F-4D97-AF65-F5344CB8AC3E}">
        <p14:creationId xmlns:p14="http://schemas.microsoft.com/office/powerpoint/2010/main" val="3687577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6</a:t>
            </a:fld>
            <a:endParaRPr lang="en-US"/>
          </a:p>
        </p:txBody>
      </p:sp>
    </p:spTree>
    <p:extLst>
      <p:ext uri="{BB962C8B-B14F-4D97-AF65-F5344CB8AC3E}">
        <p14:creationId xmlns:p14="http://schemas.microsoft.com/office/powerpoint/2010/main" val="3298882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7</a:t>
            </a:fld>
            <a:endParaRPr lang="en-US"/>
          </a:p>
        </p:txBody>
      </p:sp>
    </p:spTree>
    <p:extLst>
      <p:ext uri="{BB962C8B-B14F-4D97-AF65-F5344CB8AC3E}">
        <p14:creationId xmlns:p14="http://schemas.microsoft.com/office/powerpoint/2010/main" val="374444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9</a:t>
            </a:fld>
            <a:endParaRPr lang="en-US"/>
          </a:p>
        </p:txBody>
      </p:sp>
    </p:spTree>
    <p:extLst>
      <p:ext uri="{BB962C8B-B14F-4D97-AF65-F5344CB8AC3E}">
        <p14:creationId xmlns:p14="http://schemas.microsoft.com/office/powerpoint/2010/main" val="3616636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11</a:t>
            </a:fld>
            <a:endParaRPr lang="en-US"/>
          </a:p>
        </p:txBody>
      </p:sp>
    </p:spTree>
    <p:extLst>
      <p:ext uri="{BB962C8B-B14F-4D97-AF65-F5344CB8AC3E}">
        <p14:creationId xmlns:p14="http://schemas.microsoft.com/office/powerpoint/2010/main" val="2781622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14</a:t>
            </a:fld>
            <a:endParaRPr lang="en-US"/>
          </a:p>
        </p:txBody>
      </p:sp>
    </p:spTree>
    <p:extLst>
      <p:ext uri="{BB962C8B-B14F-4D97-AF65-F5344CB8AC3E}">
        <p14:creationId xmlns:p14="http://schemas.microsoft.com/office/powerpoint/2010/main" val="1203332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15</a:t>
            </a:fld>
            <a:endParaRPr lang="en-US"/>
          </a:p>
        </p:txBody>
      </p:sp>
    </p:spTree>
    <p:extLst>
      <p:ext uri="{BB962C8B-B14F-4D97-AF65-F5344CB8AC3E}">
        <p14:creationId xmlns:p14="http://schemas.microsoft.com/office/powerpoint/2010/main" val="845142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16</a:t>
            </a:fld>
            <a:endParaRPr lang="en-US"/>
          </a:p>
        </p:txBody>
      </p:sp>
    </p:spTree>
    <p:extLst>
      <p:ext uri="{BB962C8B-B14F-4D97-AF65-F5344CB8AC3E}">
        <p14:creationId xmlns:p14="http://schemas.microsoft.com/office/powerpoint/2010/main" val="1211273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17</a:t>
            </a:fld>
            <a:endParaRPr lang="en-US"/>
          </a:p>
        </p:txBody>
      </p:sp>
    </p:spTree>
    <p:extLst>
      <p:ext uri="{BB962C8B-B14F-4D97-AF65-F5344CB8AC3E}">
        <p14:creationId xmlns:p14="http://schemas.microsoft.com/office/powerpoint/2010/main" val="1325079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19</a:t>
            </a:fld>
            <a:endParaRPr lang="en-US"/>
          </a:p>
        </p:txBody>
      </p:sp>
    </p:spTree>
    <p:extLst>
      <p:ext uri="{BB962C8B-B14F-4D97-AF65-F5344CB8AC3E}">
        <p14:creationId xmlns:p14="http://schemas.microsoft.com/office/powerpoint/2010/main" val="4051048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20</a:t>
            </a:fld>
            <a:endParaRPr lang="en-US"/>
          </a:p>
        </p:txBody>
      </p:sp>
    </p:spTree>
    <p:extLst>
      <p:ext uri="{BB962C8B-B14F-4D97-AF65-F5344CB8AC3E}">
        <p14:creationId xmlns:p14="http://schemas.microsoft.com/office/powerpoint/2010/main" val="10843282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21</a:t>
            </a:fld>
            <a:endParaRPr lang="en-US"/>
          </a:p>
        </p:txBody>
      </p:sp>
    </p:spTree>
    <p:extLst>
      <p:ext uri="{BB962C8B-B14F-4D97-AF65-F5344CB8AC3E}">
        <p14:creationId xmlns:p14="http://schemas.microsoft.com/office/powerpoint/2010/main" val="27965635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22</a:t>
            </a:fld>
            <a:endParaRPr lang="en-US"/>
          </a:p>
        </p:txBody>
      </p:sp>
    </p:spTree>
    <p:extLst>
      <p:ext uri="{BB962C8B-B14F-4D97-AF65-F5344CB8AC3E}">
        <p14:creationId xmlns:p14="http://schemas.microsoft.com/office/powerpoint/2010/main" val="6327062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23</a:t>
            </a:fld>
            <a:endParaRPr lang="en-US"/>
          </a:p>
        </p:txBody>
      </p:sp>
    </p:spTree>
    <p:extLst>
      <p:ext uri="{BB962C8B-B14F-4D97-AF65-F5344CB8AC3E}">
        <p14:creationId xmlns:p14="http://schemas.microsoft.com/office/powerpoint/2010/main" val="19360467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25</a:t>
            </a:fld>
            <a:endParaRPr lang="en-US"/>
          </a:p>
        </p:txBody>
      </p:sp>
    </p:spTree>
    <p:extLst>
      <p:ext uri="{BB962C8B-B14F-4D97-AF65-F5344CB8AC3E}">
        <p14:creationId xmlns:p14="http://schemas.microsoft.com/office/powerpoint/2010/main" val="33298996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26</a:t>
            </a:fld>
            <a:endParaRPr lang="en-US"/>
          </a:p>
        </p:txBody>
      </p:sp>
    </p:spTree>
    <p:extLst>
      <p:ext uri="{BB962C8B-B14F-4D97-AF65-F5344CB8AC3E}">
        <p14:creationId xmlns:p14="http://schemas.microsoft.com/office/powerpoint/2010/main" val="1992880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2514600" y="857250"/>
            <a:ext cx="4114800" cy="2314575"/>
          </a:xfrm>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27</a:t>
            </a:fld>
            <a:endParaRPr lang="en-US"/>
          </a:p>
        </p:txBody>
      </p:sp>
    </p:spTree>
    <p:extLst>
      <p:ext uri="{BB962C8B-B14F-4D97-AF65-F5344CB8AC3E}">
        <p14:creationId xmlns:p14="http://schemas.microsoft.com/office/powerpoint/2010/main" val="161460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29</a:t>
            </a:fld>
            <a:endParaRPr lang="en-US"/>
          </a:p>
        </p:txBody>
      </p:sp>
    </p:spTree>
    <p:extLst>
      <p:ext uri="{BB962C8B-B14F-4D97-AF65-F5344CB8AC3E}">
        <p14:creationId xmlns:p14="http://schemas.microsoft.com/office/powerpoint/2010/main" val="41650937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6B73ACB6-B83F-490F-ABA6-8587758F262B}" type="slidenum">
              <a:rPr lang="en-US" smtClean="0"/>
              <a:t>30</a:t>
            </a:fld>
            <a:endParaRPr lang="en-US"/>
          </a:p>
        </p:txBody>
      </p:sp>
    </p:spTree>
    <p:extLst>
      <p:ext uri="{BB962C8B-B14F-4D97-AF65-F5344CB8AC3E}">
        <p14:creationId xmlns:p14="http://schemas.microsoft.com/office/powerpoint/2010/main" val="4076032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615553"/>
          </a:xfrm>
          <a:prstGeom prst="rect">
            <a:avLst/>
          </a:prstGeom>
        </p:spPr>
        <p:txBody>
          <a:bodyPr wrap="square" lIns="0" tIns="0" rIns="0" bIns="0">
            <a:spAutoFit/>
          </a:bodyPr>
          <a:lstStyle>
            <a:lvl1pPr>
              <a:defRPr sz="4000" b="0" i="0">
                <a:solidFill>
                  <a:srgbClr val="D2523B"/>
                </a:solidFill>
                <a:latin typeface="Arial"/>
                <a:cs typeface="Arial"/>
              </a:defRPr>
            </a:lvl1pPr>
          </a:lstStyle>
          <a:p>
            <a:endParaRPr/>
          </a:p>
        </p:txBody>
      </p:sp>
      <p:sp>
        <p:nvSpPr>
          <p:cNvPr id="3" name="Holder 3"/>
          <p:cNvSpPr>
            <a:spLocks noGrp="1"/>
          </p:cNvSpPr>
          <p:nvPr>
            <p:ph type="subTitle" idx="4"/>
          </p:nvPr>
        </p:nvSpPr>
        <p:spPr>
          <a:xfrm>
            <a:off x="1828800" y="3840480"/>
            <a:ext cx="8534400" cy="430887"/>
          </a:xfrm>
          <a:prstGeom prst="rect">
            <a:avLst/>
          </a:prstGeom>
        </p:spPr>
        <p:txBody>
          <a:bodyPr wrap="square" lIns="0" tIns="0" rIns="0" bIns="0">
            <a:spAutoFit/>
          </a:bodyPr>
          <a:lstStyle>
            <a:lvl1pPr>
              <a:defRPr sz="2800" b="0" i="0">
                <a:solidFill>
                  <a:srgbClr val="282833"/>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7/15/2024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1302326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D2523B"/>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800" b="0" i="0">
                <a:solidFill>
                  <a:srgbClr val="282833"/>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7/15/2024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1095215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D2523B"/>
                </a:solidFill>
                <a:latin typeface="Arial"/>
                <a:cs typeface="Arial"/>
              </a:defRPr>
            </a:lvl1pPr>
          </a:lstStyle>
          <a:p>
            <a:endParaRPr/>
          </a:p>
        </p:txBody>
      </p:sp>
      <p:sp>
        <p:nvSpPr>
          <p:cNvPr id="3" name="Holder 3"/>
          <p:cNvSpPr>
            <a:spLocks noGrp="1"/>
          </p:cNvSpPr>
          <p:nvPr>
            <p:ph sz="half" idx="2"/>
          </p:nvPr>
        </p:nvSpPr>
        <p:spPr>
          <a:xfrm>
            <a:off x="609600" y="1577340"/>
            <a:ext cx="5303520" cy="43088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3088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7/15/2024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3493671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D2523B"/>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7/15/2024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4108402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7/15/2024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3419511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790301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Mast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title="Slide title"/>
          <p:cNvSpPr>
            <a:spLocks noGrp="1"/>
          </p:cNvSpPr>
          <p:nvPr>
            <p:ph type="ctrTitle" hasCustomPrompt="1"/>
          </p:nvPr>
        </p:nvSpPr>
        <p:spPr>
          <a:xfrm>
            <a:off x="1556187" y="1062567"/>
            <a:ext cx="8983579" cy="1894883"/>
          </a:xfrm>
        </p:spPr>
        <p:txBody>
          <a:bodyPr anchor="b">
            <a:noAutofit/>
          </a:bodyPr>
          <a:lstStyle>
            <a:lvl1pPr algn="l">
              <a:lnSpc>
                <a:spcPct val="150000"/>
              </a:lnSpc>
              <a:defRPr sz="4000" b="1">
                <a:solidFill>
                  <a:srgbClr val="DBDCDD"/>
                </a:solidFill>
              </a:defRPr>
            </a:lvl1pPr>
          </a:lstStyle>
          <a:p>
            <a:r>
              <a:rPr lang="en-US" dirty="0"/>
              <a:t>Click to edit title</a:t>
            </a:r>
          </a:p>
        </p:txBody>
      </p:sp>
      <p:sp>
        <p:nvSpPr>
          <p:cNvPr id="3" name="Subtitle 2" title="slide subtitle"/>
          <p:cNvSpPr>
            <a:spLocks noGrp="1"/>
          </p:cNvSpPr>
          <p:nvPr>
            <p:ph type="subTitle" idx="1" hasCustomPrompt="1"/>
          </p:nvPr>
        </p:nvSpPr>
        <p:spPr>
          <a:xfrm>
            <a:off x="1556188" y="2960616"/>
            <a:ext cx="8987987" cy="751168"/>
          </a:xfrm>
        </p:spPr>
        <p:txBody>
          <a:bodyPr wrap="square" lIns="91440" tIns="182880" rIns="91440" anchor="t">
            <a:spAutoFit/>
          </a:bodyPr>
          <a:lstStyle>
            <a:lvl1pPr marL="0" indent="0" algn="l">
              <a:lnSpc>
                <a:spcPct val="150000"/>
              </a:lnSpc>
              <a:buNone/>
              <a:defRPr sz="2800" baseline="0">
                <a:solidFill>
                  <a:srgbClr val="DBDCDD"/>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slide subtitle</a:t>
            </a:r>
          </a:p>
        </p:txBody>
      </p:sp>
    </p:spTree>
    <p:custDataLst>
      <p:tags r:id="rId1"/>
    </p:custDataLst>
    <p:extLst>
      <p:ext uri="{BB962C8B-B14F-4D97-AF65-F5344CB8AC3E}">
        <p14:creationId xmlns:p14="http://schemas.microsoft.com/office/powerpoint/2010/main" val="3193203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itle_option 1">
  <p:cSld name="1_Title_option 1">
    <p:spTree>
      <p:nvGrpSpPr>
        <p:cNvPr id="1" name="Shape 15"/>
        <p:cNvGrpSpPr/>
        <p:nvPr/>
      </p:nvGrpSpPr>
      <p:grpSpPr>
        <a:xfrm>
          <a:off x="0" y="0"/>
          <a:ext cx="0" cy="0"/>
          <a:chOff x="0" y="0"/>
          <a:chExt cx="0" cy="0"/>
        </a:xfrm>
      </p:grpSpPr>
      <p:sp>
        <p:nvSpPr>
          <p:cNvPr id="16" name="Google Shape;16;p40"/>
          <p:cNvSpPr/>
          <p:nvPr/>
        </p:nvSpPr>
        <p:spPr>
          <a:xfrm>
            <a:off x="0" y="0"/>
            <a:ext cx="12192000" cy="6858000"/>
          </a:xfrm>
          <a:prstGeom prst="rect">
            <a:avLst/>
          </a:prstGeom>
          <a:solidFill>
            <a:schemeClr val="accent1"/>
          </a:solidFill>
          <a:ln>
            <a:noFill/>
          </a:ln>
        </p:spPr>
        <p:txBody>
          <a:bodyPr spcFirstLastPara="1" wrap="square" lIns="91425" tIns="45694" rIns="91425" bIns="45694" anchor="ctr" anchorCtr="0">
            <a:noAutofit/>
          </a:bodyPr>
          <a:lstStyle/>
          <a:p>
            <a:pPr marL="342900" marR="0" lvl="0" indent="-171450" algn="ctr" rtl="0">
              <a:lnSpc>
                <a:spcPct val="100000"/>
              </a:lnSpc>
              <a:spcBef>
                <a:spcPts val="0"/>
              </a:spcBef>
              <a:spcAft>
                <a:spcPts val="0"/>
              </a:spcAft>
              <a:buClr>
                <a:schemeClr val="accent1"/>
              </a:buClr>
              <a:buSzPts val="2400"/>
              <a:buFont typeface="Calibri"/>
              <a:buNone/>
            </a:pPr>
            <a:r>
              <a:rPr lang="en-US" sz="1800" b="0" i="0" u="none" strike="noStrike" cap="none">
                <a:solidFill>
                  <a:schemeClr val="accent1"/>
                </a:solidFill>
                <a:latin typeface="Calibri"/>
                <a:ea typeface="Calibri"/>
                <a:cs typeface="Calibri"/>
                <a:sym typeface="Calibri"/>
              </a:rPr>
              <a:t>   </a:t>
            </a:r>
            <a:endParaRPr sz="1800" b="0" i="0" u="none" strike="noStrike" cap="none">
              <a:solidFill>
                <a:schemeClr val="accent1"/>
              </a:solidFill>
              <a:latin typeface="Calibri"/>
              <a:ea typeface="Calibri"/>
              <a:cs typeface="Calibri"/>
              <a:sym typeface="Calibri"/>
            </a:endParaRPr>
          </a:p>
        </p:txBody>
      </p:sp>
      <p:pic>
        <p:nvPicPr>
          <p:cNvPr id="17" name="Google Shape;17;p40" descr="A close up of a box&#10;&#10;Description automatically generated"/>
          <p:cNvPicPr preferRelativeResize="0"/>
          <p:nvPr/>
        </p:nvPicPr>
        <p:blipFill rotWithShape="1">
          <a:blip r:embed="rId2">
            <a:alphaModFix/>
          </a:blip>
          <a:srcRect/>
          <a:stretch/>
        </p:blipFill>
        <p:spPr>
          <a:xfrm>
            <a:off x="6897482" y="0"/>
            <a:ext cx="5294519" cy="6858000"/>
          </a:xfrm>
          <a:prstGeom prst="rect">
            <a:avLst/>
          </a:prstGeom>
          <a:noFill/>
          <a:ln>
            <a:noFill/>
          </a:ln>
        </p:spPr>
      </p:pic>
      <p:pic>
        <p:nvPicPr>
          <p:cNvPr id="18" name="Google Shape;18;p40" descr="A close up of a logo&#10;&#10;Description automatically generated"/>
          <p:cNvPicPr preferRelativeResize="0"/>
          <p:nvPr/>
        </p:nvPicPr>
        <p:blipFill rotWithShape="1">
          <a:blip r:embed="rId3">
            <a:alphaModFix/>
          </a:blip>
          <a:srcRect/>
          <a:stretch/>
        </p:blipFill>
        <p:spPr>
          <a:xfrm>
            <a:off x="7195280" y="3971614"/>
            <a:ext cx="4996721" cy="2886389"/>
          </a:xfrm>
          <a:prstGeom prst="rect">
            <a:avLst/>
          </a:prstGeom>
          <a:noFill/>
          <a:ln>
            <a:noFill/>
          </a:ln>
        </p:spPr>
      </p:pic>
      <p:pic>
        <p:nvPicPr>
          <p:cNvPr id="19" name="Google Shape;19;p40" descr="A picture containing drawing&#10;&#10;Description automatically generated"/>
          <p:cNvPicPr preferRelativeResize="0"/>
          <p:nvPr/>
        </p:nvPicPr>
        <p:blipFill rotWithShape="1">
          <a:blip r:embed="rId4">
            <a:alphaModFix/>
          </a:blip>
          <a:srcRect/>
          <a:stretch/>
        </p:blipFill>
        <p:spPr>
          <a:xfrm>
            <a:off x="10365164" y="6036379"/>
            <a:ext cx="1492803" cy="516270"/>
          </a:xfrm>
          <a:prstGeom prst="rect">
            <a:avLst/>
          </a:prstGeom>
          <a:noFill/>
          <a:ln>
            <a:noFill/>
          </a:ln>
        </p:spPr>
      </p:pic>
      <p:sp>
        <p:nvSpPr>
          <p:cNvPr id="20" name="Google Shape;20;p40"/>
          <p:cNvSpPr txBox="1">
            <a:spLocks noGrp="1"/>
          </p:cNvSpPr>
          <p:nvPr>
            <p:ph type="title"/>
          </p:nvPr>
        </p:nvSpPr>
        <p:spPr>
          <a:xfrm>
            <a:off x="616051" y="1240972"/>
            <a:ext cx="5781325" cy="659270"/>
          </a:xfrm>
          <a:prstGeom prst="rect">
            <a:avLst/>
          </a:prstGeom>
          <a:solidFill>
            <a:schemeClr val="dk2"/>
          </a:solid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3000">
                <a:solidFill>
                  <a:schemeClr val="lt1"/>
                </a:solidFill>
              </a:defRPr>
            </a:lvl1pPr>
            <a:lvl2pPr lvl="1" algn="l">
              <a:lnSpc>
                <a:spcPct val="222222"/>
              </a:lnSpc>
              <a:spcBef>
                <a:spcPts val="0"/>
              </a:spcBef>
              <a:spcAft>
                <a:spcPts val="0"/>
              </a:spcAft>
              <a:buSzPts val="1400"/>
              <a:buNone/>
              <a:defRPr/>
            </a:lvl2pPr>
            <a:lvl3pPr lvl="2" algn="l">
              <a:lnSpc>
                <a:spcPct val="222222"/>
              </a:lnSpc>
              <a:spcBef>
                <a:spcPts val="0"/>
              </a:spcBef>
              <a:spcAft>
                <a:spcPts val="0"/>
              </a:spcAft>
              <a:buSzPts val="1400"/>
              <a:buNone/>
              <a:defRPr/>
            </a:lvl3pPr>
            <a:lvl4pPr lvl="3" algn="l">
              <a:lnSpc>
                <a:spcPct val="222222"/>
              </a:lnSpc>
              <a:spcBef>
                <a:spcPts val="0"/>
              </a:spcBef>
              <a:spcAft>
                <a:spcPts val="0"/>
              </a:spcAft>
              <a:buSzPts val="1400"/>
              <a:buNone/>
              <a:defRPr/>
            </a:lvl4pPr>
            <a:lvl5pPr lvl="4" algn="l">
              <a:lnSpc>
                <a:spcPct val="222222"/>
              </a:lnSpc>
              <a:spcBef>
                <a:spcPts val="0"/>
              </a:spcBef>
              <a:spcAft>
                <a:spcPts val="0"/>
              </a:spcAft>
              <a:buSzPts val="1400"/>
              <a:buNone/>
              <a:defRPr/>
            </a:lvl5pPr>
            <a:lvl6pPr lvl="5" algn="l">
              <a:lnSpc>
                <a:spcPct val="222222"/>
              </a:lnSpc>
              <a:spcBef>
                <a:spcPts val="0"/>
              </a:spcBef>
              <a:spcAft>
                <a:spcPts val="0"/>
              </a:spcAft>
              <a:buSzPts val="1400"/>
              <a:buNone/>
              <a:defRPr/>
            </a:lvl6pPr>
            <a:lvl7pPr lvl="6" algn="l">
              <a:lnSpc>
                <a:spcPct val="222222"/>
              </a:lnSpc>
              <a:spcBef>
                <a:spcPts val="0"/>
              </a:spcBef>
              <a:spcAft>
                <a:spcPts val="0"/>
              </a:spcAft>
              <a:buSzPts val="1400"/>
              <a:buNone/>
              <a:defRPr/>
            </a:lvl7pPr>
            <a:lvl8pPr lvl="7" algn="l">
              <a:lnSpc>
                <a:spcPct val="222222"/>
              </a:lnSpc>
              <a:spcBef>
                <a:spcPts val="0"/>
              </a:spcBef>
              <a:spcAft>
                <a:spcPts val="0"/>
              </a:spcAft>
              <a:buSzPts val="1400"/>
              <a:buNone/>
              <a:defRPr/>
            </a:lvl8pPr>
            <a:lvl9pPr lvl="8" algn="l">
              <a:lnSpc>
                <a:spcPct val="222222"/>
              </a:lnSpc>
              <a:spcBef>
                <a:spcPts val="0"/>
              </a:spcBef>
              <a:spcAft>
                <a:spcPts val="0"/>
              </a:spcAft>
              <a:buSzPts val="1400"/>
              <a:buNone/>
              <a:defRPr/>
            </a:lvl9pPr>
          </a:lstStyle>
          <a:p>
            <a:endParaRPr/>
          </a:p>
        </p:txBody>
      </p:sp>
      <p:sp>
        <p:nvSpPr>
          <p:cNvPr id="21" name="Google Shape;21;p40"/>
          <p:cNvSpPr txBox="1">
            <a:spLocks noGrp="1"/>
          </p:cNvSpPr>
          <p:nvPr>
            <p:ph type="subTitle" idx="1"/>
          </p:nvPr>
        </p:nvSpPr>
        <p:spPr>
          <a:xfrm>
            <a:off x="616053" y="2052229"/>
            <a:ext cx="5781324" cy="646331"/>
          </a:xfrm>
          <a:prstGeom prst="rect">
            <a:avLst/>
          </a:prstGeom>
          <a:noFill/>
          <a:ln w="9525" cap="flat" cmpd="sng">
            <a:solidFill>
              <a:schemeClr val="lt1"/>
            </a:solidFill>
            <a:prstDash val="solid"/>
            <a:round/>
            <a:headEnd type="none" w="sm" len="sm"/>
            <a:tailEnd type="none" w="sm" len="sm"/>
          </a:ln>
        </p:spPr>
        <p:txBody>
          <a:bodyPr spcFirstLastPara="1" wrap="square" lIns="0" tIns="45700" rIns="91425" bIns="45700" anchor="t" anchorCtr="0">
            <a:noAutofit/>
          </a:bodyPr>
          <a:lstStyle>
            <a:lvl1pPr lvl="0" algn="l">
              <a:lnSpc>
                <a:spcPct val="100000"/>
              </a:lnSpc>
              <a:spcBef>
                <a:spcPts val="0"/>
              </a:spcBef>
              <a:spcAft>
                <a:spcPts val="0"/>
              </a:spcAft>
              <a:buClr>
                <a:schemeClr val="lt1"/>
              </a:buClr>
              <a:buSzPts val="3800"/>
              <a:buNone/>
              <a:defRPr sz="2400" b="0">
                <a:solidFill>
                  <a:schemeClr val="lt1"/>
                </a:solidFill>
                <a:latin typeface="Arial"/>
                <a:ea typeface="Arial"/>
                <a:cs typeface="Arial"/>
                <a:sym typeface="Arial"/>
              </a:defRPr>
            </a:lvl1pPr>
            <a:lvl2pPr lvl="1" algn="ctr">
              <a:lnSpc>
                <a:spcPct val="100000"/>
              </a:lnSpc>
              <a:spcBef>
                <a:spcPts val="300"/>
              </a:spcBef>
              <a:spcAft>
                <a:spcPts val="0"/>
              </a:spcAft>
              <a:buClr>
                <a:schemeClr val="dk1"/>
              </a:buClr>
              <a:buSzPts val="2000"/>
              <a:buNone/>
              <a:defRPr sz="1500"/>
            </a:lvl2pPr>
            <a:lvl3pPr lvl="2" algn="ctr">
              <a:lnSpc>
                <a:spcPct val="110000"/>
              </a:lnSpc>
              <a:spcBef>
                <a:spcPts val="600"/>
              </a:spcBef>
              <a:spcAft>
                <a:spcPts val="0"/>
              </a:spcAft>
              <a:buClr>
                <a:schemeClr val="dk1"/>
              </a:buClr>
              <a:buSzPts val="1800"/>
              <a:buNone/>
              <a:defRPr sz="1350"/>
            </a:lvl3pPr>
            <a:lvl4pPr lvl="3" algn="ctr">
              <a:lnSpc>
                <a:spcPct val="110000"/>
              </a:lnSpc>
              <a:spcBef>
                <a:spcPts val="240"/>
              </a:spcBef>
              <a:spcAft>
                <a:spcPts val="0"/>
              </a:spcAft>
              <a:buSzPts val="1600"/>
              <a:buNone/>
              <a:defRPr sz="1200"/>
            </a:lvl4pPr>
            <a:lvl5pPr lvl="4" algn="ctr">
              <a:lnSpc>
                <a:spcPct val="100000"/>
              </a:lnSpc>
              <a:spcBef>
                <a:spcPts val="800"/>
              </a:spcBef>
              <a:spcAft>
                <a:spcPts val="0"/>
              </a:spcAft>
              <a:buClr>
                <a:schemeClr val="dk1"/>
              </a:buClr>
              <a:buSzPts val="1600"/>
              <a:buNone/>
              <a:defRPr sz="1200"/>
            </a:lvl5pPr>
            <a:lvl6pPr lvl="5" algn="ctr">
              <a:lnSpc>
                <a:spcPct val="100000"/>
              </a:lnSpc>
              <a:spcBef>
                <a:spcPts val="240"/>
              </a:spcBef>
              <a:spcAft>
                <a:spcPts val="0"/>
              </a:spcAft>
              <a:buClr>
                <a:schemeClr val="dk1"/>
              </a:buClr>
              <a:buSzPts val="1600"/>
              <a:buNone/>
              <a:defRPr sz="1200"/>
            </a:lvl6pPr>
            <a:lvl7pPr lvl="6" algn="ctr">
              <a:lnSpc>
                <a:spcPct val="100000"/>
              </a:lnSpc>
              <a:spcBef>
                <a:spcPts val="240"/>
              </a:spcBef>
              <a:spcAft>
                <a:spcPts val="0"/>
              </a:spcAft>
              <a:buClr>
                <a:schemeClr val="dk1"/>
              </a:buClr>
              <a:buSzPts val="1600"/>
              <a:buNone/>
              <a:defRPr sz="1200"/>
            </a:lvl7pPr>
            <a:lvl8pPr lvl="7" algn="ctr">
              <a:lnSpc>
                <a:spcPct val="100000"/>
              </a:lnSpc>
              <a:spcBef>
                <a:spcPts val="240"/>
              </a:spcBef>
              <a:spcAft>
                <a:spcPts val="0"/>
              </a:spcAft>
              <a:buClr>
                <a:schemeClr val="dk1"/>
              </a:buClr>
              <a:buSzPts val="1600"/>
              <a:buNone/>
              <a:defRPr sz="1200"/>
            </a:lvl8pPr>
            <a:lvl9pPr lvl="8" algn="ctr">
              <a:lnSpc>
                <a:spcPct val="100000"/>
              </a:lnSpc>
              <a:spcBef>
                <a:spcPts val="240"/>
              </a:spcBef>
              <a:spcAft>
                <a:spcPts val="0"/>
              </a:spcAft>
              <a:buClr>
                <a:schemeClr val="dk1"/>
              </a:buClr>
              <a:buSzPts val="1600"/>
              <a:buNone/>
              <a:defRPr sz="1200"/>
            </a:lvl9pPr>
          </a:lstStyle>
          <a:p>
            <a:endParaRPr/>
          </a:p>
        </p:txBody>
      </p:sp>
    </p:spTree>
    <p:extLst>
      <p:ext uri="{BB962C8B-B14F-4D97-AF65-F5344CB8AC3E}">
        <p14:creationId xmlns:p14="http://schemas.microsoft.com/office/powerpoint/2010/main" val="2262045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22"/>
        <p:cNvGrpSpPr/>
        <p:nvPr/>
      </p:nvGrpSpPr>
      <p:grpSpPr>
        <a:xfrm>
          <a:off x="0" y="0"/>
          <a:ext cx="0" cy="0"/>
          <a:chOff x="0" y="0"/>
          <a:chExt cx="0" cy="0"/>
        </a:xfrm>
      </p:grpSpPr>
      <p:sp>
        <p:nvSpPr>
          <p:cNvPr id="23" name="Google Shape;23;p41"/>
          <p:cNvSpPr/>
          <p:nvPr/>
        </p:nvSpPr>
        <p:spPr>
          <a:xfrm>
            <a:off x="0" y="0"/>
            <a:ext cx="12192000" cy="6858000"/>
          </a:xfrm>
          <a:prstGeom prst="rect">
            <a:avLst/>
          </a:prstGeom>
          <a:solidFill>
            <a:srgbClr val="F1F2EF"/>
          </a:solidFill>
          <a:ln>
            <a:noFill/>
          </a:ln>
          <a:effectLst>
            <a:outerShdw blurRad="40000" dist="23000" dir="5400000" rotWithShape="0">
              <a:srgbClr val="000000">
                <a:alpha val="34509"/>
              </a:srgbClr>
            </a:outerShdw>
          </a:effectLst>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Calibri"/>
              <a:ea typeface="Calibri"/>
              <a:cs typeface="Calibri"/>
              <a:sym typeface="Calibri"/>
            </a:endParaRPr>
          </a:p>
        </p:txBody>
      </p:sp>
      <p:pic>
        <p:nvPicPr>
          <p:cNvPr id="24" name="Google Shape;24;p41"/>
          <p:cNvPicPr preferRelativeResize="0"/>
          <p:nvPr/>
        </p:nvPicPr>
        <p:blipFill rotWithShape="1">
          <a:blip r:embed="rId2">
            <a:alphaModFix/>
          </a:blip>
          <a:srcRect/>
          <a:stretch/>
        </p:blipFill>
        <p:spPr>
          <a:xfrm>
            <a:off x="-28950" y="-19878"/>
            <a:ext cx="1587179" cy="6858000"/>
          </a:xfrm>
          <a:prstGeom prst="rect">
            <a:avLst/>
          </a:prstGeom>
          <a:noFill/>
          <a:ln>
            <a:noFill/>
          </a:ln>
        </p:spPr>
      </p:pic>
      <p:pic>
        <p:nvPicPr>
          <p:cNvPr id="25" name="Google Shape;25;p41"/>
          <p:cNvPicPr preferRelativeResize="0"/>
          <p:nvPr/>
        </p:nvPicPr>
        <p:blipFill rotWithShape="1">
          <a:blip r:embed="rId3">
            <a:alphaModFix/>
          </a:blip>
          <a:srcRect/>
          <a:stretch/>
        </p:blipFill>
        <p:spPr>
          <a:xfrm>
            <a:off x="0" y="6655620"/>
            <a:ext cx="12192000" cy="202383"/>
          </a:xfrm>
          <a:prstGeom prst="rect">
            <a:avLst/>
          </a:prstGeom>
          <a:noFill/>
          <a:ln>
            <a:noFill/>
          </a:ln>
        </p:spPr>
      </p:pic>
      <p:pic>
        <p:nvPicPr>
          <p:cNvPr id="26" name="Google Shape;26;p41"/>
          <p:cNvPicPr preferRelativeResize="0"/>
          <p:nvPr/>
        </p:nvPicPr>
        <p:blipFill rotWithShape="1">
          <a:blip r:embed="rId4">
            <a:alphaModFix/>
          </a:blip>
          <a:srcRect/>
          <a:stretch/>
        </p:blipFill>
        <p:spPr>
          <a:xfrm>
            <a:off x="10706810" y="282481"/>
            <a:ext cx="875591" cy="854855"/>
          </a:xfrm>
          <a:prstGeom prst="rect">
            <a:avLst/>
          </a:prstGeom>
          <a:noFill/>
          <a:ln>
            <a:noFill/>
          </a:ln>
        </p:spPr>
      </p:pic>
      <p:sp>
        <p:nvSpPr>
          <p:cNvPr id="27" name="Google Shape;27;p41"/>
          <p:cNvSpPr txBox="1">
            <a:spLocks noGrp="1"/>
          </p:cNvSpPr>
          <p:nvPr>
            <p:ph type="title"/>
          </p:nvPr>
        </p:nvSpPr>
        <p:spPr>
          <a:xfrm>
            <a:off x="1865503" y="282481"/>
            <a:ext cx="8667032" cy="872067"/>
          </a:xfrm>
          <a:prstGeom prst="rect">
            <a:avLst/>
          </a:prstGeom>
          <a:noFill/>
          <a:ln w="19050" cap="flat" cmpd="sng">
            <a:solidFill>
              <a:srgbClr val="222160"/>
            </a:solidFill>
            <a:prstDash val="solid"/>
            <a:round/>
            <a:headEnd type="none" w="sm" len="sm"/>
            <a:tailEnd type="none" w="sm" len="sm"/>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700">
                <a:solidFill>
                  <a:srgbClr val="222160"/>
                </a:solidFill>
              </a:defRPr>
            </a:lvl1pPr>
            <a:lvl2pPr lvl="1" algn="l">
              <a:lnSpc>
                <a:spcPct val="222222"/>
              </a:lnSpc>
              <a:spcBef>
                <a:spcPts val="0"/>
              </a:spcBef>
              <a:spcAft>
                <a:spcPts val="0"/>
              </a:spcAft>
              <a:buSzPts val="1400"/>
              <a:buNone/>
              <a:defRPr/>
            </a:lvl2pPr>
            <a:lvl3pPr lvl="2" algn="l">
              <a:lnSpc>
                <a:spcPct val="222222"/>
              </a:lnSpc>
              <a:spcBef>
                <a:spcPts val="0"/>
              </a:spcBef>
              <a:spcAft>
                <a:spcPts val="0"/>
              </a:spcAft>
              <a:buSzPts val="1400"/>
              <a:buNone/>
              <a:defRPr/>
            </a:lvl3pPr>
            <a:lvl4pPr lvl="3" algn="l">
              <a:lnSpc>
                <a:spcPct val="222222"/>
              </a:lnSpc>
              <a:spcBef>
                <a:spcPts val="0"/>
              </a:spcBef>
              <a:spcAft>
                <a:spcPts val="0"/>
              </a:spcAft>
              <a:buSzPts val="1400"/>
              <a:buNone/>
              <a:defRPr/>
            </a:lvl4pPr>
            <a:lvl5pPr lvl="4" algn="l">
              <a:lnSpc>
                <a:spcPct val="222222"/>
              </a:lnSpc>
              <a:spcBef>
                <a:spcPts val="0"/>
              </a:spcBef>
              <a:spcAft>
                <a:spcPts val="0"/>
              </a:spcAft>
              <a:buSzPts val="1400"/>
              <a:buNone/>
              <a:defRPr/>
            </a:lvl5pPr>
            <a:lvl6pPr lvl="5" algn="l">
              <a:lnSpc>
                <a:spcPct val="222222"/>
              </a:lnSpc>
              <a:spcBef>
                <a:spcPts val="0"/>
              </a:spcBef>
              <a:spcAft>
                <a:spcPts val="0"/>
              </a:spcAft>
              <a:buSzPts val="1400"/>
              <a:buNone/>
              <a:defRPr/>
            </a:lvl6pPr>
            <a:lvl7pPr lvl="6" algn="l">
              <a:lnSpc>
                <a:spcPct val="222222"/>
              </a:lnSpc>
              <a:spcBef>
                <a:spcPts val="0"/>
              </a:spcBef>
              <a:spcAft>
                <a:spcPts val="0"/>
              </a:spcAft>
              <a:buSzPts val="1400"/>
              <a:buNone/>
              <a:defRPr/>
            </a:lvl7pPr>
            <a:lvl8pPr lvl="7" algn="l">
              <a:lnSpc>
                <a:spcPct val="222222"/>
              </a:lnSpc>
              <a:spcBef>
                <a:spcPts val="0"/>
              </a:spcBef>
              <a:spcAft>
                <a:spcPts val="0"/>
              </a:spcAft>
              <a:buSzPts val="1400"/>
              <a:buNone/>
              <a:defRPr/>
            </a:lvl8pPr>
            <a:lvl9pPr lvl="8" algn="l">
              <a:lnSpc>
                <a:spcPct val="222222"/>
              </a:lnSpc>
              <a:spcBef>
                <a:spcPts val="0"/>
              </a:spcBef>
              <a:spcAft>
                <a:spcPts val="0"/>
              </a:spcAft>
              <a:buSzPts val="1400"/>
              <a:buNone/>
              <a:defRPr/>
            </a:lvl9pPr>
          </a:lstStyle>
          <a:p>
            <a:endParaRPr/>
          </a:p>
        </p:txBody>
      </p:sp>
      <p:sp>
        <p:nvSpPr>
          <p:cNvPr id="28" name="Google Shape;28;p41"/>
          <p:cNvSpPr txBox="1">
            <a:spLocks noGrp="1"/>
          </p:cNvSpPr>
          <p:nvPr>
            <p:ph type="body" idx="1"/>
          </p:nvPr>
        </p:nvSpPr>
        <p:spPr>
          <a:xfrm>
            <a:off x="1865501" y="1482405"/>
            <a:ext cx="9716899" cy="4918395"/>
          </a:xfrm>
          <a:prstGeom prst="rect">
            <a:avLst/>
          </a:prstGeom>
          <a:noFill/>
          <a:ln w="19050" cap="flat" cmpd="sng">
            <a:solidFill>
              <a:srgbClr val="222160"/>
            </a:solidFill>
            <a:prstDash val="solid"/>
            <a:round/>
            <a:headEnd type="none" w="sm" len="sm"/>
            <a:tailEnd type="none" w="sm" len="sm"/>
          </a:ln>
        </p:spPr>
        <p:txBody>
          <a:bodyPr spcFirstLastPara="1" wrap="square" lIns="91425" tIns="45700" rIns="91425" bIns="45700" anchor="t" anchorCtr="0">
            <a:noAutofit/>
          </a:bodyPr>
          <a:lstStyle>
            <a:lvl1pPr marL="342900" lvl="0" indent="-285750" algn="l">
              <a:lnSpc>
                <a:spcPct val="150000"/>
              </a:lnSpc>
              <a:spcBef>
                <a:spcPts val="1350"/>
              </a:spcBef>
              <a:spcAft>
                <a:spcPts val="0"/>
              </a:spcAft>
              <a:buClr>
                <a:srgbClr val="C00000"/>
              </a:buClr>
              <a:buSzPts val="2400"/>
              <a:buFont typeface="Arial"/>
              <a:buAutoNum type="arabicPeriod"/>
              <a:defRPr sz="1800" b="0">
                <a:solidFill>
                  <a:srgbClr val="222160"/>
                </a:solidFill>
              </a:defRPr>
            </a:lvl1pPr>
            <a:lvl2pPr marL="685800" lvl="1" indent="-171450" algn="l">
              <a:lnSpc>
                <a:spcPct val="100000"/>
              </a:lnSpc>
              <a:spcBef>
                <a:spcPts val="270"/>
              </a:spcBef>
              <a:spcAft>
                <a:spcPts val="0"/>
              </a:spcAft>
              <a:buSzPts val="1400"/>
              <a:buNone/>
              <a:defRPr/>
            </a:lvl2pPr>
            <a:lvl3pPr marL="1028700" lvl="2" indent="-171450" algn="l">
              <a:lnSpc>
                <a:spcPct val="110000"/>
              </a:lnSpc>
              <a:spcBef>
                <a:spcPts val="600"/>
              </a:spcBef>
              <a:spcAft>
                <a:spcPts val="0"/>
              </a:spcAft>
              <a:buSzPts val="1400"/>
              <a:buNone/>
              <a:defRPr/>
            </a:lvl3pPr>
            <a:lvl4pPr marL="1371600" lvl="3" indent="-247650" algn="l">
              <a:lnSpc>
                <a:spcPct val="110000"/>
              </a:lnSpc>
              <a:spcBef>
                <a:spcPts val="240"/>
              </a:spcBef>
              <a:spcAft>
                <a:spcPts val="0"/>
              </a:spcAft>
              <a:buSzPts val="1600"/>
              <a:buChar char="▪"/>
              <a:defRPr/>
            </a:lvl4pPr>
            <a:lvl5pPr marL="1714500" lvl="4" indent="-257175" algn="l">
              <a:lnSpc>
                <a:spcPct val="100000"/>
              </a:lnSpc>
              <a:spcBef>
                <a:spcPts val="800"/>
              </a:spcBef>
              <a:spcAft>
                <a:spcPts val="0"/>
              </a:spcAft>
              <a:buSzPts val="1800"/>
              <a:buChar char="»"/>
              <a:defRPr/>
            </a:lvl5pPr>
            <a:lvl6pPr marL="2057400" lvl="5" indent="-298466" algn="l">
              <a:lnSpc>
                <a:spcPct val="100000"/>
              </a:lnSpc>
              <a:spcBef>
                <a:spcPts val="400"/>
              </a:spcBef>
              <a:spcAft>
                <a:spcPts val="0"/>
              </a:spcAft>
              <a:buSzPts val="2667"/>
              <a:buChar char="•"/>
              <a:defRPr/>
            </a:lvl6pPr>
            <a:lvl7pPr marL="2400300" lvl="6" indent="-298466" algn="l">
              <a:lnSpc>
                <a:spcPct val="100000"/>
              </a:lnSpc>
              <a:spcBef>
                <a:spcPts val="400"/>
              </a:spcBef>
              <a:spcAft>
                <a:spcPts val="0"/>
              </a:spcAft>
              <a:buSzPts val="2667"/>
              <a:buChar char="•"/>
              <a:defRPr/>
            </a:lvl7pPr>
            <a:lvl8pPr marL="2743200" lvl="7" indent="-298466" algn="l">
              <a:lnSpc>
                <a:spcPct val="100000"/>
              </a:lnSpc>
              <a:spcBef>
                <a:spcPts val="400"/>
              </a:spcBef>
              <a:spcAft>
                <a:spcPts val="0"/>
              </a:spcAft>
              <a:buSzPts val="2667"/>
              <a:buChar char="•"/>
              <a:defRPr/>
            </a:lvl8pPr>
            <a:lvl9pPr marL="3086100" lvl="8" indent="-298466" algn="l">
              <a:lnSpc>
                <a:spcPct val="100000"/>
              </a:lnSpc>
              <a:spcBef>
                <a:spcPts val="400"/>
              </a:spcBef>
              <a:spcAft>
                <a:spcPts val="0"/>
              </a:spcAft>
              <a:buSzPts val="2667"/>
              <a:buChar char="•"/>
              <a:defRPr/>
            </a:lvl9pPr>
          </a:lstStyle>
          <a:p>
            <a:endParaRPr/>
          </a:p>
        </p:txBody>
      </p:sp>
      <p:sp>
        <p:nvSpPr>
          <p:cNvPr id="29" name="Google Shape;29;p41"/>
          <p:cNvSpPr txBox="1">
            <a:spLocks noGrp="1"/>
          </p:cNvSpPr>
          <p:nvPr>
            <p:ph type="sldNum" idx="12"/>
          </p:nvPr>
        </p:nvSpPr>
        <p:spPr>
          <a:xfrm>
            <a:off x="5878048" y="6605589"/>
            <a:ext cx="435904" cy="2524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1pPr>
            <a:lvl2pPr marL="0" marR="0" lvl="1"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2pPr>
            <a:lvl3pPr marL="0" marR="0" lvl="2"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3pPr>
            <a:lvl4pPr marL="0" marR="0" lvl="3"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4pPr>
            <a:lvl5pPr marL="0" marR="0" lvl="4"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5pPr>
            <a:lvl6pPr marL="0" marR="0" lvl="5"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6pPr>
            <a:lvl7pPr marL="0" marR="0" lvl="6"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7pPr>
            <a:lvl8pPr marL="0" marR="0" lvl="7"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8pPr>
            <a:lvl9pPr marL="0" marR="0" lvl="8"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9pPr>
          </a:lstStyle>
          <a:p>
            <a:fld id="{B6F15528-21DE-4FAA-801E-634DDDAF4B2B}" type="slidenum">
              <a:rPr lang="en-US" smtClean="0"/>
              <a:t>‹#›</a:t>
            </a:fld>
            <a:endParaRPr lang="en-US"/>
          </a:p>
        </p:txBody>
      </p:sp>
    </p:spTree>
    <p:extLst>
      <p:ext uri="{BB962C8B-B14F-4D97-AF65-F5344CB8AC3E}">
        <p14:creationId xmlns:p14="http://schemas.microsoft.com/office/powerpoint/2010/main" val="4236154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_option 4">
  <p:cSld name="Section_option 4">
    <p:spTree>
      <p:nvGrpSpPr>
        <p:cNvPr id="1" name="Shape 30"/>
        <p:cNvGrpSpPr/>
        <p:nvPr/>
      </p:nvGrpSpPr>
      <p:grpSpPr>
        <a:xfrm>
          <a:off x="0" y="0"/>
          <a:ext cx="0" cy="0"/>
          <a:chOff x="0" y="0"/>
          <a:chExt cx="0" cy="0"/>
        </a:xfrm>
      </p:grpSpPr>
      <p:sp>
        <p:nvSpPr>
          <p:cNvPr id="31" name="Google Shape;31;p42"/>
          <p:cNvSpPr/>
          <p:nvPr/>
        </p:nvSpPr>
        <p:spPr>
          <a:xfrm>
            <a:off x="0" y="0"/>
            <a:ext cx="12192000" cy="6858000"/>
          </a:xfrm>
          <a:prstGeom prst="rect">
            <a:avLst/>
          </a:prstGeom>
          <a:solidFill>
            <a:srgbClr val="F1F2EF"/>
          </a:solidFill>
          <a:ln>
            <a:noFill/>
          </a:ln>
          <a:effectLst>
            <a:outerShdw blurRad="40000" dist="23000" dir="5400000" rotWithShape="0">
              <a:srgbClr val="000000">
                <a:alpha val="34509"/>
              </a:srgbClr>
            </a:outerShdw>
          </a:effectLst>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Calibri"/>
              <a:ea typeface="Calibri"/>
              <a:cs typeface="Calibri"/>
              <a:sym typeface="Calibri"/>
            </a:endParaRPr>
          </a:p>
        </p:txBody>
      </p:sp>
      <p:pic>
        <p:nvPicPr>
          <p:cNvPr id="32" name="Google Shape;32;p42"/>
          <p:cNvPicPr preferRelativeResize="0"/>
          <p:nvPr/>
        </p:nvPicPr>
        <p:blipFill rotWithShape="1">
          <a:blip r:embed="rId2">
            <a:alphaModFix/>
          </a:blip>
          <a:srcRect/>
          <a:stretch/>
        </p:blipFill>
        <p:spPr>
          <a:xfrm>
            <a:off x="0" y="6655620"/>
            <a:ext cx="12192000" cy="202383"/>
          </a:xfrm>
          <a:prstGeom prst="rect">
            <a:avLst/>
          </a:prstGeom>
          <a:noFill/>
          <a:ln>
            <a:noFill/>
          </a:ln>
        </p:spPr>
      </p:pic>
      <p:cxnSp>
        <p:nvCxnSpPr>
          <p:cNvPr id="33" name="Google Shape;33;p42"/>
          <p:cNvCxnSpPr/>
          <p:nvPr/>
        </p:nvCxnSpPr>
        <p:spPr>
          <a:xfrm>
            <a:off x="9024257" y="1482407"/>
            <a:ext cx="0" cy="4918395"/>
          </a:xfrm>
          <a:prstGeom prst="straightConnector1">
            <a:avLst/>
          </a:prstGeom>
          <a:noFill/>
          <a:ln w="15875" cap="flat" cmpd="sng">
            <a:solidFill>
              <a:srgbClr val="E61E2A"/>
            </a:solidFill>
            <a:prstDash val="solid"/>
            <a:round/>
            <a:headEnd type="none" w="sm" len="sm"/>
            <a:tailEnd type="none" w="sm" len="sm"/>
          </a:ln>
        </p:spPr>
      </p:cxnSp>
      <p:pic>
        <p:nvPicPr>
          <p:cNvPr id="34" name="Google Shape;34;p42"/>
          <p:cNvPicPr preferRelativeResize="0"/>
          <p:nvPr/>
        </p:nvPicPr>
        <p:blipFill rotWithShape="1">
          <a:blip r:embed="rId3">
            <a:alphaModFix/>
          </a:blip>
          <a:srcRect/>
          <a:stretch/>
        </p:blipFill>
        <p:spPr>
          <a:xfrm>
            <a:off x="10706810" y="282481"/>
            <a:ext cx="875591" cy="854855"/>
          </a:xfrm>
          <a:prstGeom prst="rect">
            <a:avLst/>
          </a:prstGeom>
          <a:noFill/>
          <a:ln>
            <a:noFill/>
          </a:ln>
        </p:spPr>
      </p:pic>
      <p:sp>
        <p:nvSpPr>
          <p:cNvPr id="35" name="Google Shape;35;p42"/>
          <p:cNvSpPr txBox="1">
            <a:spLocks noGrp="1"/>
          </p:cNvSpPr>
          <p:nvPr>
            <p:ph type="body" idx="1"/>
          </p:nvPr>
        </p:nvSpPr>
        <p:spPr>
          <a:xfrm>
            <a:off x="609601" y="282481"/>
            <a:ext cx="9922932" cy="872067"/>
          </a:xfrm>
          <a:prstGeom prst="rect">
            <a:avLst/>
          </a:prstGeom>
          <a:noFill/>
          <a:ln w="19050" cap="flat" cmpd="sng">
            <a:solidFill>
              <a:srgbClr val="222160"/>
            </a:solidFill>
            <a:prstDash val="solid"/>
            <a:round/>
            <a:headEnd type="none" w="sm" len="sm"/>
            <a:tailEnd type="none" w="sm" len="sm"/>
          </a:ln>
        </p:spPr>
        <p:txBody>
          <a:bodyPr spcFirstLastPara="1" wrap="square" lIns="91425" tIns="45700" rIns="91425" bIns="45700" anchor="ctr" anchorCtr="0">
            <a:noAutofit/>
          </a:bodyPr>
          <a:lstStyle>
            <a:lvl1pPr marL="342900" lvl="0" indent="-171450" algn="l">
              <a:lnSpc>
                <a:spcPct val="100000"/>
              </a:lnSpc>
              <a:spcBef>
                <a:spcPts val="0"/>
              </a:spcBef>
              <a:spcAft>
                <a:spcPts val="0"/>
              </a:spcAft>
              <a:buSzPts val="1400"/>
              <a:buNone/>
              <a:defRPr sz="2700">
                <a:solidFill>
                  <a:srgbClr val="222160"/>
                </a:solidFill>
              </a:defRPr>
            </a:lvl1pPr>
            <a:lvl2pPr marL="685800" lvl="1" indent="-171450" algn="l">
              <a:lnSpc>
                <a:spcPct val="100000"/>
              </a:lnSpc>
              <a:spcBef>
                <a:spcPts val="270"/>
              </a:spcBef>
              <a:spcAft>
                <a:spcPts val="0"/>
              </a:spcAft>
              <a:buSzPts val="1400"/>
              <a:buNone/>
              <a:defRPr/>
            </a:lvl2pPr>
            <a:lvl3pPr marL="1028700" lvl="2" indent="-171450" algn="l">
              <a:lnSpc>
                <a:spcPct val="110000"/>
              </a:lnSpc>
              <a:spcBef>
                <a:spcPts val="600"/>
              </a:spcBef>
              <a:spcAft>
                <a:spcPts val="0"/>
              </a:spcAft>
              <a:buSzPts val="1400"/>
              <a:buNone/>
              <a:defRPr/>
            </a:lvl3pPr>
            <a:lvl4pPr marL="1371600" lvl="3" indent="-257175" algn="l">
              <a:lnSpc>
                <a:spcPct val="110000"/>
              </a:lnSpc>
              <a:spcBef>
                <a:spcPts val="270"/>
              </a:spcBef>
              <a:spcAft>
                <a:spcPts val="0"/>
              </a:spcAft>
              <a:buSzPts val="1800"/>
              <a:buChar char="▪"/>
              <a:defRPr/>
            </a:lvl4pPr>
            <a:lvl5pPr marL="1714500" lvl="4" indent="-257175" algn="l">
              <a:lnSpc>
                <a:spcPct val="100000"/>
              </a:lnSpc>
              <a:spcBef>
                <a:spcPts val="800"/>
              </a:spcBef>
              <a:spcAft>
                <a:spcPts val="0"/>
              </a:spcAft>
              <a:buClr>
                <a:schemeClr val="dk1"/>
              </a:buClr>
              <a:buSzPts val="1800"/>
              <a:buChar char="»"/>
              <a:defRPr/>
            </a:lvl5pPr>
            <a:lvl6pPr marL="2057400" lvl="5" indent="-257175" algn="l">
              <a:lnSpc>
                <a:spcPct val="100000"/>
              </a:lnSpc>
              <a:spcBef>
                <a:spcPts val="270"/>
              </a:spcBef>
              <a:spcAft>
                <a:spcPts val="0"/>
              </a:spcAft>
              <a:buClr>
                <a:schemeClr val="dk1"/>
              </a:buClr>
              <a:buSzPts val="1800"/>
              <a:buChar char="•"/>
              <a:defRPr/>
            </a:lvl6pPr>
            <a:lvl7pPr marL="2400300" lvl="6" indent="-257175" algn="l">
              <a:lnSpc>
                <a:spcPct val="100000"/>
              </a:lnSpc>
              <a:spcBef>
                <a:spcPts val="270"/>
              </a:spcBef>
              <a:spcAft>
                <a:spcPts val="0"/>
              </a:spcAft>
              <a:buClr>
                <a:schemeClr val="dk1"/>
              </a:buClr>
              <a:buSzPts val="1800"/>
              <a:buChar char="•"/>
              <a:defRPr/>
            </a:lvl7pPr>
            <a:lvl8pPr marL="2743200" lvl="7" indent="-257175" algn="l">
              <a:lnSpc>
                <a:spcPct val="100000"/>
              </a:lnSpc>
              <a:spcBef>
                <a:spcPts val="270"/>
              </a:spcBef>
              <a:spcAft>
                <a:spcPts val="0"/>
              </a:spcAft>
              <a:buClr>
                <a:schemeClr val="dk1"/>
              </a:buClr>
              <a:buSzPts val="1800"/>
              <a:buChar char="•"/>
              <a:defRPr/>
            </a:lvl8pPr>
            <a:lvl9pPr marL="3086100" lvl="8" indent="-257175" algn="l">
              <a:lnSpc>
                <a:spcPct val="100000"/>
              </a:lnSpc>
              <a:spcBef>
                <a:spcPts val="270"/>
              </a:spcBef>
              <a:spcAft>
                <a:spcPts val="0"/>
              </a:spcAft>
              <a:buClr>
                <a:schemeClr val="dk1"/>
              </a:buClr>
              <a:buSzPts val="1800"/>
              <a:buChar char="•"/>
              <a:defRPr/>
            </a:lvl9pPr>
          </a:lstStyle>
          <a:p>
            <a:endParaRPr/>
          </a:p>
        </p:txBody>
      </p:sp>
      <p:sp>
        <p:nvSpPr>
          <p:cNvPr id="36" name="Google Shape;36;p42"/>
          <p:cNvSpPr>
            <a:spLocks noGrp="1"/>
          </p:cNvSpPr>
          <p:nvPr>
            <p:ph type="pic" idx="2"/>
          </p:nvPr>
        </p:nvSpPr>
        <p:spPr>
          <a:xfrm>
            <a:off x="609600" y="1482407"/>
            <a:ext cx="8229600" cy="4918395"/>
          </a:xfrm>
          <a:prstGeom prst="rect">
            <a:avLst/>
          </a:prstGeom>
          <a:noFill/>
          <a:ln w="19050" cap="flat" cmpd="sng">
            <a:solidFill>
              <a:srgbClr val="222160"/>
            </a:solidFill>
            <a:prstDash val="solid"/>
            <a:round/>
            <a:headEnd type="none" w="sm" len="sm"/>
            <a:tailEnd type="none" w="sm" len="sm"/>
          </a:ln>
        </p:spPr>
        <p:txBody>
          <a:bodyPr spcFirstLastPara="1" wrap="square" lIns="91425" tIns="45700" rIns="91425" bIns="45700" anchor="t" anchorCtr="0">
            <a:noAutofit/>
          </a:bodyPr>
          <a:lstStyle>
            <a:lvl1pPr marR="0" lvl="0" algn="l" rtl="0">
              <a:lnSpc>
                <a:spcPct val="100000"/>
              </a:lnSpc>
              <a:spcBef>
                <a:spcPts val="520"/>
              </a:spcBef>
              <a:spcAft>
                <a:spcPts val="0"/>
              </a:spcAft>
              <a:buClr>
                <a:srgbClr val="000000"/>
              </a:buClr>
              <a:buSzPts val="1400"/>
              <a:buFont typeface="Arial"/>
              <a:buNone/>
              <a:defRPr sz="1800" b="0" i="0" u="none" strike="noStrike" cap="none">
                <a:solidFill>
                  <a:srgbClr val="222160"/>
                </a:solidFill>
                <a:latin typeface="Arial"/>
                <a:ea typeface="Arial"/>
                <a:cs typeface="Arial"/>
                <a:sym typeface="Arial"/>
              </a:defRPr>
            </a:lvl1pPr>
            <a:lvl2pPr marR="0" lvl="1" algn="l" rtl="0">
              <a:lnSpc>
                <a:spcPct val="100000"/>
              </a:lnSpc>
              <a:spcBef>
                <a:spcPts val="27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R="0" lvl="3" algn="l" rtl="0">
              <a:lnSpc>
                <a:spcPct val="110000"/>
              </a:lnSpc>
              <a:spcBef>
                <a:spcPts val="240"/>
              </a:spcBef>
              <a:spcAft>
                <a:spcPts val="0"/>
              </a:spcAft>
              <a:buClr>
                <a:schemeClr val="dk2"/>
              </a:buClr>
              <a:buSzPts val="1600"/>
              <a:buFont typeface="Noto Sans Symbols"/>
              <a:buChar char="▪"/>
              <a:defRPr sz="1200" b="0" i="0" u="none" strike="noStrike" cap="none">
                <a:solidFill>
                  <a:schemeClr val="dk1"/>
                </a:solidFill>
                <a:latin typeface="Arial"/>
                <a:ea typeface="Arial"/>
                <a:cs typeface="Arial"/>
                <a:sym typeface="Arial"/>
              </a:defRPr>
            </a:lvl4pPr>
            <a:lvl5pPr marR="0" lvl="4" algn="l" rtl="0">
              <a:lnSpc>
                <a:spcPct val="100000"/>
              </a:lnSpc>
              <a:spcBef>
                <a:spcPts val="800"/>
              </a:spcBef>
              <a:spcAft>
                <a:spcPts val="0"/>
              </a:spcAft>
              <a:buClr>
                <a:schemeClr val="dk1"/>
              </a:buClr>
              <a:buSzPts val="1800"/>
              <a:buFont typeface="Arial"/>
              <a:buChar char="»"/>
              <a:defRPr sz="1350" b="0" i="0" u="none" strike="noStrike" cap="none">
                <a:solidFill>
                  <a:schemeClr val="dk1"/>
                </a:solidFill>
                <a:latin typeface="Arial"/>
                <a:ea typeface="Arial"/>
                <a:cs typeface="Arial"/>
                <a:sym typeface="Arial"/>
              </a:defRPr>
            </a:lvl5pPr>
            <a:lvl6pPr marR="0" lvl="5" algn="l" rtl="0">
              <a:lnSpc>
                <a:spcPct val="100000"/>
              </a:lnSpc>
              <a:spcBef>
                <a:spcPts val="400"/>
              </a:spcBef>
              <a:spcAft>
                <a:spcPts val="0"/>
              </a:spcAft>
              <a:buClr>
                <a:schemeClr val="dk1"/>
              </a:buClr>
              <a:buSzPts val="2667"/>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667"/>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667"/>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667"/>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7" name="Google Shape;37;p42" title="Photo slide content"/>
          <p:cNvSpPr txBox="1">
            <a:spLocks noGrp="1"/>
          </p:cNvSpPr>
          <p:nvPr>
            <p:ph type="body" idx="3"/>
          </p:nvPr>
        </p:nvSpPr>
        <p:spPr>
          <a:xfrm>
            <a:off x="9204960" y="1484355"/>
            <a:ext cx="2377440" cy="4918395"/>
          </a:xfrm>
          <a:prstGeom prst="rect">
            <a:avLst/>
          </a:prstGeom>
          <a:noFill/>
          <a:ln w="19050" cap="flat" cmpd="sng">
            <a:solidFill>
              <a:srgbClr val="222160"/>
            </a:solidFill>
            <a:prstDash val="solid"/>
            <a:round/>
            <a:headEnd type="none" w="sm" len="sm"/>
            <a:tailEnd type="none" w="sm" len="sm"/>
          </a:ln>
        </p:spPr>
        <p:txBody>
          <a:bodyPr spcFirstLastPara="1" wrap="square" lIns="91425" tIns="45700" rIns="91425" bIns="45700" anchor="t" anchorCtr="0">
            <a:normAutofit/>
          </a:bodyPr>
          <a:lstStyle>
            <a:lvl1pPr marL="342900" lvl="0" indent="-171450" algn="l">
              <a:lnSpc>
                <a:spcPct val="150000"/>
              </a:lnSpc>
              <a:spcBef>
                <a:spcPts val="0"/>
              </a:spcBef>
              <a:spcAft>
                <a:spcPts val="0"/>
              </a:spcAft>
              <a:buSzPts val="1400"/>
              <a:buNone/>
              <a:defRPr sz="1800" b="0">
                <a:solidFill>
                  <a:srgbClr val="222160"/>
                </a:solidFill>
              </a:defRPr>
            </a:lvl1pPr>
            <a:lvl2pPr marL="685800" lvl="1" indent="-171450" algn="l">
              <a:lnSpc>
                <a:spcPct val="100000"/>
              </a:lnSpc>
              <a:spcBef>
                <a:spcPts val="270"/>
              </a:spcBef>
              <a:spcAft>
                <a:spcPts val="0"/>
              </a:spcAft>
              <a:buSzPts val="1400"/>
              <a:buNone/>
              <a:defRPr sz="1350">
                <a:solidFill>
                  <a:srgbClr val="888888"/>
                </a:solidFill>
              </a:defRPr>
            </a:lvl2pPr>
            <a:lvl3pPr marL="1028700" lvl="2" indent="-171450" algn="l">
              <a:lnSpc>
                <a:spcPct val="110000"/>
              </a:lnSpc>
              <a:spcBef>
                <a:spcPts val="600"/>
              </a:spcBef>
              <a:spcAft>
                <a:spcPts val="0"/>
              </a:spcAft>
              <a:buSzPts val="1400"/>
              <a:buNone/>
              <a:defRPr sz="1200">
                <a:solidFill>
                  <a:srgbClr val="888888"/>
                </a:solidFill>
              </a:defRPr>
            </a:lvl3pPr>
            <a:lvl4pPr marL="1371600" lvl="3" indent="-171450" algn="l">
              <a:lnSpc>
                <a:spcPct val="110000"/>
              </a:lnSpc>
              <a:spcBef>
                <a:spcPts val="240"/>
              </a:spcBef>
              <a:spcAft>
                <a:spcPts val="0"/>
              </a:spcAft>
              <a:buSzPts val="1600"/>
              <a:buNone/>
              <a:defRPr sz="1050">
                <a:solidFill>
                  <a:srgbClr val="888888"/>
                </a:solidFill>
              </a:defRPr>
            </a:lvl4pPr>
            <a:lvl5pPr marL="1714500" lvl="4" indent="-171450" algn="l">
              <a:lnSpc>
                <a:spcPct val="100000"/>
              </a:lnSpc>
              <a:spcBef>
                <a:spcPts val="800"/>
              </a:spcBef>
              <a:spcAft>
                <a:spcPts val="0"/>
              </a:spcAft>
              <a:buSzPts val="1800"/>
              <a:buNone/>
              <a:defRPr sz="1050">
                <a:solidFill>
                  <a:srgbClr val="888888"/>
                </a:solidFill>
              </a:defRPr>
            </a:lvl5pPr>
            <a:lvl6pPr marL="2057400" lvl="5" indent="-171450" algn="l">
              <a:lnSpc>
                <a:spcPct val="100000"/>
              </a:lnSpc>
              <a:spcBef>
                <a:spcPts val="400"/>
              </a:spcBef>
              <a:spcAft>
                <a:spcPts val="0"/>
              </a:spcAft>
              <a:buSzPts val="2667"/>
              <a:buNone/>
              <a:defRPr sz="1050">
                <a:solidFill>
                  <a:srgbClr val="888888"/>
                </a:solidFill>
              </a:defRPr>
            </a:lvl6pPr>
            <a:lvl7pPr marL="2400300" lvl="6" indent="-171450" algn="l">
              <a:lnSpc>
                <a:spcPct val="100000"/>
              </a:lnSpc>
              <a:spcBef>
                <a:spcPts val="400"/>
              </a:spcBef>
              <a:spcAft>
                <a:spcPts val="0"/>
              </a:spcAft>
              <a:buSzPts val="2667"/>
              <a:buNone/>
              <a:defRPr sz="1050">
                <a:solidFill>
                  <a:srgbClr val="888888"/>
                </a:solidFill>
              </a:defRPr>
            </a:lvl7pPr>
            <a:lvl8pPr marL="2743200" lvl="7" indent="-171450" algn="l">
              <a:lnSpc>
                <a:spcPct val="100000"/>
              </a:lnSpc>
              <a:spcBef>
                <a:spcPts val="400"/>
              </a:spcBef>
              <a:spcAft>
                <a:spcPts val="0"/>
              </a:spcAft>
              <a:buSzPts val="2667"/>
              <a:buNone/>
              <a:defRPr sz="1050">
                <a:solidFill>
                  <a:srgbClr val="888888"/>
                </a:solidFill>
              </a:defRPr>
            </a:lvl8pPr>
            <a:lvl9pPr marL="3086100" lvl="8" indent="-171450" algn="l">
              <a:lnSpc>
                <a:spcPct val="100000"/>
              </a:lnSpc>
              <a:spcBef>
                <a:spcPts val="400"/>
              </a:spcBef>
              <a:spcAft>
                <a:spcPts val="0"/>
              </a:spcAft>
              <a:buSzPts val="2667"/>
              <a:buNone/>
              <a:defRPr sz="1050">
                <a:solidFill>
                  <a:srgbClr val="888888"/>
                </a:solidFill>
              </a:defRPr>
            </a:lvl9pPr>
          </a:lstStyle>
          <a:p>
            <a:endParaRPr/>
          </a:p>
        </p:txBody>
      </p:sp>
      <p:sp>
        <p:nvSpPr>
          <p:cNvPr id="38" name="Google Shape;38;p42"/>
          <p:cNvSpPr txBox="1">
            <a:spLocks noGrp="1"/>
          </p:cNvSpPr>
          <p:nvPr>
            <p:ph type="sldNum" idx="12"/>
          </p:nvPr>
        </p:nvSpPr>
        <p:spPr>
          <a:xfrm>
            <a:off x="5878048" y="6605589"/>
            <a:ext cx="435904" cy="2524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1pPr>
            <a:lvl2pPr marL="0" marR="0" lvl="1"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2pPr>
            <a:lvl3pPr marL="0" marR="0" lvl="2"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3pPr>
            <a:lvl4pPr marL="0" marR="0" lvl="3"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4pPr>
            <a:lvl5pPr marL="0" marR="0" lvl="4"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5pPr>
            <a:lvl6pPr marL="0" marR="0" lvl="5"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6pPr>
            <a:lvl7pPr marL="0" marR="0" lvl="6"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7pPr>
            <a:lvl8pPr marL="0" marR="0" lvl="7"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8pPr>
            <a:lvl9pPr marL="0" marR="0" lvl="8"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9pPr>
          </a:lstStyle>
          <a:p>
            <a:fld id="{B6F15528-21DE-4FAA-801E-634DDDAF4B2B}" type="slidenum">
              <a:rPr lang="en-US" smtClean="0"/>
              <a:t>‹#›</a:t>
            </a:fld>
            <a:endParaRPr lang="en-US"/>
          </a:p>
        </p:txBody>
      </p:sp>
    </p:spTree>
    <p:extLst>
      <p:ext uri="{BB962C8B-B14F-4D97-AF65-F5344CB8AC3E}">
        <p14:creationId xmlns:p14="http://schemas.microsoft.com/office/powerpoint/2010/main" val="2849568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_table_option 5">
  <p:cSld name="Content_table_option 5">
    <p:bg>
      <p:bgPr>
        <a:solidFill>
          <a:srgbClr val="F1F2EF"/>
        </a:solidFill>
        <a:effectLst/>
      </p:bgPr>
    </p:bg>
    <p:spTree>
      <p:nvGrpSpPr>
        <p:cNvPr id="1" name="Shape 39"/>
        <p:cNvGrpSpPr/>
        <p:nvPr/>
      </p:nvGrpSpPr>
      <p:grpSpPr>
        <a:xfrm>
          <a:off x="0" y="0"/>
          <a:ext cx="0" cy="0"/>
          <a:chOff x="0" y="0"/>
          <a:chExt cx="0" cy="0"/>
        </a:xfrm>
      </p:grpSpPr>
      <p:sp>
        <p:nvSpPr>
          <p:cNvPr id="40" name="Google Shape;40;p43"/>
          <p:cNvSpPr/>
          <p:nvPr/>
        </p:nvSpPr>
        <p:spPr>
          <a:xfrm>
            <a:off x="0" y="0"/>
            <a:ext cx="12192000" cy="6858000"/>
          </a:xfrm>
          <a:prstGeom prst="rect">
            <a:avLst/>
          </a:prstGeom>
          <a:solidFill>
            <a:srgbClr val="F1F2EF"/>
          </a:solidFill>
          <a:ln>
            <a:noFill/>
          </a:ln>
          <a:effectLst>
            <a:outerShdw blurRad="40000" dist="23000" dir="5400000" rotWithShape="0">
              <a:srgbClr val="000000">
                <a:alpha val="34509"/>
              </a:srgbClr>
            </a:outerShdw>
          </a:effectLst>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Calibri"/>
              <a:ea typeface="Calibri"/>
              <a:cs typeface="Calibri"/>
              <a:sym typeface="Calibri"/>
            </a:endParaRPr>
          </a:p>
        </p:txBody>
      </p:sp>
      <p:pic>
        <p:nvPicPr>
          <p:cNvPr id="41" name="Google Shape;41;p43"/>
          <p:cNvPicPr preferRelativeResize="0"/>
          <p:nvPr/>
        </p:nvPicPr>
        <p:blipFill rotWithShape="1">
          <a:blip r:embed="rId2">
            <a:alphaModFix/>
          </a:blip>
          <a:srcRect/>
          <a:stretch/>
        </p:blipFill>
        <p:spPr>
          <a:xfrm>
            <a:off x="0" y="6655620"/>
            <a:ext cx="12192000" cy="202383"/>
          </a:xfrm>
          <a:prstGeom prst="rect">
            <a:avLst/>
          </a:prstGeom>
          <a:noFill/>
          <a:ln>
            <a:noFill/>
          </a:ln>
        </p:spPr>
      </p:pic>
      <p:sp>
        <p:nvSpPr>
          <p:cNvPr id="42" name="Google Shape;42;p43"/>
          <p:cNvSpPr txBox="1">
            <a:spLocks noGrp="1"/>
          </p:cNvSpPr>
          <p:nvPr>
            <p:ph type="body" idx="1"/>
          </p:nvPr>
        </p:nvSpPr>
        <p:spPr>
          <a:xfrm>
            <a:off x="609601" y="282481"/>
            <a:ext cx="9922932" cy="872067"/>
          </a:xfrm>
          <a:prstGeom prst="rect">
            <a:avLst/>
          </a:prstGeom>
          <a:noFill/>
          <a:ln w="19050" cap="flat" cmpd="sng">
            <a:solidFill>
              <a:srgbClr val="222160"/>
            </a:solidFill>
            <a:prstDash val="solid"/>
            <a:round/>
            <a:headEnd type="none" w="sm" len="sm"/>
            <a:tailEnd type="none" w="sm" len="sm"/>
          </a:ln>
        </p:spPr>
        <p:txBody>
          <a:bodyPr spcFirstLastPara="1" wrap="square" lIns="91425" tIns="45700" rIns="91425" bIns="45700" anchor="ctr" anchorCtr="0">
            <a:noAutofit/>
          </a:bodyPr>
          <a:lstStyle>
            <a:lvl1pPr marL="342900" lvl="0" indent="-171450" algn="l">
              <a:lnSpc>
                <a:spcPct val="100000"/>
              </a:lnSpc>
              <a:spcBef>
                <a:spcPts val="0"/>
              </a:spcBef>
              <a:spcAft>
                <a:spcPts val="0"/>
              </a:spcAft>
              <a:buSzPts val="1400"/>
              <a:buNone/>
              <a:defRPr sz="2700">
                <a:solidFill>
                  <a:srgbClr val="222160"/>
                </a:solidFill>
              </a:defRPr>
            </a:lvl1pPr>
            <a:lvl2pPr marL="685800" lvl="1" indent="-171450" algn="l">
              <a:lnSpc>
                <a:spcPct val="100000"/>
              </a:lnSpc>
              <a:spcBef>
                <a:spcPts val="270"/>
              </a:spcBef>
              <a:spcAft>
                <a:spcPts val="0"/>
              </a:spcAft>
              <a:buSzPts val="1400"/>
              <a:buNone/>
              <a:defRPr/>
            </a:lvl2pPr>
            <a:lvl3pPr marL="1028700" lvl="2" indent="-171450" algn="l">
              <a:lnSpc>
                <a:spcPct val="110000"/>
              </a:lnSpc>
              <a:spcBef>
                <a:spcPts val="600"/>
              </a:spcBef>
              <a:spcAft>
                <a:spcPts val="0"/>
              </a:spcAft>
              <a:buSzPts val="1400"/>
              <a:buNone/>
              <a:defRPr/>
            </a:lvl3pPr>
            <a:lvl4pPr marL="1371600" lvl="3" indent="-257175" algn="l">
              <a:lnSpc>
                <a:spcPct val="110000"/>
              </a:lnSpc>
              <a:spcBef>
                <a:spcPts val="270"/>
              </a:spcBef>
              <a:spcAft>
                <a:spcPts val="0"/>
              </a:spcAft>
              <a:buSzPts val="1800"/>
              <a:buChar char="▪"/>
              <a:defRPr/>
            </a:lvl4pPr>
            <a:lvl5pPr marL="1714500" lvl="4" indent="-257175" algn="l">
              <a:lnSpc>
                <a:spcPct val="100000"/>
              </a:lnSpc>
              <a:spcBef>
                <a:spcPts val="800"/>
              </a:spcBef>
              <a:spcAft>
                <a:spcPts val="0"/>
              </a:spcAft>
              <a:buClr>
                <a:schemeClr val="dk1"/>
              </a:buClr>
              <a:buSzPts val="1800"/>
              <a:buChar char="»"/>
              <a:defRPr/>
            </a:lvl5pPr>
            <a:lvl6pPr marL="2057400" lvl="5" indent="-257175" algn="l">
              <a:lnSpc>
                <a:spcPct val="100000"/>
              </a:lnSpc>
              <a:spcBef>
                <a:spcPts val="270"/>
              </a:spcBef>
              <a:spcAft>
                <a:spcPts val="0"/>
              </a:spcAft>
              <a:buClr>
                <a:schemeClr val="dk1"/>
              </a:buClr>
              <a:buSzPts val="1800"/>
              <a:buChar char="•"/>
              <a:defRPr/>
            </a:lvl6pPr>
            <a:lvl7pPr marL="2400300" lvl="6" indent="-257175" algn="l">
              <a:lnSpc>
                <a:spcPct val="100000"/>
              </a:lnSpc>
              <a:spcBef>
                <a:spcPts val="270"/>
              </a:spcBef>
              <a:spcAft>
                <a:spcPts val="0"/>
              </a:spcAft>
              <a:buClr>
                <a:schemeClr val="dk1"/>
              </a:buClr>
              <a:buSzPts val="1800"/>
              <a:buChar char="•"/>
              <a:defRPr/>
            </a:lvl7pPr>
            <a:lvl8pPr marL="2743200" lvl="7" indent="-257175" algn="l">
              <a:lnSpc>
                <a:spcPct val="100000"/>
              </a:lnSpc>
              <a:spcBef>
                <a:spcPts val="270"/>
              </a:spcBef>
              <a:spcAft>
                <a:spcPts val="0"/>
              </a:spcAft>
              <a:buClr>
                <a:schemeClr val="dk1"/>
              </a:buClr>
              <a:buSzPts val="1800"/>
              <a:buChar char="•"/>
              <a:defRPr/>
            </a:lvl8pPr>
            <a:lvl9pPr marL="3086100" lvl="8" indent="-257175" algn="l">
              <a:lnSpc>
                <a:spcPct val="100000"/>
              </a:lnSpc>
              <a:spcBef>
                <a:spcPts val="270"/>
              </a:spcBef>
              <a:spcAft>
                <a:spcPts val="0"/>
              </a:spcAft>
              <a:buClr>
                <a:schemeClr val="dk1"/>
              </a:buClr>
              <a:buSzPts val="1800"/>
              <a:buChar char="•"/>
              <a:defRPr/>
            </a:lvl9pPr>
          </a:lstStyle>
          <a:p>
            <a:endParaRPr/>
          </a:p>
        </p:txBody>
      </p:sp>
      <p:sp>
        <p:nvSpPr>
          <p:cNvPr id="43" name="Google Shape;43;p43"/>
          <p:cNvSpPr txBox="1">
            <a:spLocks noGrp="1"/>
          </p:cNvSpPr>
          <p:nvPr>
            <p:ph type="sldNum" idx="12"/>
          </p:nvPr>
        </p:nvSpPr>
        <p:spPr>
          <a:xfrm>
            <a:off x="5878048" y="6605589"/>
            <a:ext cx="435904" cy="2524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1pPr>
            <a:lvl2pPr marL="0" marR="0" lvl="1"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2pPr>
            <a:lvl3pPr marL="0" marR="0" lvl="2"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3pPr>
            <a:lvl4pPr marL="0" marR="0" lvl="3"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4pPr>
            <a:lvl5pPr marL="0" marR="0" lvl="4"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5pPr>
            <a:lvl6pPr marL="0" marR="0" lvl="5"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6pPr>
            <a:lvl7pPr marL="0" marR="0" lvl="6"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7pPr>
            <a:lvl8pPr marL="0" marR="0" lvl="7"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8pPr>
            <a:lvl9pPr marL="0" marR="0" lvl="8" indent="0" algn="l" rtl="0">
              <a:lnSpc>
                <a:spcPct val="100000"/>
              </a:lnSpc>
              <a:spcBef>
                <a:spcPts val="0"/>
              </a:spcBef>
              <a:spcAft>
                <a:spcPts val="0"/>
              </a:spcAft>
              <a:buNone/>
              <a:defRPr sz="1050" b="0" i="0" u="none" strike="noStrike" cap="none">
                <a:solidFill>
                  <a:schemeClr val="lt1"/>
                </a:solidFill>
                <a:latin typeface="Arial"/>
                <a:ea typeface="Arial"/>
                <a:cs typeface="Arial"/>
                <a:sym typeface="Arial"/>
              </a:defRPr>
            </a:lvl9pPr>
          </a:lstStyle>
          <a:p>
            <a:fld id="{B6F15528-21DE-4FAA-801E-634DDDAF4B2B}" type="slidenum">
              <a:rPr lang="en-US" smtClean="0"/>
              <a:t>‹#›</a:t>
            </a:fld>
            <a:endParaRPr lang="en-US"/>
          </a:p>
        </p:txBody>
      </p:sp>
      <p:pic>
        <p:nvPicPr>
          <p:cNvPr id="44" name="Google Shape;44;p43"/>
          <p:cNvPicPr preferRelativeResize="0"/>
          <p:nvPr/>
        </p:nvPicPr>
        <p:blipFill rotWithShape="1">
          <a:blip r:embed="rId3">
            <a:alphaModFix/>
          </a:blip>
          <a:srcRect/>
          <a:stretch/>
        </p:blipFill>
        <p:spPr>
          <a:xfrm>
            <a:off x="10706810" y="282481"/>
            <a:ext cx="875591" cy="854855"/>
          </a:xfrm>
          <a:prstGeom prst="rect">
            <a:avLst/>
          </a:prstGeom>
          <a:noFill/>
          <a:ln>
            <a:noFill/>
          </a:ln>
        </p:spPr>
      </p:pic>
    </p:spTree>
    <p:extLst>
      <p:ext uri="{BB962C8B-B14F-4D97-AF65-F5344CB8AC3E}">
        <p14:creationId xmlns:p14="http://schemas.microsoft.com/office/powerpoint/2010/main" val="3319905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Custom Layout">
  <p:cSld name="1_Custom Layout">
    <p:bg>
      <p:bgPr>
        <a:solidFill>
          <a:srgbClr val="F1F2EF"/>
        </a:solidFill>
        <a:effectLst/>
      </p:bgPr>
    </p:bg>
    <p:spTree>
      <p:nvGrpSpPr>
        <p:cNvPr id="1" name="Shape 45"/>
        <p:cNvGrpSpPr/>
        <p:nvPr/>
      </p:nvGrpSpPr>
      <p:grpSpPr>
        <a:xfrm>
          <a:off x="0" y="0"/>
          <a:ext cx="0" cy="0"/>
          <a:chOff x="0" y="0"/>
          <a:chExt cx="0" cy="0"/>
        </a:xfrm>
      </p:grpSpPr>
      <p:sp>
        <p:nvSpPr>
          <p:cNvPr id="46" name="Google Shape;46;p44"/>
          <p:cNvSpPr txBox="1">
            <a:spLocks noGrp="1"/>
          </p:cNvSpPr>
          <p:nvPr>
            <p:ph type="title"/>
          </p:nvPr>
        </p:nvSpPr>
        <p:spPr>
          <a:xfrm>
            <a:off x="454560" y="347136"/>
            <a:ext cx="10972800" cy="872067"/>
          </a:xfrm>
          <a:prstGeom prst="rect">
            <a:avLst/>
          </a:prstGeom>
          <a:noFill/>
          <a:ln>
            <a:noFill/>
          </a:ln>
        </p:spPr>
        <p:txBody>
          <a:bodyPr spcFirstLastPara="1" wrap="square" lIns="91425" tIns="45700" rIns="91425" bIns="45700" anchor="t" anchorCtr="0">
            <a:noAutofit/>
          </a:bodyPr>
          <a:lstStyle>
            <a:lvl1pPr lvl="0" algn="l">
              <a:lnSpc>
                <a:spcPct val="222222"/>
              </a:lnSpc>
              <a:spcBef>
                <a:spcPts val="0"/>
              </a:spcBef>
              <a:spcAft>
                <a:spcPts val="0"/>
              </a:spcAft>
              <a:buSzPts val="1400"/>
              <a:buNone/>
              <a:defRPr/>
            </a:lvl1pPr>
            <a:lvl2pPr lvl="1" algn="l">
              <a:lnSpc>
                <a:spcPct val="222222"/>
              </a:lnSpc>
              <a:spcBef>
                <a:spcPts val="0"/>
              </a:spcBef>
              <a:spcAft>
                <a:spcPts val="0"/>
              </a:spcAft>
              <a:buSzPts val="1400"/>
              <a:buNone/>
              <a:defRPr/>
            </a:lvl2pPr>
            <a:lvl3pPr lvl="2" algn="l">
              <a:lnSpc>
                <a:spcPct val="222222"/>
              </a:lnSpc>
              <a:spcBef>
                <a:spcPts val="0"/>
              </a:spcBef>
              <a:spcAft>
                <a:spcPts val="0"/>
              </a:spcAft>
              <a:buSzPts val="1400"/>
              <a:buNone/>
              <a:defRPr/>
            </a:lvl3pPr>
            <a:lvl4pPr lvl="3" algn="l">
              <a:lnSpc>
                <a:spcPct val="222222"/>
              </a:lnSpc>
              <a:spcBef>
                <a:spcPts val="0"/>
              </a:spcBef>
              <a:spcAft>
                <a:spcPts val="0"/>
              </a:spcAft>
              <a:buSzPts val="1400"/>
              <a:buNone/>
              <a:defRPr/>
            </a:lvl4pPr>
            <a:lvl5pPr lvl="4" algn="l">
              <a:lnSpc>
                <a:spcPct val="222222"/>
              </a:lnSpc>
              <a:spcBef>
                <a:spcPts val="0"/>
              </a:spcBef>
              <a:spcAft>
                <a:spcPts val="0"/>
              </a:spcAft>
              <a:buSzPts val="1400"/>
              <a:buNone/>
              <a:defRPr/>
            </a:lvl5pPr>
            <a:lvl6pPr lvl="5" algn="l">
              <a:lnSpc>
                <a:spcPct val="222222"/>
              </a:lnSpc>
              <a:spcBef>
                <a:spcPts val="0"/>
              </a:spcBef>
              <a:spcAft>
                <a:spcPts val="0"/>
              </a:spcAft>
              <a:buSzPts val="1400"/>
              <a:buNone/>
              <a:defRPr/>
            </a:lvl6pPr>
            <a:lvl7pPr lvl="6" algn="l">
              <a:lnSpc>
                <a:spcPct val="222222"/>
              </a:lnSpc>
              <a:spcBef>
                <a:spcPts val="0"/>
              </a:spcBef>
              <a:spcAft>
                <a:spcPts val="0"/>
              </a:spcAft>
              <a:buSzPts val="1400"/>
              <a:buNone/>
              <a:defRPr/>
            </a:lvl7pPr>
            <a:lvl8pPr lvl="7" algn="l">
              <a:lnSpc>
                <a:spcPct val="222222"/>
              </a:lnSpc>
              <a:spcBef>
                <a:spcPts val="0"/>
              </a:spcBef>
              <a:spcAft>
                <a:spcPts val="0"/>
              </a:spcAft>
              <a:buSzPts val="1400"/>
              <a:buNone/>
              <a:defRPr/>
            </a:lvl8pPr>
            <a:lvl9pPr lvl="8" algn="l">
              <a:lnSpc>
                <a:spcPct val="222222"/>
              </a:lnSpc>
              <a:spcBef>
                <a:spcPts val="0"/>
              </a:spcBef>
              <a:spcAft>
                <a:spcPts val="0"/>
              </a:spcAft>
              <a:buSzPts val="1400"/>
              <a:buNone/>
              <a:defRPr/>
            </a:lvl9pPr>
          </a:lstStyle>
          <a:p>
            <a:endParaRPr/>
          </a:p>
        </p:txBody>
      </p:sp>
    </p:spTree>
    <p:extLst>
      <p:ext uri="{BB962C8B-B14F-4D97-AF65-F5344CB8AC3E}">
        <p14:creationId xmlns:p14="http://schemas.microsoft.com/office/powerpoint/2010/main" val="11224164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D2523B"/>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800" b="0" i="0">
                <a:solidFill>
                  <a:srgbClr val="282833"/>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7/15/2024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34648088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B6F15528-21DE-4FAA-801E-634DDDAF4B2B}" type="slidenum">
              <a:rPr lang="en-US" smtClean="0"/>
              <a:t>‹#›</a:t>
            </a:fld>
            <a:endParaRPr lang="en-US"/>
          </a:p>
        </p:txBody>
      </p:sp>
    </p:spTree>
    <p:extLst>
      <p:ext uri="{BB962C8B-B14F-4D97-AF65-F5344CB8AC3E}">
        <p14:creationId xmlns:p14="http://schemas.microsoft.com/office/powerpoint/2010/main" val="2907173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D2523B"/>
                </a:solidFill>
                <a:latin typeface="Arial"/>
                <a:cs typeface="Arial"/>
              </a:defRPr>
            </a:lvl1pPr>
          </a:lstStyle>
          <a:p>
            <a:endParaRPr/>
          </a:p>
        </p:txBody>
      </p:sp>
      <p:sp>
        <p:nvSpPr>
          <p:cNvPr id="3" name="Holder 3"/>
          <p:cNvSpPr>
            <a:spLocks noGrp="1"/>
          </p:cNvSpPr>
          <p:nvPr>
            <p:ph sz="half" idx="2"/>
          </p:nvPr>
        </p:nvSpPr>
        <p:spPr>
          <a:xfrm>
            <a:off x="609600" y="1577340"/>
            <a:ext cx="5303520" cy="43088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3088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7/15/2024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9993749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D2523B"/>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7/15/2024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8840893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7/15/2024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09272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image" Target="../media/image2.png"/><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theme" Target="../theme/theme2.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365760"/>
          </a:xfrm>
          <a:custGeom>
            <a:avLst/>
            <a:gdLst/>
            <a:ahLst/>
            <a:cxnLst/>
            <a:rect l="l" t="t" r="r" b="b"/>
            <a:pathLst>
              <a:path w="9144000" h="365760">
                <a:moveTo>
                  <a:pt x="9144000" y="365759"/>
                </a:moveTo>
                <a:lnTo>
                  <a:pt x="9144000" y="0"/>
                </a:lnTo>
                <a:lnTo>
                  <a:pt x="0" y="0"/>
                </a:lnTo>
                <a:lnTo>
                  <a:pt x="0" y="365759"/>
                </a:lnTo>
                <a:lnTo>
                  <a:pt x="9144000" y="365759"/>
                </a:lnTo>
                <a:close/>
              </a:path>
            </a:pathLst>
          </a:custGeom>
          <a:solidFill>
            <a:srgbClr val="92A198"/>
          </a:solidFill>
        </p:spPr>
        <p:txBody>
          <a:bodyPr wrap="square" lIns="0" tIns="0" rIns="0" bIns="0" rtlCol="0"/>
          <a:lstStyle/>
          <a:p>
            <a:endParaRPr/>
          </a:p>
        </p:txBody>
      </p:sp>
      <p:sp>
        <p:nvSpPr>
          <p:cNvPr id="2" name="Holder 2"/>
          <p:cNvSpPr>
            <a:spLocks noGrp="1"/>
          </p:cNvSpPr>
          <p:nvPr>
            <p:ph type="title"/>
          </p:nvPr>
        </p:nvSpPr>
        <p:spPr>
          <a:xfrm>
            <a:off x="714587" y="728726"/>
            <a:ext cx="10668845" cy="615553"/>
          </a:xfrm>
          <a:prstGeom prst="rect">
            <a:avLst/>
          </a:prstGeom>
        </p:spPr>
        <p:txBody>
          <a:bodyPr wrap="square" lIns="0" tIns="0" rIns="0" bIns="0">
            <a:spAutoFit/>
          </a:bodyPr>
          <a:lstStyle>
            <a:lvl1pPr>
              <a:defRPr sz="4000" b="0" i="0">
                <a:solidFill>
                  <a:srgbClr val="D2523B"/>
                </a:solidFill>
                <a:latin typeface="Arial"/>
                <a:cs typeface="Arial"/>
              </a:defRPr>
            </a:lvl1pPr>
          </a:lstStyle>
          <a:p>
            <a:endParaRPr/>
          </a:p>
        </p:txBody>
      </p:sp>
      <p:sp>
        <p:nvSpPr>
          <p:cNvPr id="3" name="Holder 3"/>
          <p:cNvSpPr>
            <a:spLocks noGrp="1"/>
          </p:cNvSpPr>
          <p:nvPr>
            <p:ph type="body" idx="1"/>
          </p:nvPr>
        </p:nvSpPr>
        <p:spPr>
          <a:xfrm>
            <a:off x="440267" y="1579881"/>
            <a:ext cx="6797040" cy="430887"/>
          </a:xfrm>
          <a:prstGeom prst="rect">
            <a:avLst/>
          </a:prstGeom>
        </p:spPr>
        <p:txBody>
          <a:bodyPr wrap="square" lIns="0" tIns="0" rIns="0" bIns="0">
            <a:spAutoFit/>
          </a:bodyPr>
          <a:lstStyle>
            <a:lvl1pPr>
              <a:defRPr sz="2800" b="0" i="0">
                <a:solidFill>
                  <a:srgbClr val="282833"/>
                </a:solidFill>
                <a:latin typeface="Arial"/>
                <a:cs typeface="Arial"/>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lang="en-US"/>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smtClean="0"/>
              <a:t>7/15/2024</a:t>
            </a:fld>
            <a:endParaRPr lang="en-US"/>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smtClean="0"/>
              <a:t>‹#›</a:t>
            </a:fld>
            <a:endParaRPr lang="en-US"/>
          </a:p>
        </p:txBody>
      </p:sp>
      <p:sp>
        <p:nvSpPr>
          <p:cNvPr id="8" name="Hộp Văn bản 7">
            <a:extLst>
              <a:ext uri="{FF2B5EF4-FFF2-40B4-BE49-F238E27FC236}">
                <a16:creationId xmlns:a16="http://schemas.microsoft.com/office/drawing/2014/main" id="{666B39BB-811B-B5A5-B9AB-06F49F4155D2}"/>
              </a:ext>
            </a:extLst>
          </p:cNvPr>
          <p:cNvSpPr txBox="1"/>
          <p:nvPr>
            <p:extLst>
              <p:ext uri="{1162E1C5-73C7-4A58-AE30-91384D911F3F}">
                <p184:classification xmlns:p184="http://schemas.microsoft.com/office/powerpoint/2018/4/main" val="hdr"/>
              </p:ext>
            </p:extLst>
          </p:nvPr>
        </p:nvSpPr>
        <p:spPr>
          <a:xfrm>
            <a:off x="4949783" y="190500"/>
            <a:ext cx="2338917" cy="182880"/>
          </a:xfrm>
          <a:prstGeom prst="rect">
            <a:avLst/>
          </a:prstGeom>
        </p:spPr>
        <p:txBody>
          <a:bodyPr horzOverflow="overflow" lIns="0" tIns="0" rIns="0" bIns="0">
            <a:spAutoFit/>
          </a:bodyPr>
          <a:lstStyle/>
          <a:p>
            <a:pPr algn="l"/>
            <a:r>
              <a:rPr lang="en-US" sz="1200">
                <a:solidFill>
                  <a:srgbClr val="EEDC00"/>
                </a:solidFill>
                <a:latin typeface="Calibri" panose="020F0502020204030204" pitchFamily="34" charset="0"/>
                <a:ea typeface="Calibri" panose="020F0502020204030204" pitchFamily="34" charset="0"/>
                <a:cs typeface="Calibri" panose="020F0502020204030204" pitchFamily="34" charset="0"/>
              </a:rPr>
              <a:t>RMIT Classification: Trusted</a:t>
            </a:r>
          </a:p>
        </p:txBody>
      </p:sp>
      <p:sp>
        <p:nvSpPr>
          <p:cNvPr id="7" name="Hộp Văn bản 6">
            <a:extLst>
              <a:ext uri="{FF2B5EF4-FFF2-40B4-BE49-F238E27FC236}">
                <a16:creationId xmlns:a16="http://schemas.microsoft.com/office/drawing/2014/main" id="{CCF2D1E2-8027-A94F-1DEA-35E50C3823F2}"/>
              </a:ext>
            </a:extLst>
          </p:cNvPr>
          <p:cNvSpPr txBox="1"/>
          <p:nvPr userDrawn="1">
            <p:extLst>
              <p:ext uri="{1162E1C5-73C7-4A58-AE30-91384D911F3F}">
                <p184:classification xmlns:p184="http://schemas.microsoft.com/office/powerpoint/2018/4/main" val="hdr"/>
              </p:ext>
            </p:extLst>
          </p:nvPr>
        </p:nvSpPr>
        <p:spPr>
          <a:xfrm>
            <a:off x="5236337" y="190500"/>
            <a:ext cx="1754188" cy="182880"/>
          </a:xfrm>
          <a:prstGeom prst="rect">
            <a:avLst/>
          </a:prstGeom>
        </p:spPr>
        <p:txBody>
          <a:bodyPr horzOverflow="overflow" lIns="0" tIns="0" rIns="0" bIns="0">
            <a:spAutoFit/>
          </a:bodyPr>
          <a:lstStyle/>
          <a:p>
            <a:pPr algn="l"/>
            <a:r>
              <a:rPr lang="en-US" sz="1200">
                <a:solidFill>
                  <a:srgbClr val="EEDC00"/>
                </a:solidFill>
                <a:latin typeface="Calibri" panose="020F0502020204030204" pitchFamily="34" charset="0"/>
                <a:ea typeface="Calibri" panose="020F0502020204030204" pitchFamily="34" charset="0"/>
                <a:cs typeface="Calibri" panose="020F0502020204030204" pitchFamily="34" charset="0"/>
              </a:rPr>
              <a:t>RMIT Classification: Trusted</a:t>
            </a:r>
          </a:p>
        </p:txBody>
      </p:sp>
    </p:spTree>
    <p:extLst>
      <p:ext uri="{BB962C8B-B14F-4D97-AF65-F5344CB8AC3E}">
        <p14:creationId xmlns:p14="http://schemas.microsoft.com/office/powerpoint/2010/main" val="31446418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Shape 9"/>
        <p:cNvGrpSpPr/>
        <p:nvPr/>
      </p:nvGrpSpPr>
      <p:grpSpPr>
        <a:xfrm>
          <a:off x="0" y="0"/>
          <a:ext cx="0" cy="0"/>
          <a:chOff x="0" y="0"/>
          <a:chExt cx="0" cy="0"/>
        </a:xfrm>
      </p:grpSpPr>
      <p:sp>
        <p:nvSpPr>
          <p:cNvPr id="10" name="Google Shape;10;p39"/>
          <p:cNvSpPr txBox="1">
            <a:spLocks noGrp="1"/>
          </p:cNvSpPr>
          <p:nvPr>
            <p:ph type="title"/>
          </p:nvPr>
        </p:nvSpPr>
        <p:spPr>
          <a:xfrm>
            <a:off x="454560" y="347136"/>
            <a:ext cx="10972800" cy="87206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1" name="Google Shape;11;p39"/>
          <p:cNvSpPr txBox="1">
            <a:spLocks noGrp="1"/>
          </p:cNvSpPr>
          <p:nvPr>
            <p:ph type="body" idx="1"/>
          </p:nvPr>
        </p:nvSpPr>
        <p:spPr>
          <a:xfrm>
            <a:off x="454560" y="1600204"/>
            <a:ext cx="10972800" cy="452543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93"/>
              </a:spcBef>
              <a:spcAft>
                <a:spcPts val="0"/>
              </a:spcAft>
              <a:buClr>
                <a:srgbClr val="000000"/>
              </a:buClr>
              <a:buSzPts val="1400"/>
              <a:buFont typeface="Arial"/>
              <a:buNone/>
              <a:defRPr sz="3466" b="1" i="0" u="none" strike="noStrike" cap="none">
                <a:solidFill>
                  <a:schemeClr val="dk1"/>
                </a:solidFill>
                <a:latin typeface="Arial"/>
                <a:ea typeface="Arial"/>
                <a:cs typeface="Arial"/>
                <a:sym typeface="Arial"/>
              </a:defRPr>
            </a:lvl1pPr>
            <a:lvl2pPr marL="914400" marR="0" lvl="1" indent="-228600" algn="l" rtl="0">
              <a:lnSpc>
                <a:spcPct val="100000"/>
              </a:lnSpc>
              <a:spcBef>
                <a:spcPts val="36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10000"/>
              </a:lnSpc>
              <a:spcBef>
                <a:spcPts val="80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L="1828800" marR="0" lvl="3" indent="-330200" algn="l" rtl="0">
              <a:lnSpc>
                <a:spcPct val="110000"/>
              </a:lnSpc>
              <a:spcBef>
                <a:spcPts val="320"/>
              </a:spcBef>
              <a:spcAft>
                <a:spcPts val="0"/>
              </a:spcAft>
              <a:buClr>
                <a:schemeClr val="dk2"/>
              </a:buClr>
              <a:buSzPts val="1600"/>
              <a:buFont typeface="Noto Sans Symbols"/>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1067"/>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97954" algn="l" rtl="0">
              <a:lnSpc>
                <a:spcPct val="100000"/>
              </a:lnSpc>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lnSpc>
                <a:spcPct val="100000"/>
              </a:lnSpc>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lnSpc>
                <a:spcPct val="100000"/>
              </a:lnSpc>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lnSpc>
                <a:spcPct val="100000"/>
              </a:lnSpc>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12" name="Google Shape;12;p39"/>
          <p:cNvPicPr preferRelativeResize="0"/>
          <p:nvPr/>
        </p:nvPicPr>
        <p:blipFill rotWithShape="1">
          <a:blip r:embed="rId12">
            <a:alphaModFix/>
          </a:blip>
          <a:srcRect/>
          <a:stretch/>
        </p:blipFill>
        <p:spPr>
          <a:xfrm>
            <a:off x="10282972" y="5812397"/>
            <a:ext cx="1692859" cy="759312"/>
          </a:xfrm>
          <a:prstGeom prst="rect">
            <a:avLst/>
          </a:prstGeom>
          <a:noFill/>
          <a:ln>
            <a:noFill/>
          </a:ln>
        </p:spPr>
      </p:pic>
      <p:sp>
        <p:nvSpPr>
          <p:cNvPr id="13" name="Google Shape;13;p39"/>
          <p:cNvSpPr/>
          <p:nvPr/>
        </p:nvSpPr>
        <p:spPr>
          <a:xfrm>
            <a:off x="0" y="6657657"/>
            <a:ext cx="12192000" cy="200347"/>
          </a:xfrm>
          <a:prstGeom prst="rect">
            <a:avLst/>
          </a:prstGeom>
          <a:solidFill>
            <a:schemeClr val="dk1"/>
          </a:solidFill>
          <a:ln>
            <a:noFill/>
          </a:ln>
          <a:effectLst>
            <a:outerShdw blurRad="40000" dist="23000" dir="5400000" rotWithShape="0">
              <a:srgbClr val="000000">
                <a:alpha val="34509"/>
              </a:srgbClr>
            </a:outerShdw>
          </a:effectLst>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Calibri"/>
              <a:ea typeface="Calibri"/>
              <a:cs typeface="Calibri"/>
              <a:sym typeface="Calibri"/>
            </a:endParaRPr>
          </a:p>
        </p:txBody>
      </p:sp>
      <p:sp>
        <p:nvSpPr>
          <p:cNvPr id="14" name="Google Shape;14;p39"/>
          <p:cNvSpPr/>
          <p:nvPr/>
        </p:nvSpPr>
        <p:spPr>
          <a:xfrm>
            <a:off x="5941171" y="6650105"/>
            <a:ext cx="309660" cy="215444"/>
          </a:xfrm>
          <a:prstGeom prst="rect">
            <a:avLst/>
          </a:prstGeom>
          <a:noFill/>
          <a:ln>
            <a:noFill/>
          </a:ln>
        </p:spPr>
        <p:txBody>
          <a:bodyPr spcFirstLastPara="1" wrap="square" lIns="68569" tIns="34275" rIns="68569" bIns="34275" anchor="t" anchorCtr="0">
            <a:noAutofit/>
          </a:bodyPr>
          <a:lstStyle/>
          <a:p>
            <a:pPr marL="0" marR="0" lvl="0" indent="0" algn="l" rtl="0">
              <a:lnSpc>
                <a:spcPct val="100000"/>
              </a:lnSpc>
              <a:spcBef>
                <a:spcPts val="0"/>
              </a:spcBef>
              <a:spcAft>
                <a:spcPts val="0"/>
              </a:spcAft>
              <a:buClr>
                <a:srgbClr val="000000"/>
              </a:buClr>
              <a:buSzPts val="800"/>
              <a:buFont typeface="Arial"/>
              <a:buNone/>
            </a:pPr>
            <a:fld id="{00000000-1234-1234-1234-123412341234}" type="slidenum">
              <a:rPr lang="en-US" sz="600" b="0" i="0" u="none" strike="noStrike" cap="none">
                <a:solidFill>
                  <a:schemeClr val="lt1"/>
                </a:solidFill>
                <a:latin typeface="Arial"/>
                <a:ea typeface="Arial"/>
                <a:cs typeface="Arial"/>
                <a:sym typeface="Arial"/>
              </a:rPr>
              <a:pPr marL="0" marR="0" lvl="0" indent="0" algn="l" rtl="0">
                <a:lnSpc>
                  <a:spcPct val="100000"/>
                </a:lnSpc>
                <a:spcBef>
                  <a:spcPts val="0"/>
                </a:spcBef>
                <a:spcAft>
                  <a:spcPts val="0"/>
                </a:spcAft>
                <a:buClr>
                  <a:srgbClr val="000000"/>
                </a:buClr>
                <a:buSzPts val="800"/>
                <a:buFont typeface="Arial"/>
                <a:buNone/>
              </a:pPr>
              <a:t>‹#›</a:t>
            </a:fld>
            <a:endParaRPr sz="600" b="0" i="0" u="none" strike="noStrike" cap="none">
              <a:solidFill>
                <a:schemeClr val="lt1"/>
              </a:solidFill>
              <a:latin typeface="Arial"/>
              <a:ea typeface="Arial"/>
              <a:cs typeface="Arial"/>
              <a:sym typeface="Arial"/>
            </a:endParaRPr>
          </a:p>
        </p:txBody>
      </p:sp>
      <p:sp>
        <p:nvSpPr>
          <p:cNvPr id="2" name="MSIPCMContentMarking" descr="{&quot;HashCode&quot;:-1910640812,&quot;Placement&quot;:&quot;Header&quot;,&quot;Top&quot;:0.0,&quot;Left&quot;:398.729126,&quot;SlideWidth&quot;:960,&quot;SlideHeight&quot;:540}">
            <a:extLst>
              <a:ext uri="{FF2B5EF4-FFF2-40B4-BE49-F238E27FC236}">
                <a16:creationId xmlns:a16="http://schemas.microsoft.com/office/drawing/2014/main" id="{CCEF70E9-5828-4D95-BCF6-E5144492AB46}"/>
              </a:ext>
            </a:extLst>
          </p:cNvPr>
          <p:cNvSpPr txBox="1"/>
          <p:nvPr/>
        </p:nvSpPr>
        <p:spPr>
          <a:xfrm>
            <a:off x="5063861" y="79015"/>
            <a:ext cx="2064281" cy="138499"/>
          </a:xfrm>
          <a:prstGeom prst="rect">
            <a:avLst/>
          </a:prstGeom>
          <a:noFill/>
        </p:spPr>
        <p:txBody>
          <a:bodyPr vert="horz" wrap="square" lIns="0" tIns="0" rIns="0" bIns="0" rtlCol="0" anchor="ctr" anchorCtr="1">
            <a:spAutoFit/>
          </a:bodyPr>
          <a:lstStyle/>
          <a:p>
            <a:pPr algn="ctr">
              <a:spcBef>
                <a:spcPts val="0"/>
              </a:spcBef>
              <a:spcAft>
                <a:spcPts val="0"/>
              </a:spcAft>
            </a:pPr>
            <a:r>
              <a:rPr lang="en-US" sz="900">
                <a:solidFill>
                  <a:srgbClr val="EEDC00"/>
                </a:solidFill>
                <a:latin typeface="Calibri" panose="020F0502020204030204" pitchFamily="34" charset="0"/>
              </a:rPr>
              <a:t>RMIT Classification: Trusted</a:t>
            </a:r>
          </a:p>
        </p:txBody>
      </p:sp>
      <p:sp>
        <p:nvSpPr>
          <p:cNvPr id="3" name="Hộp Văn bản 2">
            <a:extLst>
              <a:ext uri="{FF2B5EF4-FFF2-40B4-BE49-F238E27FC236}">
                <a16:creationId xmlns:a16="http://schemas.microsoft.com/office/drawing/2014/main" id="{649A030D-7E0C-0B7D-AB71-4D2BB82B0021}"/>
              </a:ext>
            </a:extLst>
          </p:cNvPr>
          <p:cNvSpPr txBox="1"/>
          <p:nvPr>
            <p:extLst>
              <p:ext uri="{1162E1C5-73C7-4A58-AE30-91384D911F3F}">
                <p184:classification xmlns:p184="http://schemas.microsoft.com/office/powerpoint/2018/4/main" val="hdr"/>
              </p:ext>
            </p:extLst>
          </p:nvPr>
        </p:nvSpPr>
        <p:spPr>
          <a:xfrm>
            <a:off x="4949783" y="190500"/>
            <a:ext cx="2338917" cy="182880"/>
          </a:xfrm>
          <a:prstGeom prst="rect">
            <a:avLst/>
          </a:prstGeom>
        </p:spPr>
        <p:txBody>
          <a:bodyPr horzOverflow="overflow" lIns="0" tIns="0" rIns="0" bIns="0">
            <a:spAutoFit/>
          </a:bodyPr>
          <a:lstStyle/>
          <a:p>
            <a:pPr algn="l"/>
            <a:r>
              <a:rPr lang="en-US" sz="1200">
                <a:solidFill>
                  <a:srgbClr val="EEDC00"/>
                </a:solidFill>
                <a:latin typeface="Calibri" panose="020F0502020204030204" pitchFamily="34" charset="0"/>
                <a:ea typeface="Calibri" panose="020F0502020204030204" pitchFamily="34" charset="0"/>
                <a:cs typeface="Calibri" panose="020F0502020204030204" pitchFamily="34" charset="0"/>
              </a:rPr>
              <a:t>RMIT Classification: Trusted</a:t>
            </a:r>
          </a:p>
        </p:txBody>
      </p:sp>
      <p:sp>
        <p:nvSpPr>
          <p:cNvPr id="4" name="Hộp Văn bản 3">
            <a:extLst>
              <a:ext uri="{FF2B5EF4-FFF2-40B4-BE49-F238E27FC236}">
                <a16:creationId xmlns:a16="http://schemas.microsoft.com/office/drawing/2014/main" id="{468B2F79-69B9-3F4F-515B-A4D155FE5E41}"/>
              </a:ext>
            </a:extLst>
          </p:cNvPr>
          <p:cNvSpPr txBox="1"/>
          <p:nvPr userDrawn="1">
            <p:extLst>
              <p:ext uri="{1162E1C5-73C7-4A58-AE30-91384D911F3F}">
                <p184:classification xmlns:p184="http://schemas.microsoft.com/office/powerpoint/2018/4/main" val="hdr"/>
              </p:ext>
            </p:extLst>
          </p:nvPr>
        </p:nvSpPr>
        <p:spPr>
          <a:xfrm>
            <a:off x="5236337" y="190500"/>
            <a:ext cx="1754188" cy="182880"/>
          </a:xfrm>
          <a:prstGeom prst="rect">
            <a:avLst/>
          </a:prstGeom>
        </p:spPr>
        <p:txBody>
          <a:bodyPr horzOverflow="overflow" lIns="0" tIns="0" rIns="0" bIns="0">
            <a:spAutoFit/>
          </a:bodyPr>
          <a:lstStyle/>
          <a:p>
            <a:pPr algn="l"/>
            <a:r>
              <a:rPr lang="en-US" sz="1200">
                <a:solidFill>
                  <a:srgbClr val="EEDC00"/>
                </a:solidFill>
                <a:latin typeface="Calibri" panose="020F0502020204030204" pitchFamily="34" charset="0"/>
                <a:ea typeface="Calibri" panose="020F0502020204030204" pitchFamily="34" charset="0"/>
                <a:cs typeface="Calibri" panose="020F0502020204030204" pitchFamily="34" charset="0"/>
              </a:rPr>
              <a:t>RMIT Classification: Trusted</a:t>
            </a:r>
          </a:p>
        </p:txBody>
      </p:sp>
    </p:spTree>
    <p:extLst>
      <p:ext uri="{BB962C8B-B14F-4D97-AF65-F5344CB8AC3E}">
        <p14:creationId xmlns:p14="http://schemas.microsoft.com/office/powerpoint/2010/main" val="4100279200"/>
      </p:ext>
    </p:extLst>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Lst>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slideLayout" Target="../slideLayouts/slideLayout13.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12.jpe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7.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7.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hemeOverride" Target="../theme/themeOverride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hemeOverride" Target="../theme/themeOverr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slideLayout" Target="../slideLayouts/slideLayout13.xml"/><Relationship Id="rId1" Type="http://schemas.openxmlformats.org/officeDocument/2006/relationships/themeOverride" Target="../theme/themeOverride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7.xml"/><Relationship Id="rId1" Type="http://schemas.openxmlformats.org/officeDocument/2006/relationships/themeOverride" Target="../theme/themeOverride1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hemeOverride" Target="../theme/themeOverride1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hemeOverride" Target="../theme/themeOverride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7.xml"/><Relationship Id="rId1" Type="http://schemas.openxmlformats.org/officeDocument/2006/relationships/themeOverride" Target="../theme/themeOverride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7.xml"/><Relationship Id="rId1" Type="http://schemas.openxmlformats.org/officeDocument/2006/relationships/themeOverride" Target="../theme/themeOverride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7.xml"/><Relationship Id="rId1" Type="http://schemas.openxmlformats.org/officeDocument/2006/relationships/themeOverride" Target="../theme/themeOverride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7.xml"/><Relationship Id="rId1" Type="http://schemas.openxmlformats.org/officeDocument/2006/relationships/themeOverride" Target="../theme/themeOverride16.xm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slideLayout" Target="../slideLayouts/slideLayout13.xml"/><Relationship Id="rId1" Type="http://schemas.openxmlformats.org/officeDocument/2006/relationships/themeOverride" Target="../theme/themeOverride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7.xml"/><Relationship Id="rId1" Type="http://schemas.openxmlformats.org/officeDocument/2006/relationships/themeOverride" Target="../theme/themeOverride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hemeOverride" Target="../theme/themeOverride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hemeOverride" Target="../theme/themeOverride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hemeOverride" Target="../theme/themeOverride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hemeOverride" Target="../theme/themeOverride2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slideLayout" Target="../slideLayouts/slideLayout13.xml"/><Relationship Id="rId1" Type="http://schemas.openxmlformats.org/officeDocument/2006/relationships/themeOverride" Target="../theme/themeOverride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hemeOverride" Target="../theme/themeOverride2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hemeOverride" Target="../theme/themeOverride2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hemeOverride" Target="../theme/themeOverride2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2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object 2"/>
          <p:cNvSpPr/>
          <p:nvPr/>
        </p:nvSpPr>
        <p:spPr>
          <a:xfrm>
            <a:off x="2209800" y="3399283"/>
            <a:ext cx="7848600" cy="1905"/>
          </a:xfrm>
          <a:custGeom>
            <a:avLst/>
            <a:gdLst/>
            <a:ahLst/>
            <a:cxnLst/>
            <a:rect l="l" t="t" r="r" b="b"/>
            <a:pathLst>
              <a:path w="7848600" h="1904">
                <a:moveTo>
                  <a:pt x="0" y="0"/>
                </a:moveTo>
                <a:lnTo>
                  <a:pt x="7848600" y="1523"/>
                </a:lnTo>
              </a:path>
            </a:pathLst>
          </a:custGeom>
          <a:ln w="19050">
            <a:solidFill>
              <a:srgbClr val="D1523B"/>
            </a:solidFill>
          </a:ln>
        </p:spPr>
        <p:txBody>
          <a:bodyPr wrap="square" lIns="0" tIns="0" rIns="0" bIns="0" rtlCol="0"/>
          <a:lstStyle/>
          <a:p>
            <a:endParaRPr/>
          </a:p>
        </p:txBody>
      </p:sp>
      <p:sp>
        <p:nvSpPr>
          <p:cNvPr id="3" name="object 3"/>
          <p:cNvSpPr txBox="1">
            <a:spLocks noGrp="1"/>
          </p:cNvSpPr>
          <p:nvPr>
            <p:ph type="title"/>
          </p:nvPr>
        </p:nvSpPr>
        <p:spPr>
          <a:xfrm>
            <a:off x="2250441" y="1853438"/>
            <a:ext cx="7680959" cy="1366520"/>
          </a:xfrm>
          <a:prstGeom prst="rect">
            <a:avLst/>
          </a:prstGeom>
        </p:spPr>
        <p:txBody>
          <a:bodyPr vert="horz" wrap="square" lIns="0" tIns="12065" rIns="0" bIns="0" rtlCol="0">
            <a:spAutoFit/>
          </a:bodyPr>
          <a:lstStyle/>
          <a:p>
            <a:pPr marL="12700">
              <a:spcBef>
                <a:spcPts val="95"/>
              </a:spcBef>
            </a:pPr>
            <a:r>
              <a:rPr sz="4400" spc="-10" dirty="0"/>
              <a:t>ISYS34</a:t>
            </a:r>
            <a:r>
              <a:rPr lang="en-US" sz="4400" spc="-10" dirty="0"/>
              <a:t>50</a:t>
            </a:r>
            <a:endParaRPr sz="4400" dirty="0"/>
          </a:p>
          <a:p>
            <a:pPr marL="12700"/>
            <a:r>
              <a:rPr sz="4400" spc="-130" dirty="0"/>
              <a:t>BLOCKCHAIN</a:t>
            </a:r>
            <a:r>
              <a:rPr sz="4400" spc="-140" dirty="0"/>
              <a:t> </a:t>
            </a:r>
            <a:r>
              <a:rPr sz="4400" spc="-100" dirty="0"/>
              <a:t>FOR</a:t>
            </a:r>
            <a:r>
              <a:rPr sz="4400" spc="-155" dirty="0"/>
              <a:t> </a:t>
            </a:r>
            <a:r>
              <a:rPr sz="4400" spc="-55" dirty="0"/>
              <a:t>BUSINESS</a:t>
            </a:r>
            <a:endParaRPr sz="4400" dirty="0"/>
          </a:p>
        </p:txBody>
      </p:sp>
      <p:sp>
        <p:nvSpPr>
          <p:cNvPr id="4" name="object 4"/>
          <p:cNvSpPr txBox="1"/>
          <p:nvPr/>
        </p:nvSpPr>
        <p:spPr>
          <a:xfrm>
            <a:off x="2250441" y="3596132"/>
            <a:ext cx="5772785" cy="1287532"/>
          </a:xfrm>
          <a:prstGeom prst="rect">
            <a:avLst/>
          </a:prstGeom>
        </p:spPr>
        <p:txBody>
          <a:bodyPr vert="horz" wrap="square" lIns="0" tIns="12700" rIns="0" bIns="0" rtlCol="0">
            <a:spAutoFit/>
          </a:bodyPr>
          <a:lstStyle/>
          <a:p>
            <a:pPr marL="12700" marR="5080">
              <a:spcBef>
                <a:spcPts val="100"/>
              </a:spcBef>
            </a:pPr>
            <a:r>
              <a:rPr sz="2400" dirty="0">
                <a:solidFill>
                  <a:schemeClr val="bg1"/>
                </a:solidFill>
                <a:latin typeface="Arial"/>
                <a:cs typeface="Arial"/>
              </a:rPr>
              <a:t>Blockchain</a:t>
            </a:r>
            <a:r>
              <a:rPr sz="2400" spc="-95" dirty="0">
                <a:solidFill>
                  <a:schemeClr val="bg1"/>
                </a:solidFill>
                <a:latin typeface="Arial"/>
                <a:cs typeface="Arial"/>
              </a:rPr>
              <a:t> </a:t>
            </a:r>
            <a:r>
              <a:rPr sz="2400" spc="-10" dirty="0">
                <a:solidFill>
                  <a:schemeClr val="bg1"/>
                </a:solidFill>
                <a:latin typeface="Arial"/>
                <a:cs typeface="Arial"/>
              </a:rPr>
              <a:t>Collaborative</a:t>
            </a:r>
            <a:r>
              <a:rPr sz="2400" spc="-55" dirty="0">
                <a:solidFill>
                  <a:schemeClr val="bg1"/>
                </a:solidFill>
                <a:latin typeface="Arial"/>
                <a:cs typeface="Arial"/>
              </a:rPr>
              <a:t> </a:t>
            </a:r>
            <a:r>
              <a:rPr sz="2400" spc="-20" dirty="0">
                <a:solidFill>
                  <a:schemeClr val="bg1"/>
                </a:solidFill>
                <a:latin typeface="Arial"/>
                <a:cs typeface="Arial"/>
              </a:rPr>
              <a:t>Network</a:t>
            </a:r>
            <a:r>
              <a:rPr sz="2400" spc="-145" dirty="0">
                <a:solidFill>
                  <a:schemeClr val="bg1"/>
                </a:solidFill>
                <a:latin typeface="Arial"/>
                <a:cs typeface="Arial"/>
              </a:rPr>
              <a:t> </a:t>
            </a:r>
            <a:r>
              <a:rPr sz="2400" spc="-10" dirty="0">
                <a:solidFill>
                  <a:schemeClr val="bg1"/>
                </a:solidFill>
                <a:latin typeface="Arial"/>
                <a:cs typeface="Arial"/>
              </a:rPr>
              <a:t>Analysis Framework</a:t>
            </a:r>
            <a:endParaRPr sz="2400" dirty="0">
              <a:solidFill>
                <a:schemeClr val="bg1"/>
              </a:solidFill>
              <a:latin typeface="Arial"/>
              <a:cs typeface="Arial"/>
            </a:endParaRPr>
          </a:p>
          <a:p>
            <a:pPr>
              <a:spcBef>
                <a:spcPts val="1270"/>
              </a:spcBef>
            </a:pPr>
            <a:endParaRPr sz="2400" dirty="0">
              <a:latin typeface="Arial"/>
              <a:cs typeface="Arial"/>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677415" y="464312"/>
            <a:ext cx="8723630" cy="452755"/>
          </a:xfrm>
          <a:prstGeom prst="rect">
            <a:avLst/>
          </a:prstGeom>
        </p:spPr>
        <p:txBody>
          <a:bodyPr vert="horz" wrap="square" lIns="0" tIns="12700" rIns="0" bIns="0" rtlCol="0">
            <a:spAutoFit/>
          </a:bodyPr>
          <a:lstStyle/>
          <a:p>
            <a:pPr marL="12700">
              <a:spcBef>
                <a:spcPts val="100"/>
              </a:spcBef>
            </a:pPr>
            <a:r>
              <a:rPr sz="2800" spc="-114" dirty="0"/>
              <a:t>Blockchain</a:t>
            </a:r>
            <a:r>
              <a:rPr sz="2800" spc="-135" dirty="0"/>
              <a:t> </a:t>
            </a:r>
            <a:r>
              <a:rPr sz="2800" spc="-114" dirty="0"/>
              <a:t>Collaborative</a:t>
            </a:r>
            <a:r>
              <a:rPr sz="2800" spc="-130" dirty="0"/>
              <a:t> </a:t>
            </a:r>
            <a:r>
              <a:rPr sz="2800" spc="-105" dirty="0"/>
              <a:t>Network</a:t>
            </a:r>
            <a:r>
              <a:rPr sz="2800" spc="-125" dirty="0"/>
              <a:t> </a:t>
            </a:r>
            <a:r>
              <a:rPr sz="2800" spc="-110" dirty="0"/>
              <a:t>Development</a:t>
            </a:r>
            <a:r>
              <a:rPr sz="2800" spc="-125" dirty="0"/>
              <a:t> </a:t>
            </a:r>
            <a:r>
              <a:rPr sz="2800" spc="-30" dirty="0"/>
              <a:t>Framework</a:t>
            </a:r>
            <a:endParaRPr sz="2800"/>
          </a:p>
        </p:txBody>
      </p:sp>
      <p:sp>
        <p:nvSpPr>
          <p:cNvPr id="3" name="object 3"/>
          <p:cNvSpPr txBox="1"/>
          <p:nvPr/>
        </p:nvSpPr>
        <p:spPr>
          <a:xfrm>
            <a:off x="2059940" y="6263893"/>
            <a:ext cx="7056120" cy="513715"/>
          </a:xfrm>
          <a:prstGeom prst="rect">
            <a:avLst/>
          </a:prstGeom>
        </p:spPr>
        <p:txBody>
          <a:bodyPr vert="horz" wrap="square" lIns="0" tIns="12700" rIns="0" bIns="0" rtlCol="0">
            <a:spAutoFit/>
          </a:bodyPr>
          <a:lstStyle/>
          <a:p>
            <a:pPr marL="195580" marR="5080" indent="-182880">
              <a:spcBef>
                <a:spcPts val="100"/>
              </a:spcBef>
              <a:buClr>
                <a:srgbClr val="93A299"/>
              </a:buClr>
              <a:buSzPct val="84375"/>
              <a:buChar char="•"/>
              <a:tabLst>
                <a:tab pos="195580" algn="l"/>
              </a:tabLst>
            </a:pPr>
            <a:r>
              <a:rPr sz="1600" dirty="0">
                <a:solidFill>
                  <a:srgbClr val="282833"/>
                </a:solidFill>
                <a:latin typeface="Arial"/>
                <a:cs typeface="Arial"/>
              </a:rPr>
              <a:t>Adamopoulos,</a:t>
            </a:r>
            <a:r>
              <a:rPr sz="1600" spc="-60" dirty="0">
                <a:solidFill>
                  <a:srgbClr val="282833"/>
                </a:solidFill>
                <a:latin typeface="Arial"/>
                <a:cs typeface="Arial"/>
              </a:rPr>
              <a:t> </a:t>
            </a:r>
            <a:r>
              <a:rPr sz="1600" spc="-10" dirty="0">
                <a:solidFill>
                  <a:srgbClr val="282833"/>
                </a:solidFill>
                <a:latin typeface="Arial"/>
                <a:cs typeface="Arial"/>
              </a:rPr>
              <a:t>Davey,</a:t>
            </a:r>
            <a:r>
              <a:rPr sz="1600" spc="-50" dirty="0">
                <a:solidFill>
                  <a:srgbClr val="282833"/>
                </a:solidFill>
                <a:latin typeface="Arial"/>
                <a:cs typeface="Arial"/>
              </a:rPr>
              <a:t> </a:t>
            </a:r>
            <a:r>
              <a:rPr sz="1600" dirty="0">
                <a:solidFill>
                  <a:srgbClr val="282833"/>
                </a:solidFill>
                <a:latin typeface="Arial"/>
                <a:cs typeface="Arial"/>
              </a:rPr>
              <a:t>Bruno,</a:t>
            </a:r>
            <a:r>
              <a:rPr sz="1600" spc="-35" dirty="0">
                <a:solidFill>
                  <a:srgbClr val="282833"/>
                </a:solidFill>
                <a:latin typeface="Arial"/>
                <a:cs typeface="Arial"/>
              </a:rPr>
              <a:t> </a:t>
            </a:r>
            <a:r>
              <a:rPr sz="1600" dirty="0">
                <a:solidFill>
                  <a:srgbClr val="282833"/>
                </a:solidFill>
                <a:latin typeface="Arial"/>
                <a:cs typeface="Arial"/>
              </a:rPr>
              <a:t>Dick,</a:t>
            </a:r>
            <a:r>
              <a:rPr sz="1600" spc="-55" dirty="0">
                <a:solidFill>
                  <a:srgbClr val="282833"/>
                </a:solidFill>
                <a:latin typeface="Arial"/>
                <a:cs typeface="Arial"/>
              </a:rPr>
              <a:t> </a:t>
            </a:r>
            <a:r>
              <a:rPr sz="1600" dirty="0">
                <a:solidFill>
                  <a:srgbClr val="282833"/>
                </a:solidFill>
                <a:latin typeface="Arial"/>
                <a:cs typeface="Arial"/>
              </a:rPr>
              <a:t>2019.</a:t>
            </a:r>
            <a:r>
              <a:rPr sz="1600" spc="-40" dirty="0">
                <a:solidFill>
                  <a:srgbClr val="282833"/>
                </a:solidFill>
                <a:latin typeface="Arial"/>
                <a:cs typeface="Arial"/>
              </a:rPr>
              <a:t> </a:t>
            </a:r>
            <a:r>
              <a:rPr sz="1600" dirty="0">
                <a:solidFill>
                  <a:srgbClr val="282833"/>
                </a:solidFill>
                <a:latin typeface="Arial"/>
                <a:cs typeface="Arial"/>
              </a:rPr>
              <a:t>“Blockchain</a:t>
            </a:r>
            <a:r>
              <a:rPr sz="1600" spc="-60" dirty="0">
                <a:solidFill>
                  <a:srgbClr val="282833"/>
                </a:solidFill>
                <a:latin typeface="Arial"/>
                <a:cs typeface="Arial"/>
              </a:rPr>
              <a:t> </a:t>
            </a:r>
            <a:r>
              <a:rPr sz="1600" dirty="0">
                <a:solidFill>
                  <a:srgbClr val="282833"/>
                </a:solidFill>
                <a:latin typeface="Arial"/>
                <a:cs typeface="Arial"/>
              </a:rPr>
              <a:t>Collaborative</a:t>
            </a:r>
            <a:r>
              <a:rPr sz="1600" spc="-60" dirty="0">
                <a:solidFill>
                  <a:srgbClr val="282833"/>
                </a:solidFill>
                <a:latin typeface="Arial"/>
                <a:cs typeface="Arial"/>
              </a:rPr>
              <a:t> </a:t>
            </a:r>
            <a:r>
              <a:rPr sz="1600" spc="-10" dirty="0">
                <a:solidFill>
                  <a:srgbClr val="282833"/>
                </a:solidFill>
                <a:latin typeface="Arial"/>
                <a:cs typeface="Arial"/>
              </a:rPr>
              <a:t>Network </a:t>
            </a:r>
            <a:r>
              <a:rPr sz="1600" dirty="0">
                <a:solidFill>
                  <a:srgbClr val="282833"/>
                </a:solidFill>
                <a:latin typeface="Arial"/>
                <a:cs typeface="Arial"/>
              </a:rPr>
              <a:t>Development</a:t>
            </a:r>
            <a:r>
              <a:rPr sz="1600" spc="-55" dirty="0">
                <a:solidFill>
                  <a:srgbClr val="282833"/>
                </a:solidFill>
                <a:latin typeface="Arial"/>
                <a:cs typeface="Arial"/>
              </a:rPr>
              <a:t> </a:t>
            </a:r>
            <a:r>
              <a:rPr sz="1600" dirty="0">
                <a:solidFill>
                  <a:srgbClr val="282833"/>
                </a:solidFill>
                <a:latin typeface="Arial"/>
                <a:cs typeface="Arial"/>
              </a:rPr>
              <a:t>Framework”.</a:t>
            </a:r>
            <a:r>
              <a:rPr sz="1600" spc="-40" dirty="0">
                <a:solidFill>
                  <a:srgbClr val="282833"/>
                </a:solidFill>
                <a:latin typeface="Arial"/>
                <a:cs typeface="Arial"/>
              </a:rPr>
              <a:t> </a:t>
            </a:r>
            <a:r>
              <a:rPr sz="1600" spc="-10" dirty="0">
                <a:solidFill>
                  <a:srgbClr val="282833"/>
                </a:solidFill>
                <a:latin typeface="Arial"/>
                <a:cs typeface="Arial"/>
              </a:rPr>
              <a:t>SSRN.</a:t>
            </a:r>
            <a:endParaRPr sz="1600" dirty="0">
              <a:latin typeface="Arial"/>
              <a:cs typeface="Arial"/>
            </a:endParaRPr>
          </a:p>
        </p:txBody>
      </p:sp>
      <p:pic>
        <p:nvPicPr>
          <p:cNvPr id="6" name="object 6"/>
          <p:cNvPicPr/>
          <p:nvPr/>
        </p:nvPicPr>
        <p:blipFill>
          <a:blip r:embed="rId3" cstate="print"/>
          <a:stretch>
            <a:fillRect/>
          </a:stretch>
        </p:blipFill>
        <p:spPr>
          <a:xfrm>
            <a:off x="1613915" y="1053085"/>
            <a:ext cx="8964930" cy="5223509"/>
          </a:xfrm>
          <a:prstGeom prst="rect">
            <a:avLst/>
          </a:prstGeom>
        </p:spPr>
      </p:pic>
    </p:spTree>
  </p:cSld>
  <p:clrMapOvr>
    <a:overrideClrMapping bg1="lt1" tx1="dk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3293977-DFED-BB36-FF19-87ECBBEA4DFE}"/>
              </a:ext>
            </a:extLst>
          </p:cNvPr>
          <p:cNvSpPr>
            <a:spLocks noGrp="1"/>
          </p:cNvSpPr>
          <p:nvPr>
            <p:ph type="title"/>
          </p:nvPr>
        </p:nvSpPr>
        <p:spPr/>
        <p:txBody>
          <a:bodyPr/>
          <a:lstStyle/>
          <a:p>
            <a:endParaRPr lang="en-US"/>
          </a:p>
        </p:txBody>
      </p:sp>
      <p:pic>
        <p:nvPicPr>
          <p:cNvPr id="1026" name="Picture 2" descr="VeChain Is The Blockchain Investment For The Next Decade  (Cryptocurrency:VET-USD) | Seeking Alpha">
            <a:extLst>
              <a:ext uri="{FF2B5EF4-FFF2-40B4-BE49-F238E27FC236}">
                <a16:creationId xmlns:a16="http://schemas.microsoft.com/office/drawing/2014/main" id="{905212B6-CA7F-661C-0646-5704C99B1E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7435" y="-1"/>
            <a:ext cx="831691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VeChain - Web3 for Better: Sustainable Blockchain Solutions">
            <a:extLst>
              <a:ext uri="{FF2B5EF4-FFF2-40B4-BE49-F238E27FC236}">
                <a16:creationId xmlns:a16="http://schemas.microsoft.com/office/drawing/2014/main" id="{1D2170F3-9545-CD93-6DF9-F8A6B0AF93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640" y="1723716"/>
            <a:ext cx="2590800" cy="2524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VeChain - Web3 for Better: Sustainable Blockchain Solutions">
            <a:extLst>
              <a:ext uri="{FF2B5EF4-FFF2-40B4-BE49-F238E27FC236}">
                <a16:creationId xmlns:a16="http://schemas.microsoft.com/office/drawing/2014/main" id="{AAEB2CF5-CDEF-5093-9B56-5D235CD68F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62475"/>
            <a:ext cx="4248150" cy="2295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785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653286" y="537580"/>
            <a:ext cx="8885428" cy="566822"/>
          </a:xfrm>
          <a:prstGeom prst="rect">
            <a:avLst/>
          </a:prstGeom>
        </p:spPr>
        <p:txBody>
          <a:bodyPr vert="horz" wrap="square" lIns="0" tIns="12700" rIns="0" bIns="0" rtlCol="0">
            <a:spAutoFit/>
          </a:bodyPr>
          <a:lstStyle/>
          <a:p>
            <a:pPr marL="12700">
              <a:spcBef>
                <a:spcPts val="100"/>
              </a:spcBef>
            </a:pPr>
            <a:r>
              <a:rPr lang="en-US" sz="3600" spc="-95" dirty="0"/>
              <a:t>1. </a:t>
            </a:r>
            <a:r>
              <a:rPr sz="3600" spc="-100" dirty="0"/>
              <a:t>Structural:</a:t>
            </a:r>
            <a:r>
              <a:rPr sz="3600" spc="-175" dirty="0"/>
              <a:t> </a:t>
            </a:r>
            <a:r>
              <a:rPr sz="3600" spc="-90" dirty="0"/>
              <a:t>‘who’</a:t>
            </a:r>
            <a:r>
              <a:rPr sz="3600" spc="-310" dirty="0"/>
              <a:t> </a:t>
            </a:r>
            <a:r>
              <a:rPr sz="3600" spc="-60" dirty="0"/>
              <a:t>of</a:t>
            </a:r>
            <a:r>
              <a:rPr sz="3600" spc="-175" dirty="0"/>
              <a:t> </a:t>
            </a:r>
            <a:r>
              <a:rPr sz="3600" spc="-70" dirty="0"/>
              <a:t>the</a:t>
            </a:r>
            <a:r>
              <a:rPr sz="3600" spc="-170" dirty="0"/>
              <a:t> </a:t>
            </a:r>
            <a:r>
              <a:rPr sz="3600" spc="-100" dirty="0"/>
              <a:t>collaborative</a:t>
            </a:r>
            <a:r>
              <a:rPr sz="3600" spc="-170" dirty="0"/>
              <a:t> </a:t>
            </a:r>
            <a:r>
              <a:rPr sz="3600" spc="-80" dirty="0"/>
              <a:t>network</a:t>
            </a:r>
            <a:endParaRPr sz="3600" dirty="0"/>
          </a:p>
        </p:txBody>
      </p:sp>
      <p:sp>
        <p:nvSpPr>
          <p:cNvPr id="3" name="object 3"/>
          <p:cNvSpPr txBox="1"/>
          <p:nvPr/>
        </p:nvSpPr>
        <p:spPr>
          <a:xfrm>
            <a:off x="1926590" y="1324609"/>
            <a:ext cx="8031480" cy="5321970"/>
          </a:xfrm>
          <a:prstGeom prst="rect">
            <a:avLst/>
          </a:prstGeom>
        </p:spPr>
        <p:txBody>
          <a:bodyPr vert="horz" wrap="square" lIns="0" tIns="12700" rIns="0" bIns="0" rtlCol="0">
            <a:spAutoFit/>
          </a:bodyPr>
          <a:lstStyle/>
          <a:p>
            <a:pPr marL="193675" marR="116205" indent="-181610">
              <a:spcBef>
                <a:spcPts val="100"/>
              </a:spcBef>
              <a:buClr>
                <a:srgbClr val="93A299"/>
              </a:buClr>
              <a:buSzPct val="83333"/>
              <a:buChar char="•"/>
              <a:tabLst>
                <a:tab pos="194945" algn="l"/>
              </a:tabLst>
            </a:pPr>
            <a:r>
              <a:rPr sz="2400" dirty="0">
                <a:solidFill>
                  <a:srgbClr val="282833"/>
                </a:solidFill>
                <a:latin typeface="Arial"/>
                <a:cs typeface="Arial"/>
              </a:rPr>
              <a:t>The</a:t>
            </a:r>
            <a:r>
              <a:rPr sz="2400" spc="-105" dirty="0">
                <a:solidFill>
                  <a:srgbClr val="282833"/>
                </a:solidFill>
                <a:latin typeface="Arial"/>
                <a:cs typeface="Arial"/>
              </a:rPr>
              <a:t> </a:t>
            </a:r>
            <a:r>
              <a:rPr sz="2400" dirty="0">
                <a:solidFill>
                  <a:srgbClr val="282833"/>
                </a:solidFill>
                <a:latin typeface="Arial"/>
                <a:cs typeface="Arial"/>
              </a:rPr>
              <a:t>structural</a:t>
            </a:r>
            <a:r>
              <a:rPr sz="2400" spc="-95" dirty="0">
                <a:solidFill>
                  <a:srgbClr val="282833"/>
                </a:solidFill>
                <a:latin typeface="Arial"/>
                <a:cs typeface="Arial"/>
              </a:rPr>
              <a:t> </a:t>
            </a:r>
            <a:r>
              <a:rPr sz="2400" dirty="0">
                <a:solidFill>
                  <a:srgbClr val="282833"/>
                </a:solidFill>
                <a:latin typeface="Arial"/>
                <a:cs typeface="Arial"/>
              </a:rPr>
              <a:t>elements</a:t>
            </a:r>
            <a:r>
              <a:rPr sz="2400" spc="-90" dirty="0">
                <a:solidFill>
                  <a:srgbClr val="282833"/>
                </a:solidFill>
                <a:latin typeface="Arial"/>
                <a:cs typeface="Arial"/>
              </a:rPr>
              <a:t> </a:t>
            </a:r>
            <a:r>
              <a:rPr sz="2400" dirty="0">
                <a:solidFill>
                  <a:srgbClr val="282833"/>
                </a:solidFill>
                <a:latin typeface="Arial"/>
                <a:cs typeface="Arial"/>
              </a:rPr>
              <a:t>encompass</a:t>
            </a:r>
            <a:r>
              <a:rPr sz="2400" spc="-95" dirty="0">
                <a:solidFill>
                  <a:srgbClr val="282833"/>
                </a:solidFill>
                <a:latin typeface="Arial"/>
                <a:cs typeface="Arial"/>
              </a:rPr>
              <a:t> </a:t>
            </a:r>
            <a:r>
              <a:rPr sz="2400" dirty="0">
                <a:solidFill>
                  <a:srgbClr val="282833"/>
                </a:solidFill>
                <a:latin typeface="Arial"/>
                <a:cs typeface="Arial"/>
              </a:rPr>
              <a:t>all</a:t>
            </a:r>
            <a:r>
              <a:rPr sz="2400" spc="-90" dirty="0">
                <a:solidFill>
                  <a:srgbClr val="282833"/>
                </a:solidFill>
                <a:latin typeface="Arial"/>
                <a:cs typeface="Arial"/>
              </a:rPr>
              <a:t> </a:t>
            </a:r>
            <a:r>
              <a:rPr sz="2400" dirty="0">
                <a:solidFill>
                  <a:srgbClr val="282833"/>
                </a:solidFill>
                <a:latin typeface="Arial"/>
                <a:cs typeface="Arial"/>
              </a:rPr>
              <a:t>the</a:t>
            </a:r>
            <a:r>
              <a:rPr sz="2400" spc="-110" dirty="0">
                <a:solidFill>
                  <a:srgbClr val="282833"/>
                </a:solidFill>
                <a:latin typeface="Arial"/>
                <a:cs typeface="Arial"/>
              </a:rPr>
              <a:t> </a:t>
            </a:r>
            <a:r>
              <a:rPr sz="2400" dirty="0">
                <a:solidFill>
                  <a:srgbClr val="282833"/>
                </a:solidFill>
                <a:latin typeface="Arial"/>
                <a:cs typeface="Arial"/>
              </a:rPr>
              <a:t>participants</a:t>
            </a:r>
            <a:r>
              <a:rPr sz="2400" spc="-95" dirty="0">
                <a:solidFill>
                  <a:srgbClr val="282833"/>
                </a:solidFill>
                <a:latin typeface="Arial"/>
                <a:cs typeface="Arial"/>
              </a:rPr>
              <a:t> </a:t>
            </a:r>
            <a:r>
              <a:rPr sz="2400" spc="-25" dirty="0">
                <a:solidFill>
                  <a:srgbClr val="282833"/>
                </a:solidFill>
                <a:latin typeface="Arial"/>
                <a:cs typeface="Arial"/>
              </a:rPr>
              <a:t>of 	</a:t>
            </a:r>
            <a:r>
              <a:rPr sz="2400" dirty="0">
                <a:solidFill>
                  <a:srgbClr val="282833"/>
                </a:solidFill>
                <a:latin typeface="Arial"/>
                <a:cs typeface="Arial"/>
              </a:rPr>
              <a:t>the</a:t>
            </a:r>
            <a:r>
              <a:rPr sz="2400" spc="-55" dirty="0">
                <a:solidFill>
                  <a:srgbClr val="282833"/>
                </a:solidFill>
                <a:latin typeface="Arial"/>
                <a:cs typeface="Arial"/>
              </a:rPr>
              <a:t> </a:t>
            </a:r>
            <a:r>
              <a:rPr sz="2400" spc="-10" dirty="0">
                <a:solidFill>
                  <a:srgbClr val="282833"/>
                </a:solidFill>
                <a:latin typeface="Arial"/>
                <a:cs typeface="Arial"/>
              </a:rPr>
              <a:t>collaborative</a:t>
            </a:r>
            <a:r>
              <a:rPr sz="2400" spc="-35" dirty="0">
                <a:solidFill>
                  <a:srgbClr val="282833"/>
                </a:solidFill>
                <a:latin typeface="Arial"/>
                <a:cs typeface="Arial"/>
              </a:rPr>
              <a:t> </a:t>
            </a:r>
            <a:r>
              <a:rPr sz="2400" dirty="0">
                <a:solidFill>
                  <a:srgbClr val="282833"/>
                </a:solidFill>
                <a:latin typeface="Arial"/>
                <a:cs typeface="Arial"/>
              </a:rPr>
              <a:t>network,</a:t>
            </a:r>
            <a:r>
              <a:rPr sz="2400" spc="-55" dirty="0">
                <a:solidFill>
                  <a:srgbClr val="282833"/>
                </a:solidFill>
                <a:latin typeface="Arial"/>
                <a:cs typeface="Arial"/>
              </a:rPr>
              <a:t> </a:t>
            </a:r>
            <a:r>
              <a:rPr sz="2400" dirty="0">
                <a:solidFill>
                  <a:srgbClr val="282833"/>
                </a:solidFill>
                <a:latin typeface="Arial"/>
                <a:cs typeface="Arial"/>
              </a:rPr>
              <a:t>or</a:t>
            </a:r>
            <a:r>
              <a:rPr sz="2400" spc="-55" dirty="0">
                <a:solidFill>
                  <a:srgbClr val="282833"/>
                </a:solidFill>
                <a:latin typeface="Arial"/>
                <a:cs typeface="Arial"/>
              </a:rPr>
              <a:t> </a:t>
            </a:r>
            <a:r>
              <a:rPr sz="2400" dirty="0">
                <a:solidFill>
                  <a:srgbClr val="282833"/>
                </a:solidFill>
                <a:latin typeface="Arial"/>
                <a:cs typeface="Arial"/>
              </a:rPr>
              <a:t>the</a:t>
            </a:r>
            <a:r>
              <a:rPr sz="2400" spc="-55" dirty="0">
                <a:solidFill>
                  <a:srgbClr val="282833"/>
                </a:solidFill>
                <a:latin typeface="Arial"/>
                <a:cs typeface="Arial"/>
              </a:rPr>
              <a:t> </a:t>
            </a:r>
            <a:r>
              <a:rPr sz="2400" dirty="0">
                <a:solidFill>
                  <a:srgbClr val="282833"/>
                </a:solidFill>
                <a:latin typeface="Arial"/>
                <a:cs typeface="Arial"/>
              </a:rPr>
              <a:t>‘who’</a:t>
            </a:r>
            <a:r>
              <a:rPr sz="2400" spc="-114" dirty="0">
                <a:solidFill>
                  <a:srgbClr val="282833"/>
                </a:solidFill>
                <a:latin typeface="Arial"/>
                <a:cs typeface="Arial"/>
              </a:rPr>
              <a:t> </a:t>
            </a:r>
            <a:r>
              <a:rPr sz="2400" dirty="0">
                <a:solidFill>
                  <a:srgbClr val="282833"/>
                </a:solidFill>
                <a:latin typeface="Arial"/>
                <a:cs typeface="Arial"/>
              </a:rPr>
              <a:t>of</a:t>
            </a:r>
            <a:r>
              <a:rPr sz="2400" spc="-55" dirty="0">
                <a:solidFill>
                  <a:srgbClr val="282833"/>
                </a:solidFill>
                <a:latin typeface="Arial"/>
                <a:cs typeface="Arial"/>
              </a:rPr>
              <a:t> </a:t>
            </a:r>
            <a:r>
              <a:rPr sz="2400" dirty="0">
                <a:solidFill>
                  <a:srgbClr val="282833"/>
                </a:solidFill>
                <a:latin typeface="Arial"/>
                <a:cs typeface="Arial"/>
              </a:rPr>
              <a:t>the</a:t>
            </a:r>
            <a:r>
              <a:rPr sz="2400" spc="-55" dirty="0">
                <a:solidFill>
                  <a:srgbClr val="282833"/>
                </a:solidFill>
                <a:latin typeface="Arial"/>
                <a:cs typeface="Arial"/>
              </a:rPr>
              <a:t> </a:t>
            </a:r>
            <a:r>
              <a:rPr sz="2400" spc="-10" dirty="0">
                <a:solidFill>
                  <a:srgbClr val="282833"/>
                </a:solidFill>
                <a:latin typeface="Arial"/>
                <a:cs typeface="Arial"/>
              </a:rPr>
              <a:t>network</a:t>
            </a:r>
            <a:endParaRPr sz="2400" dirty="0">
              <a:latin typeface="Arial"/>
              <a:cs typeface="Arial"/>
            </a:endParaRPr>
          </a:p>
          <a:p>
            <a:pPr marL="194310" indent="-181610">
              <a:spcBef>
                <a:spcPts val="575"/>
              </a:spcBef>
              <a:buClr>
                <a:srgbClr val="93A299"/>
              </a:buClr>
              <a:buSzPct val="83333"/>
              <a:buChar char="•"/>
              <a:tabLst>
                <a:tab pos="194310" algn="l"/>
              </a:tabLst>
            </a:pPr>
            <a:r>
              <a:rPr sz="2400" spc="-10" dirty="0">
                <a:solidFill>
                  <a:srgbClr val="282833"/>
                </a:solidFill>
                <a:latin typeface="Arial"/>
                <a:cs typeface="Arial"/>
              </a:rPr>
              <a:t>Actors</a:t>
            </a:r>
            <a:endParaRPr sz="2400" dirty="0">
              <a:latin typeface="Arial"/>
              <a:cs typeface="Arial"/>
            </a:endParaRPr>
          </a:p>
          <a:p>
            <a:pPr marL="468630" marR="83185" lvl="1" indent="-181610">
              <a:spcBef>
                <a:spcPts val="555"/>
              </a:spcBef>
              <a:buClr>
                <a:srgbClr val="93A299"/>
              </a:buClr>
              <a:buSzPct val="84782"/>
              <a:buChar char="•"/>
              <a:tabLst>
                <a:tab pos="469900" algn="l"/>
              </a:tabLst>
            </a:pPr>
            <a:r>
              <a:rPr sz="2300" dirty="0">
                <a:solidFill>
                  <a:srgbClr val="282833"/>
                </a:solidFill>
                <a:latin typeface="Arial"/>
                <a:cs typeface="Arial"/>
              </a:rPr>
              <a:t>Depending</a:t>
            </a:r>
            <a:r>
              <a:rPr sz="2300" spc="-50" dirty="0">
                <a:solidFill>
                  <a:srgbClr val="282833"/>
                </a:solidFill>
                <a:latin typeface="Arial"/>
                <a:cs typeface="Arial"/>
              </a:rPr>
              <a:t> </a:t>
            </a:r>
            <a:r>
              <a:rPr sz="2300" dirty="0">
                <a:solidFill>
                  <a:srgbClr val="282833"/>
                </a:solidFill>
                <a:latin typeface="Arial"/>
                <a:cs typeface="Arial"/>
              </a:rPr>
              <a:t>on</a:t>
            </a:r>
            <a:r>
              <a:rPr sz="2300" spc="-35" dirty="0">
                <a:solidFill>
                  <a:srgbClr val="282833"/>
                </a:solidFill>
                <a:latin typeface="Arial"/>
                <a:cs typeface="Arial"/>
              </a:rPr>
              <a:t> </a:t>
            </a:r>
            <a:r>
              <a:rPr sz="2300" dirty="0">
                <a:solidFill>
                  <a:srgbClr val="282833"/>
                </a:solidFill>
                <a:latin typeface="Arial"/>
                <a:cs typeface="Arial"/>
              </a:rPr>
              <a:t>the</a:t>
            </a:r>
            <a:r>
              <a:rPr sz="2300" spc="-30" dirty="0">
                <a:solidFill>
                  <a:srgbClr val="282833"/>
                </a:solidFill>
                <a:latin typeface="Arial"/>
                <a:cs typeface="Arial"/>
              </a:rPr>
              <a:t> </a:t>
            </a:r>
            <a:r>
              <a:rPr sz="2300" dirty="0">
                <a:solidFill>
                  <a:srgbClr val="282833"/>
                </a:solidFill>
                <a:latin typeface="Arial"/>
                <a:cs typeface="Arial"/>
              </a:rPr>
              <a:t>specific</a:t>
            </a:r>
            <a:r>
              <a:rPr sz="2300" spc="-35" dirty="0">
                <a:solidFill>
                  <a:srgbClr val="282833"/>
                </a:solidFill>
                <a:latin typeface="Arial"/>
                <a:cs typeface="Arial"/>
              </a:rPr>
              <a:t> </a:t>
            </a:r>
            <a:r>
              <a:rPr sz="2300" dirty="0">
                <a:solidFill>
                  <a:srgbClr val="282833"/>
                </a:solidFill>
                <a:latin typeface="Arial"/>
                <a:cs typeface="Arial"/>
              </a:rPr>
              <a:t>collaborative</a:t>
            </a:r>
            <a:r>
              <a:rPr sz="2300" spc="-30" dirty="0">
                <a:solidFill>
                  <a:srgbClr val="282833"/>
                </a:solidFill>
                <a:latin typeface="Arial"/>
                <a:cs typeface="Arial"/>
              </a:rPr>
              <a:t> </a:t>
            </a:r>
            <a:r>
              <a:rPr sz="2300" spc="-10" dirty="0">
                <a:solidFill>
                  <a:srgbClr val="282833"/>
                </a:solidFill>
                <a:latin typeface="Arial"/>
                <a:cs typeface="Arial"/>
              </a:rPr>
              <a:t>network, 	</a:t>
            </a:r>
            <a:r>
              <a:rPr sz="2300" dirty="0">
                <a:solidFill>
                  <a:srgbClr val="282833"/>
                </a:solidFill>
                <a:latin typeface="Arial"/>
                <a:cs typeface="Arial"/>
              </a:rPr>
              <a:t>participants</a:t>
            </a:r>
            <a:r>
              <a:rPr sz="2300" spc="-20" dirty="0">
                <a:solidFill>
                  <a:srgbClr val="282833"/>
                </a:solidFill>
                <a:latin typeface="Arial"/>
                <a:cs typeface="Arial"/>
              </a:rPr>
              <a:t> </a:t>
            </a:r>
            <a:r>
              <a:rPr sz="2300" dirty="0">
                <a:solidFill>
                  <a:srgbClr val="282833"/>
                </a:solidFill>
                <a:latin typeface="Arial"/>
                <a:cs typeface="Arial"/>
              </a:rPr>
              <a:t>may</a:t>
            </a:r>
            <a:r>
              <a:rPr sz="2300" spc="-15" dirty="0">
                <a:solidFill>
                  <a:srgbClr val="282833"/>
                </a:solidFill>
                <a:latin typeface="Arial"/>
                <a:cs typeface="Arial"/>
              </a:rPr>
              <a:t> </a:t>
            </a:r>
            <a:r>
              <a:rPr sz="2300" dirty="0">
                <a:solidFill>
                  <a:srgbClr val="282833"/>
                </a:solidFill>
                <a:latin typeface="Arial"/>
                <a:cs typeface="Arial"/>
              </a:rPr>
              <a:t>be</a:t>
            </a:r>
            <a:r>
              <a:rPr sz="2300" spc="-15" dirty="0">
                <a:solidFill>
                  <a:srgbClr val="282833"/>
                </a:solidFill>
                <a:latin typeface="Arial"/>
                <a:cs typeface="Arial"/>
              </a:rPr>
              <a:t> </a:t>
            </a:r>
            <a:r>
              <a:rPr sz="2300" dirty="0">
                <a:solidFill>
                  <a:srgbClr val="282833"/>
                </a:solidFill>
                <a:latin typeface="Arial"/>
                <a:cs typeface="Arial"/>
              </a:rPr>
              <a:t>individuals,</a:t>
            </a:r>
            <a:r>
              <a:rPr sz="2300" spc="-10" dirty="0">
                <a:solidFill>
                  <a:srgbClr val="282833"/>
                </a:solidFill>
                <a:latin typeface="Arial"/>
                <a:cs typeface="Arial"/>
              </a:rPr>
              <a:t> </a:t>
            </a:r>
            <a:r>
              <a:rPr sz="2300" dirty="0">
                <a:solidFill>
                  <a:srgbClr val="282833"/>
                </a:solidFill>
                <a:latin typeface="Arial"/>
                <a:cs typeface="Arial"/>
              </a:rPr>
              <a:t>companies,</a:t>
            </a:r>
            <a:r>
              <a:rPr sz="2300" spc="-25" dirty="0">
                <a:solidFill>
                  <a:srgbClr val="282833"/>
                </a:solidFill>
                <a:latin typeface="Arial"/>
                <a:cs typeface="Arial"/>
              </a:rPr>
              <a:t> </a:t>
            </a:r>
            <a:r>
              <a:rPr sz="2300" spc="-10" dirty="0">
                <a:solidFill>
                  <a:srgbClr val="282833"/>
                </a:solidFill>
                <a:latin typeface="Arial"/>
                <a:cs typeface="Arial"/>
              </a:rPr>
              <a:t>government 	</a:t>
            </a:r>
            <a:r>
              <a:rPr sz="2300" dirty="0">
                <a:solidFill>
                  <a:srgbClr val="282833"/>
                </a:solidFill>
                <a:latin typeface="Arial"/>
                <a:cs typeface="Arial"/>
              </a:rPr>
              <a:t>departments,</a:t>
            </a:r>
            <a:r>
              <a:rPr sz="2300" spc="-15" dirty="0">
                <a:solidFill>
                  <a:srgbClr val="282833"/>
                </a:solidFill>
                <a:latin typeface="Arial"/>
                <a:cs typeface="Arial"/>
              </a:rPr>
              <a:t> </a:t>
            </a:r>
            <a:r>
              <a:rPr sz="2300" dirty="0">
                <a:solidFill>
                  <a:srgbClr val="282833"/>
                </a:solidFill>
                <a:latin typeface="Arial"/>
                <a:cs typeface="Arial"/>
              </a:rPr>
              <a:t>community</a:t>
            </a:r>
            <a:r>
              <a:rPr sz="2300" spc="-15" dirty="0">
                <a:solidFill>
                  <a:srgbClr val="282833"/>
                </a:solidFill>
                <a:latin typeface="Arial"/>
                <a:cs typeface="Arial"/>
              </a:rPr>
              <a:t> </a:t>
            </a:r>
            <a:r>
              <a:rPr sz="2300" dirty="0">
                <a:solidFill>
                  <a:srgbClr val="282833"/>
                </a:solidFill>
                <a:latin typeface="Arial"/>
                <a:cs typeface="Arial"/>
              </a:rPr>
              <a:t>organizations</a:t>
            </a:r>
            <a:r>
              <a:rPr sz="2300" spc="-15" dirty="0">
                <a:solidFill>
                  <a:srgbClr val="282833"/>
                </a:solidFill>
                <a:latin typeface="Arial"/>
                <a:cs typeface="Arial"/>
              </a:rPr>
              <a:t> </a:t>
            </a:r>
            <a:r>
              <a:rPr sz="2300" dirty="0">
                <a:solidFill>
                  <a:srgbClr val="282833"/>
                </a:solidFill>
                <a:latin typeface="Arial"/>
                <a:cs typeface="Arial"/>
              </a:rPr>
              <a:t>or</a:t>
            </a:r>
            <a:r>
              <a:rPr sz="2300" spc="-15" dirty="0">
                <a:solidFill>
                  <a:srgbClr val="282833"/>
                </a:solidFill>
                <a:latin typeface="Arial"/>
                <a:cs typeface="Arial"/>
              </a:rPr>
              <a:t> </a:t>
            </a:r>
            <a:r>
              <a:rPr sz="2300" dirty="0">
                <a:solidFill>
                  <a:srgbClr val="282833"/>
                </a:solidFill>
                <a:latin typeface="Arial"/>
                <a:cs typeface="Arial"/>
              </a:rPr>
              <a:t>industry</a:t>
            </a:r>
            <a:r>
              <a:rPr sz="2300" spc="-15" dirty="0">
                <a:solidFill>
                  <a:srgbClr val="282833"/>
                </a:solidFill>
                <a:latin typeface="Arial"/>
                <a:cs typeface="Arial"/>
              </a:rPr>
              <a:t> </a:t>
            </a:r>
            <a:r>
              <a:rPr sz="2300" spc="-10" dirty="0">
                <a:solidFill>
                  <a:srgbClr val="282833"/>
                </a:solidFill>
                <a:latin typeface="Arial"/>
                <a:cs typeface="Arial"/>
              </a:rPr>
              <a:t>bodies.</a:t>
            </a:r>
            <a:endParaRPr sz="2300" dirty="0">
              <a:latin typeface="Arial"/>
              <a:cs typeface="Arial"/>
            </a:endParaRPr>
          </a:p>
          <a:p>
            <a:pPr marL="468630" marR="67310" lvl="1" indent="-181610">
              <a:spcBef>
                <a:spcPts val="555"/>
              </a:spcBef>
              <a:buClr>
                <a:srgbClr val="93A299"/>
              </a:buClr>
              <a:buSzPct val="84782"/>
              <a:buChar char="•"/>
              <a:tabLst>
                <a:tab pos="469900" algn="l"/>
              </a:tabLst>
            </a:pPr>
            <a:r>
              <a:rPr sz="2300" dirty="0">
                <a:solidFill>
                  <a:srgbClr val="282833"/>
                </a:solidFill>
                <a:latin typeface="Arial"/>
                <a:cs typeface="Arial"/>
              </a:rPr>
              <a:t>The</a:t>
            </a:r>
            <a:r>
              <a:rPr sz="2300" spc="-40" dirty="0">
                <a:solidFill>
                  <a:srgbClr val="282833"/>
                </a:solidFill>
                <a:latin typeface="Arial"/>
                <a:cs typeface="Arial"/>
              </a:rPr>
              <a:t> </a:t>
            </a:r>
            <a:r>
              <a:rPr sz="2300" dirty="0">
                <a:solidFill>
                  <a:srgbClr val="282833"/>
                </a:solidFill>
                <a:latin typeface="Arial"/>
                <a:cs typeface="Arial"/>
              </a:rPr>
              <a:t>collaborative</a:t>
            </a:r>
            <a:r>
              <a:rPr sz="2300" spc="-35" dirty="0">
                <a:solidFill>
                  <a:srgbClr val="282833"/>
                </a:solidFill>
                <a:latin typeface="Arial"/>
                <a:cs typeface="Arial"/>
              </a:rPr>
              <a:t> </a:t>
            </a:r>
            <a:r>
              <a:rPr sz="2300" dirty="0">
                <a:solidFill>
                  <a:srgbClr val="282833"/>
                </a:solidFill>
                <a:latin typeface="Arial"/>
                <a:cs typeface="Arial"/>
              </a:rPr>
              <a:t>network</a:t>
            </a:r>
            <a:r>
              <a:rPr sz="2300" spc="-35" dirty="0">
                <a:solidFill>
                  <a:srgbClr val="282833"/>
                </a:solidFill>
                <a:latin typeface="Arial"/>
                <a:cs typeface="Arial"/>
              </a:rPr>
              <a:t> </a:t>
            </a:r>
            <a:r>
              <a:rPr sz="2300" dirty="0">
                <a:solidFill>
                  <a:srgbClr val="282833"/>
                </a:solidFill>
                <a:latin typeface="Arial"/>
                <a:cs typeface="Arial"/>
              </a:rPr>
              <a:t>will</a:t>
            </a:r>
            <a:r>
              <a:rPr sz="2300" spc="-20" dirty="0">
                <a:solidFill>
                  <a:srgbClr val="282833"/>
                </a:solidFill>
                <a:latin typeface="Arial"/>
                <a:cs typeface="Arial"/>
              </a:rPr>
              <a:t> </a:t>
            </a:r>
            <a:r>
              <a:rPr sz="2300" dirty="0">
                <a:solidFill>
                  <a:srgbClr val="282833"/>
                </a:solidFill>
                <a:latin typeface="Arial"/>
                <a:cs typeface="Arial"/>
              </a:rPr>
              <a:t>need</a:t>
            </a:r>
            <a:r>
              <a:rPr sz="2300" spc="-35" dirty="0">
                <a:solidFill>
                  <a:srgbClr val="282833"/>
                </a:solidFill>
                <a:latin typeface="Arial"/>
                <a:cs typeface="Arial"/>
              </a:rPr>
              <a:t> </a:t>
            </a:r>
            <a:r>
              <a:rPr sz="2300" dirty="0">
                <a:solidFill>
                  <a:srgbClr val="282833"/>
                </a:solidFill>
                <a:latin typeface="Arial"/>
                <a:cs typeface="Arial"/>
              </a:rPr>
              <a:t>a</a:t>
            </a:r>
            <a:r>
              <a:rPr sz="2300" spc="-30" dirty="0">
                <a:solidFill>
                  <a:srgbClr val="282833"/>
                </a:solidFill>
                <a:latin typeface="Arial"/>
                <a:cs typeface="Arial"/>
              </a:rPr>
              <a:t> </a:t>
            </a:r>
            <a:r>
              <a:rPr sz="2300" dirty="0">
                <a:solidFill>
                  <a:srgbClr val="282833"/>
                </a:solidFill>
                <a:latin typeface="Arial"/>
                <a:cs typeface="Arial"/>
              </a:rPr>
              <a:t>protocol</a:t>
            </a:r>
            <a:r>
              <a:rPr sz="2300" spc="-35" dirty="0">
                <a:solidFill>
                  <a:srgbClr val="282833"/>
                </a:solidFill>
                <a:latin typeface="Arial"/>
                <a:cs typeface="Arial"/>
              </a:rPr>
              <a:t> </a:t>
            </a:r>
            <a:r>
              <a:rPr sz="2300" dirty="0">
                <a:solidFill>
                  <a:srgbClr val="282833"/>
                </a:solidFill>
                <a:latin typeface="Arial"/>
                <a:cs typeface="Arial"/>
              </a:rPr>
              <a:t>that</a:t>
            </a:r>
            <a:r>
              <a:rPr sz="2300" spc="-25" dirty="0">
                <a:solidFill>
                  <a:srgbClr val="282833"/>
                </a:solidFill>
                <a:latin typeface="Arial"/>
                <a:cs typeface="Arial"/>
              </a:rPr>
              <a:t> </a:t>
            </a:r>
            <a:r>
              <a:rPr sz="2300" spc="-10" dirty="0">
                <a:solidFill>
                  <a:srgbClr val="282833"/>
                </a:solidFill>
                <a:latin typeface="Arial"/>
                <a:cs typeface="Arial"/>
              </a:rPr>
              <a:t>defines 	</a:t>
            </a:r>
            <a:r>
              <a:rPr sz="2300" dirty="0">
                <a:solidFill>
                  <a:srgbClr val="282833"/>
                </a:solidFill>
                <a:latin typeface="Arial"/>
                <a:cs typeface="Arial"/>
              </a:rPr>
              <a:t>who</a:t>
            </a:r>
            <a:r>
              <a:rPr sz="2300" spc="-30" dirty="0">
                <a:solidFill>
                  <a:srgbClr val="282833"/>
                </a:solidFill>
                <a:latin typeface="Arial"/>
                <a:cs typeface="Arial"/>
              </a:rPr>
              <a:t> </a:t>
            </a:r>
            <a:r>
              <a:rPr sz="2300" dirty="0">
                <a:solidFill>
                  <a:srgbClr val="282833"/>
                </a:solidFill>
                <a:latin typeface="Arial"/>
                <a:cs typeface="Arial"/>
              </a:rPr>
              <a:t>can</a:t>
            </a:r>
            <a:r>
              <a:rPr sz="2300" spc="-20" dirty="0">
                <a:solidFill>
                  <a:srgbClr val="282833"/>
                </a:solidFill>
                <a:latin typeface="Arial"/>
                <a:cs typeface="Arial"/>
              </a:rPr>
              <a:t> </a:t>
            </a:r>
            <a:r>
              <a:rPr sz="2300" dirty="0">
                <a:solidFill>
                  <a:srgbClr val="282833"/>
                </a:solidFill>
                <a:latin typeface="Arial"/>
                <a:cs typeface="Arial"/>
              </a:rPr>
              <a:t>participate</a:t>
            </a:r>
            <a:r>
              <a:rPr sz="2300" spc="-20" dirty="0">
                <a:solidFill>
                  <a:srgbClr val="282833"/>
                </a:solidFill>
                <a:latin typeface="Arial"/>
                <a:cs typeface="Arial"/>
              </a:rPr>
              <a:t> </a:t>
            </a:r>
            <a:r>
              <a:rPr sz="2300" dirty="0">
                <a:solidFill>
                  <a:srgbClr val="282833"/>
                </a:solidFill>
                <a:latin typeface="Arial"/>
                <a:cs typeface="Arial"/>
              </a:rPr>
              <a:t>and</a:t>
            </a:r>
            <a:r>
              <a:rPr sz="2300" spc="-20" dirty="0">
                <a:solidFill>
                  <a:srgbClr val="282833"/>
                </a:solidFill>
                <a:latin typeface="Arial"/>
                <a:cs typeface="Arial"/>
              </a:rPr>
              <a:t> </a:t>
            </a:r>
            <a:r>
              <a:rPr sz="2300" dirty="0">
                <a:solidFill>
                  <a:srgbClr val="282833"/>
                </a:solidFill>
                <a:latin typeface="Arial"/>
                <a:cs typeface="Arial"/>
              </a:rPr>
              <a:t>in</a:t>
            </a:r>
            <a:r>
              <a:rPr sz="2300" spc="-20" dirty="0">
                <a:solidFill>
                  <a:srgbClr val="282833"/>
                </a:solidFill>
                <a:latin typeface="Arial"/>
                <a:cs typeface="Arial"/>
              </a:rPr>
              <a:t> </a:t>
            </a:r>
            <a:r>
              <a:rPr sz="2300" dirty="0">
                <a:solidFill>
                  <a:srgbClr val="282833"/>
                </a:solidFill>
                <a:latin typeface="Arial"/>
                <a:cs typeface="Arial"/>
              </a:rPr>
              <a:t>what</a:t>
            </a:r>
            <a:r>
              <a:rPr sz="2300" spc="-20" dirty="0">
                <a:solidFill>
                  <a:srgbClr val="282833"/>
                </a:solidFill>
                <a:latin typeface="Arial"/>
                <a:cs typeface="Arial"/>
              </a:rPr>
              <a:t> </a:t>
            </a:r>
            <a:r>
              <a:rPr sz="2300" dirty="0">
                <a:solidFill>
                  <a:srgbClr val="282833"/>
                </a:solidFill>
                <a:latin typeface="Arial"/>
                <a:cs typeface="Arial"/>
              </a:rPr>
              <a:t>role</a:t>
            </a:r>
            <a:r>
              <a:rPr sz="2300" spc="-20" dirty="0">
                <a:solidFill>
                  <a:srgbClr val="282833"/>
                </a:solidFill>
                <a:latin typeface="Arial"/>
                <a:cs typeface="Arial"/>
              </a:rPr>
              <a:t> </a:t>
            </a:r>
            <a:r>
              <a:rPr sz="2300" dirty="0">
                <a:solidFill>
                  <a:srgbClr val="282833"/>
                </a:solidFill>
                <a:latin typeface="Arial"/>
                <a:cs typeface="Arial"/>
              </a:rPr>
              <a:t>or</a:t>
            </a:r>
            <a:r>
              <a:rPr sz="2300" spc="-20" dirty="0">
                <a:solidFill>
                  <a:srgbClr val="282833"/>
                </a:solidFill>
                <a:latin typeface="Arial"/>
                <a:cs typeface="Arial"/>
              </a:rPr>
              <a:t> </a:t>
            </a:r>
            <a:r>
              <a:rPr sz="2300" dirty="0">
                <a:solidFill>
                  <a:srgbClr val="282833"/>
                </a:solidFill>
                <a:latin typeface="Arial"/>
                <a:cs typeface="Arial"/>
              </a:rPr>
              <a:t>capacity</a:t>
            </a:r>
            <a:r>
              <a:rPr sz="2300" spc="-20" dirty="0">
                <a:solidFill>
                  <a:srgbClr val="282833"/>
                </a:solidFill>
                <a:latin typeface="Arial"/>
                <a:cs typeface="Arial"/>
              </a:rPr>
              <a:t> </a:t>
            </a:r>
            <a:r>
              <a:rPr sz="2300" dirty="0">
                <a:solidFill>
                  <a:srgbClr val="282833"/>
                </a:solidFill>
                <a:latin typeface="Arial"/>
                <a:cs typeface="Arial"/>
              </a:rPr>
              <a:t>they</a:t>
            </a:r>
            <a:r>
              <a:rPr sz="2300" spc="-20" dirty="0">
                <a:solidFill>
                  <a:srgbClr val="282833"/>
                </a:solidFill>
                <a:latin typeface="Arial"/>
                <a:cs typeface="Arial"/>
              </a:rPr>
              <a:t> </a:t>
            </a:r>
            <a:r>
              <a:rPr sz="2300" spc="-25" dirty="0">
                <a:solidFill>
                  <a:srgbClr val="282833"/>
                </a:solidFill>
                <a:latin typeface="Arial"/>
                <a:cs typeface="Arial"/>
              </a:rPr>
              <a:t>are 	</a:t>
            </a:r>
            <a:r>
              <a:rPr sz="2300" dirty="0">
                <a:solidFill>
                  <a:srgbClr val="282833"/>
                </a:solidFill>
                <a:latin typeface="Arial"/>
                <a:cs typeface="Arial"/>
              </a:rPr>
              <a:t>allowed</a:t>
            </a:r>
            <a:r>
              <a:rPr sz="2300" spc="-30" dirty="0">
                <a:solidFill>
                  <a:srgbClr val="282833"/>
                </a:solidFill>
                <a:latin typeface="Arial"/>
                <a:cs typeface="Arial"/>
              </a:rPr>
              <a:t> </a:t>
            </a:r>
            <a:r>
              <a:rPr sz="2300" dirty="0">
                <a:solidFill>
                  <a:srgbClr val="282833"/>
                </a:solidFill>
                <a:latin typeface="Arial"/>
                <a:cs typeface="Arial"/>
              </a:rPr>
              <a:t>to</a:t>
            </a:r>
            <a:r>
              <a:rPr sz="2300" spc="-25" dirty="0">
                <a:solidFill>
                  <a:srgbClr val="282833"/>
                </a:solidFill>
                <a:latin typeface="Arial"/>
                <a:cs typeface="Arial"/>
              </a:rPr>
              <a:t> </a:t>
            </a:r>
            <a:r>
              <a:rPr sz="2300" spc="-10" dirty="0">
                <a:solidFill>
                  <a:srgbClr val="282833"/>
                </a:solidFill>
                <a:latin typeface="Arial"/>
                <a:cs typeface="Arial"/>
              </a:rPr>
              <a:t>participate.</a:t>
            </a:r>
            <a:endParaRPr sz="2300" dirty="0">
              <a:latin typeface="Arial"/>
              <a:cs typeface="Arial"/>
            </a:endParaRPr>
          </a:p>
          <a:p>
            <a:pPr marL="468630" marR="5080" lvl="1" indent="-181610">
              <a:spcBef>
                <a:spcPts val="550"/>
              </a:spcBef>
              <a:buClr>
                <a:srgbClr val="93A299"/>
              </a:buClr>
              <a:buSzPct val="84782"/>
              <a:buChar char="•"/>
              <a:tabLst>
                <a:tab pos="469900" algn="l"/>
              </a:tabLst>
            </a:pPr>
            <a:r>
              <a:rPr sz="2300" dirty="0">
                <a:solidFill>
                  <a:srgbClr val="282833"/>
                </a:solidFill>
                <a:latin typeface="Arial"/>
                <a:cs typeface="Arial"/>
              </a:rPr>
              <a:t>In</a:t>
            </a:r>
            <a:r>
              <a:rPr sz="2300" spc="-25" dirty="0">
                <a:solidFill>
                  <a:srgbClr val="282833"/>
                </a:solidFill>
                <a:latin typeface="Arial"/>
                <a:cs typeface="Arial"/>
              </a:rPr>
              <a:t> </a:t>
            </a:r>
            <a:r>
              <a:rPr sz="2300" dirty="0">
                <a:solidFill>
                  <a:srgbClr val="282833"/>
                </a:solidFill>
                <a:latin typeface="Arial"/>
                <a:cs typeface="Arial"/>
              </a:rPr>
              <a:t>some</a:t>
            </a:r>
            <a:r>
              <a:rPr sz="2300" spc="-25" dirty="0">
                <a:solidFill>
                  <a:srgbClr val="282833"/>
                </a:solidFill>
                <a:latin typeface="Arial"/>
                <a:cs typeface="Arial"/>
              </a:rPr>
              <a:t> </a:t>
            </a:r>
            <a:r>
              <a:rPr sz="2300" dirty="0">
                <a:solidFill>
                  <a:srgbClr val="282833"/>
                </a:solidFill>
                <a:latin typeface="Arial"/>
                <a:cs typeface="Arial"/>
              </a:rPr>
              <a:t>collaborative</a:t>
            </a:r>
            <a:r>
              <a:rPr sz="2300" spc="-40" dirty="0">
                <a:solidFill>
                  <a:srgbClr val="282833"/>
                </a:solidFill>
                <a:latin typeface="Arial"/>
                <a:cs typeface="Arial"/>
              </a:rPr>
              <a:t> </a:t>
            </a:r>
            <a:r>
              <a:rPr sz="2300" dirty="0">
                <a:solidFill>
                  <a:srgbClr val="282833"/>
                </a:solidFill>
                <a:latin typeface="Arial"/>
                <a:cs typeface="Arial"/>
              </a:rPr>
              <a:t>networks,</a:t>
            </a:r>
            <a:r>
              <a:rPr sz="2300" spc="-25" dirty="0">
                <a:solidFill>
                  <a:srgbClr val="282833"/>
                </a:solidFill>
                <a:latin typeface="Arial"/>
                <a:cs typeface="Arial"/>
              </a:rPr>
              <a:t> </a:t>
            </a:r>
            <a:r>
              <a:rPr sz="2300" dirty="0">
                <a:solidFill>
                  <a:srgbClr val="282833"/>
                </a:solidFill>
                <a:latin typeface="Arial"/>
                <a:cs typeface="Arial"/>
              </a:rPr>
              <a:t>all</a:t>
            </a:r>
            <a:r>
              <a:rPr sz="2300" spc="-25" dirty="0">
                <a:solidFill>
                  <a:srgbClr val="282833"/>
                </a:solidFill>
                <a:latin typeface="Arial"/>
                <a:cs typeface="Arial"/>
              </a:rPr>
              <a:t> </a:t>
            </a:r>
            <a:r>
              <a:rPr sz="2300" dirty="0">
                <a:solidFill>
                  <a:srgbClr val="282833"/>
                </a:solidFill>
                <a:latin typeface="Arial"/>
                <a:cs typeface="Arial"/>
              </a:rPr>
              <a:t>participants</a:t>
            </a:r>
            <a:r>
              <a:rPr sz="2300" spc="-25" dirty="0">
                <a:solidFill>
                  <a:srgbClr val="282833"/>
                </a:solidFill>
                <a:latin typeface="Arial"/>
                <a:cs typeface="Arial"/>
              </a:rPr>
              <a:t> </a:t>
            </a:r>
            <a:r>
              <a:rPr sz="2300" dirty="0">
                <a:solidFill>
                  <a:srgbClr val="282833"/>
                </a:solidFill>
                <a:latin typeface="Arial"/>
                <a:cs typeface="Arial"/>
              </a:rPr>
              <a:t>may</a:t>
            </a:r>
            <a:r>
              <a:rPr sz="2300" spc="-25" dirty="0">
                <a:solidFill>
                  <a:srgbClr val="282833"/>
                </a:solidFill>
                <a:latin typeface="Arial"/>
                <a:cs typeface="Arial"/>
              </a:rPr>
              <a:t> </a:t>
            </a:r>
            <a:r>
              <a:rPr sz="2300" dirty="0">
                <a:solidFill>
                  <a:srgbClr val="282833"/>
                </a:solidFill>
                <a:latin typeface="Arial"/>
                <a:cs typeface="Arial"/>
              </a:rPr>
              <a:t>be</a:t>
            </a:r>
            <a:r>
              <a:rPr sz="2300" spc="-25" dirty="0">
                <a:solidFill>
                  <a:srgbClr val="282833"/>
                </a:solidFill>
                <a:latin typeface="Arial"/>
                <a:cs typeface="Arial"/>
              </a:rPr>
              <a:t> of 	</a:t>
            </a:r>
            <a:r>
              <a:rPr sz="2300" dirty="0">
                <a:solidFill>
                  <a:srgbClr val="282833"/>
                </a:solidFill>
                <a:latin typeface="Arial"/>
                <a:cs typeface="Arial"/>
              </a:rPr>
              <a:t>equal</a:t>
            </a:r>
            <a:r>
              <a:rPr sz="2300" spc="-10" dirty="0">
                <a:solidFill>
                  <a:srgbClr val="282833"/>
                </a:solidFill>
                <a:latin typeface="Arial"/>
                <a:cs typeface="Arial"/>
              </a:rPr>
              <a:t> </a:t>
            </a:r>
            <a:r>
              <a:rPr sz="2300" dirty="0">
                <a:solidFill>
                  <a:srgbClr val="282833"/>
                </a:solidFill>
                <a:latin typeface="Arial"/>
                <a:cs typeface="Arial"/>
              </a:rPr>
              <a:t>ranking</a:t>
            </a:r>
            <a:r>
              <a:rPr sz="2300" spc="-25" dirty="0">
                <a:solidFill>
                  <a:srgbClr val="282833"/>
                </a:solidFill>
                <a:latin typeface="Arial"/>
                <a:cs typeface="Arial"/>
              </a:rPr>
              <a:t> </a:t>
            </a:r>
            <a:r>
              <a:rPr sz="2300" dirty="0">
                <a:solidFill>
                  <a:srgbClr val="282833"/>
                </a:solidFill>
                <a:latin typeface="Arial"/>
                <a:cs typeface="Arial"/>
              </a:rPr>
              <a:t>(e.g.</a:t>
            </a:r>
            <a:r>
              <a:rPr sz="2300" spc="-15" dirty="0">
                <a:solidFill>
                  <a:srgbClr val="282833"/>
                </a:solidFill>
                <a:latin typeface="Arial"/>
                <a:cs typeface="Arial"/>
              </a:rPr>
              <a:t> </a:t>
            </a:r>
            <a:r>
              <a:rPr sz="2300" dirty="0">
                <a:solidFill>
                  <a:srgbClr val="282833"/>
                </a:solidFill>
                <a:latin typeface="Arial"/>
                <a:cs typeface="Arial"/>
              </a:rPr>
              <a:t>an</a:t>
            </a:r>
            <a:r>
              <a:rPr sz="2300" spc="-10" dirty="0">
                <a:solidFill>
                  <a:srgbClr val="282833"/>
                </a:solidFill>
                <a:latin typeface="Arial"/>
                <a:cs typeface="Arial"/>
              </a:rPr>
              <a:t> </a:t>
            </a:r>
            <a:r>
              <a:rPr sz="2300" dirty="0">
                <a:solidFill>
                  <a:srgbClr val="282833"/>
                </a:solidFill>
                <a:latin typeface="Arial"/>
                <a:cs typeface="Arial"/>
              </a:rPr>
              <a:t>interbank</a:t>
            </a:r>
            <a:r>
              <a:rPr sz="2300" spc="-25" dirty="0">
                <a:solidFill>
                  <a:srgbClr val="282833"/>
                </a:solidFill>
                <a:latin typeface="Arial"/>
                <a:cs typeface="Arial"/>
              </a:rPr>
              <a:t> </a:t>
            </a:r>
            <a:r>
              <a:rPr sz="2300" dirty="0">
                <a:solidFill>
                  <a:srgbClr val="282833"/>
                </a:solidFill>
                <a:latin typeface="Arial"/>
                <a:cs typeface="Arial"/>
              </a:rPr>
              <a:t>transfer</a:t>
            </a:r>
            <a:r>
              <a:rPr sz="2300" spc="-25" dirty="0">
                <a:solidFill>
                  <a:srgbClr val="282833"/>
                </a:solidFill>
                <a:latin typeface="Arial"/>
                <a:cs typeface="Arial"/>
              </a:rPr>
              <a:t> </a:t>
            </a:r>
            <a:r>
              <a:rPr sz="2300" dirty="0">
                <a:solidFill>
                  <a:srgbClr val="282833"/>
                </a:solidFill>
                <a:latin typeface="Arial"/>
                <a:cs typeface="Arial"/>
              </a:rPr>
              <a:t>network)</a:t>
            </a:r>
            <a:r>
              <a:rPr sz="2300" spc="-25" dirty="0">
                <a:solidFill>
                  <a:srgbClr val="282833"/>
                </a:solidFill>
                <a:latin typeface="Arial"/>
                <a:cs typeface="Arial"/>
              </a:rPr>
              <a:t> </a:t>
            </a:r>
            <a:r>
              <a:rPr sz="2300" spc="-10" dirty="0">
                <a:solidFill>
                  <a:srgbClr val="282833"/>
                </a:solidFill>
                <a:latin typeface="Arial"/>
                <a:cs typeface="Arial"/>
              </a:rPr>
              <a:t>whereas 	</a:t>
            </a:r>
            <a:r>
              <a:rPr sz="2300" dirty="0">
                <a:solidFill>
                  <a:srgbClr val="282833"/>
                </a:solidFill>
                <a:latin typeface="Arial"/>
                <a:cs typeface="Arial"/>
              </a:rPr>
              <a:t>other</a:t>
            </a:r>
            <a:r>
              <a:rPr sz="2300" spc="-30" dirty="0">
                <a:solidFill>
                  <a:srgbClr val="282833"/>
                </a:solidFill>
                <a:latin typeface="Arial"/>
                <a:cs typeface="Arial"/>
              </a:rPr>
              <a:t> </a:t>
            </a:r>
            <a:r>
              <a:rPr sz="2300" dirty="0">
                <a:solidFill>
                  <a:srgbClr val="282833"/>
                </a:solidFill>
                <a:latin typeface="Arial"/>
                <a:cs typeface="Arial"/>
              </a:rPr>
              <a:t>networks</a:t>
            </a:r>
            <a:r>
              <a:rPr sz="2300" spc="-20" dirty="0">
                <a:solidFill>
                  <a:srgbClr val="282833"/>
                </a:solidFill>
                <a:latin typeface="Arial"/>
                <a:cs typeface="Arial"/>
              </a:rPr>
              <a:t> </a:t>
            </a:r>
            <a:r>
              <a:rPr sz="2300" dirty="0">
                <a:solidFill>
                  <a:srgbClr val="282833"/>
                </a:solidFill>
                <a:latin typeface="Arial"/>
                <a:cs typeface="Arial"/>
              </a:rPr>
              <a:t>may</a:t>
            </a:r>
            <a:r>
              <a:rPr sz="2300" spc="-20" dirty="0">
                <a:solidFill>
                  <a:srgbClr val="282833"/>
                </a:solidFill>
                <a:latin typeface="Arial"/>
                <a:cs typeface="Arial"/>
              </a:rPr>
              <a:t> </a:t>
            </a:r>
            <a:r>
              <a:rPr sz="2300" dirty="0">
                <a:solidFill>
                  <a:srgbClr val="282833"/>
                </a:solidFill>
                <a:latin typeface="Arial"/>
                <a:cs typeface="Arial"/>
              </a:rPr>
              <a:t>have</a:t>
            </a:r>
            <a:r>
              <a:rPr sz="2300" spc="-20" dirty="0">
                <a:solidFill>
                  <a:srgbClr val="282833"/>
                </a:solidFill>
                <a:latin typeface="Arial"/>
                <a:cs typeface="Arial"/>
              </a:rPr>
              <a:t> </a:t>
            </a:r>
            <a:r>
              <a:rPr sz="2300" dirty="0">
                <a:solidFill>
                  <a:srgbClr val="282833"/>
                </a:solidFill>
                <a:latin typeface="Arial"/>
                <a:cs typeface="Arial"/>
              </a:rPr>
              <a:t>one</a:t>
            </a:r>
            <a:r>
              <a:rPr sz="2300" spc="-20" dirty="0">
                <a:solidFill>
                  <a:srgbClr val="282833"/>
                </a:solidFill>
                <a:latin typeface="Arial"/>
                <a:cs typeface="Arial"/>
              </a:rPr>
              <a:t> </a:t>
            </a:r>
            <a:r>
              <a:rPr sz="2300" dirty="0">
                <a:solidFill>
                  <a:srgbClr val="282833"/>
                </a:solidFill>
                <a:latin typeface="Arial"/>
                <a:cs typeface="Arial"/>
              </a:rPr>
              <a:t>dominant</a:t>
            </a:r>
            <a:r>
              <a:rPr sz="2300" spc="-15" dirty="0">
                <a:solidFill>
                  <a:srgbClr val="282833"/>
                </a:solidFill>
                <a:latin typeface="Arial"/>
                <a:cs typeface="Arial"/>
              </a:rPr>
              <a:t> </a:t>
            </a:r>
            <a:r>
              <a:rPr sz="2300" spc="-10" dirty="0">
                <a:solidFill>
                  <a:srgbClr val="282833"/>
                </a:solidFill>
                <a:latin typeface="Arial"/>
                <a:cs typeface="Arial"/>
              </a:rPr>
              <a:t>participant, 	</a:t>
            </a:r>
            <a:r>
              <a:rPr sz="2300" dirty="0">
                <a:solidFill>
                  <a:srgbClr val="282833"/>
                </a:solidFill>
                <a:latin typeface="Arial"/>
                <a:cs typeface="Arial"/>
              </a:rPr>
              <a:t>especially</a:t>
            </a:r>
            <a:r>
              <a:rPr sz="2300" spc="-25" dirty="0">
                <a:solidFill>
                  <a:srgbClr val="282833"/>
                </a:solidFill>
                <a:latin typeface="Arial"/>
                <a:cs typeface="Arial"/>
              </a:rPr>
              <a:t> </a:t>
            </a:r>
            <a:r>
              <a:rPr sz="2300" dirty="0">
                <a:solidFill>
                  <a:srgbClr val="282833"/>
                </a:solidFill>
                <a:latin typeface="Arial"/>
                <a:cs typeface="Arial"/>
              </a:rPr>
              <a:t>where</a:t>
            </a:r>
            <a:r>
              <a:rPr sz="2300" spc="-30" dirty="0">
                <a:solidFill>
                  <a:srgbClr val="282833"/>
                </a:solidFill>
                <a:latin typeface="Arial"/>
                <a:cs typeface="Arial"/>
              </a:rPr>
              <a:t> </a:t>
            </a:r>
            <a:r>
              <a:rPr sz="2300" dirty="0">
                <a:solidFill>
                  <a:srgbClr val="282833"/>
                </a:solidFill>
                <a:latin typeface="Arial"/>
                <a:cs typeface="Arial"/>
              </a:rPr>
              <a:t>government</a:t>
            </a:r>
            <a:r>
              <a:rPr sz="2300" spc="-30" dirty="0">
                <a:solidFill>
                  <a:srgbClr val="282833"/>
                </a:solidFill>
                <a:latin typeface="Arial"/>
                <a:cs typeface="Arial"/>
              </a:rPr>
              <a:t> </a:t>
            </a:r>
            <a:r>
              <a:rPr sz="2300" dirty="0">
                <a:solidFill>
                  <a:srgbClr val="282833"/>
                </a:solidFill>
                <a:latin typeface="Arial"/>
                <a:cs typeface="Arial"/>
              </a:rPr>
              <a:t>is</a:t>
            </a:r>
            <a:r>
              <a:rPr sz="2300" spc="-10" dirty="0">
                <a:solidFill>
                  <a:srgbClr val="282833"/>
                </a:solidFill>
                <a:latin typeface="Arial"/>
                <a:cs typeface="Arial"/>
              </a:rPr>
              <a:t> </a:t>
            </a:r>
            <a:r>
              <a:rPr sz="2300" dirty="0">
                <a:solidFill>
                  <a:srgbClr val="282833"/>
                </a:solidFill>
                <a:latin typeface="Arial"/>
                <a:cs typeface="Arial"/>
              </a:rPr>
              <a:t>involved</a:t>
            </a:r>
            <a:r>
              <a:rPr sz="2300" spc="-30" dirty="0">
                <a:solidFill>
                  <a:srgbClr val="282833"/>
                </a:solidFill>
                <a:latin typeface="Arial"/>
                <a:cs typeface="Arial"/>
              </a:rPr>
              <a:t> </a:t>
            </a:r>
            <a:r>
              <a:rPr sz="2300" dirty="0">
                <a:solidFill>
                  <a:srgbClr val="282833"/>
                </a:solidFill>
                <a:latin typeface="Arial"/>
                <a:cs typeface="Arial"/>
              </a:rPr>
              <a:t>(e.g.</a:t>
            </a:r>
            <a:r>
              <a:rPr sz="2300" spc="-25" dirty="0">
                <a:solidFill>
                  <a:srgbClr val="282833"/>
                </a:solidFill>
                <a:latin typeface="Arial"/>
                <a:cs typeface="Arial"/>
              </a:rPr>
              <a:t> </a:t>
            </a:r>
            <a:r>
              <a:rPr sz="2300" dirty="0">
                <a:solidFill>
                  <a:srgbClr val="282833"/>
                </a:solidFill>
                <a:latin typeface="Arial"/>
                <a:cs typeface="Arial"/>
              </a:rPr>
              <a:t>a</a:t>
            </a:r>
            <a:r>
              <a:rPr sz="2300" spc="-15" dirty="0">
                <a:solidFill>
                  <a:srgbClr val="282833"/>
                </a:solidFill>
                <a:latin typeface="Arial"/>
                <a:cs typeface="Arial"/>
              </a:rPr>
              <a:t> </a:t>
            </a:r>
            <a:r>
              <a:rPr sz="2300" spc="-10" dirty="0">
                <a:solidFill>
                  <a:srgbClr val="282833"/>
                </a:solidFill>
                <a:latin typeface="Arial"/>
                <a:cs typeface="Arial"/>
              </a:rPr>
              <a:t>property 	</a:t>
            </a:r>
            <a:r>
              <a:rPr sz="2300" dirty="0">
                <a:solidFill>
                  <a:srgbClr val="282833"/>
                </a:solidFill>
                <a:latin typeface="Arial"/>
                <a:cs typeface="Arial"/>
              </a:rPr>
              <a:t>title</a:t>
            </a:r>
            <a:r>
              <a:rPr sz="2300" spc="-20" dirty="0">
                <a:solidFill>
                  <a:srgbClr val="282833"/>
                </a:solidFill>
                <a:latin typeface="Arial"/>
                <a:cs typeface="Arial"/>
              </a:rPr>
              <a:t> </a:t>
            </a:r>
            <a:r>
              <a:rPr sz="2300" spc="-10" dirty="0">
                <a:solidFill>
                  <a:srgbClr val="282833"/>
                </a:solidFill>
                <a:latin typeface="Arial"/>
                <a:cs typeface="Arial"/>
              </a:rPr>
              <a:t>registry).</a:t>
            </a:r>
            <a:endParaRPr sz="23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038349" y="478537"/>
            <a:ext cx="5179060" cy="628377"/>
          </a:xfrm>
          <a:prstGeom prst="rect">
            <a:avLst/>
          </a:prstGeom>
        </p:spPr>
        <p:txBody>
          <a:bodyPr vert="horz" wrap="square" lIns="0" tIns="12700" rIns="0" bIns="0" rtlCol="0">
            <a:spAutoFit/>
          </a:bodyPr>
          <a:lstStyle/>
          <a:p>
            <a:pPr marL="12700">
              <a:spcBef>
                <a:spcPts val="100"/>
              </a:spcBef>
            </a:pPr>
            <a:r>
              <a:rPr lang="en-US" spc="-95" dirty="0"/>
              <a:t>1. </a:t>
            </a:r>
            <a:r>
              <a:rPr spc="-95" dirty="0"/>
              <a:t>Structural:</a:t>
            </a:r>
            <a:r>
              <a:rPr spc="-190" dirty="0"/>
              <a:t> </a:t>
            </a:r>
            <a:r>
              <a:rPr spc="-90" dirty="0"/>
              <a:t>Roles</a:t>
            </a:r>
          </a:p>
        </p:txBody>
      </p:sp>
      <p:sp>
        <p:nvSpPr>
          <p:cNvPr id="3" name="object 3"/>
          <p:cNvSpPr txBox="1"/>
          <p:nvPr/>
        </p:nvSpPr>
        <p:spPr>
          <a:xfrm>
            <a:off x="1905000" y="1219200"/>
            <a:ext cx="8138159" cy="5293995"/>
          </a:xfrm>
          <a:prstGeom prst="rect">
            <a:avLst/>
          </a:prstGeom>
        </p:spPr>
        <p:txBody>
          <a:bodyPr vert="horz" wrap="square" lIns="0" tIns="12700" rIns="0" bIns="0" rtlCol="0">
            <a:spAutoFit/>
          </a:bodyPr>
          <a:lstStyle/>
          <a:p>
            <a:pPr marL="194310" indent="-181610">
              <a:spcBef>
                <a:spcPts val="100"/>
              </a:spcBef>
              <a:buClr>
                <a:srgbClr val="93A299"/>
              </a:buClr>
              <a:buSzPct val="83333"/>
              <a:buFont typeface="Arial"/>
              <a:buChar char="•"/>
              <a:tabLst>
                <a:tab pos="194310" algn="l"/>
              </a:tabLst>
            </a:pPr>
            <a:r>
              <a:rPr sz="2400" i="1" spc="-10" dirty="0">
                <a:solidFill>
                  <a:srgbClr val="282833"/>
                </a:solidFill>
                <a:latin typeface="Arial"/>
                <a:cs typeface="Arial"/>
              </a:rPr>
              <a:t>Producer</a:t>
            </a:r>
            <a:endParaRPr sz="2400" dirty="0">
              <a:latin typeface="Arial"/>
              <a:cs typeface="Arial"/>
            </a:endParaRPr>
          </a:p>
          <a:p>
            <a:pPr marL="194945" marR="5080">
              <a:spcBef>
                <a:spcPts val="5"/>
              </a:spcBef>
            </a:pPr>
            <a:r>
              <a:rPr sz="2200" dirty="0">
                <a:solidFill>
                  <a:srgbClr val="282833"/>
                </a:solidFill>
                <a:latin typeface="Arial"/>
                <a:cs typeface="Arial"/>
              </a:rPr>
              <a:t>Participants</a:t>
            </a:r>
            <a:r>
              <a:rPr sz="2200" spc="-60" dirty="0">
                <a:solidFill>
                  <a:srgbClr val="282833"/>
                </a:solidFill>
                <a:latin typeface="Arial"/>
                <a:cs typeface="Arial"/>
              </a:rPr>
              <a:t> </a:t>
            </a:r>
            <a:r>
              <a:rPr sz="2200" dirty="0">
                <a:solidFill>
                  <a:srgbClr val="282833"/>
                </a:solidFill>
                <a:latin typeface="Arial"/>
                <a:cs typeface="Arial"/>
              </a:rPr>
              <a:t>that</a:t>
            </a:r>
            <a:r>
              <a:rPr sz="2200" spc="-40" dirty="0">
                <a:solidFill>
                  <a:srgbClr val="282833"/>
                </a:solidFill>
                <a:latin typeface="Arial"/>
                <a:cs typeface="Arial"/>
              </a:rPr>
              <a:t> </a:t>
            </a:r>
            <a:r>
              <a:rPr sz="2200" dirty="0">
                <a:solidFill>
                  <a:srgbClr val="282833"/>
                </a:solidFill>
                <a:latin typeface="Arial"/>
                <a:cs typeface="Arial"/>
              </a:rPr>
              <a:t>are</a:t>
            </a:r>
            <a:r>
              <a:rPr sz="2200" spc="-35"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dirty="0">
                <a:solidFill>
                  <a:srgbClr val="282833"/>
                </a:solidFill>
                <a:latin typeface="Arial"/>
                <a:cs typeface="Arial"/>
              </a:rPr>
              <a:t>creators</a:t>
            </a:r>
            <a:r>
              <a:rPr sz="2200" spc="-45" dirty="0">
                <a:solidFill>
                  <a:srgbClr val="282833"/>
                </a:solidFill>
                <a:latin typeface="Arial"/>
                <a:cs typeface="Arial"/>
              </a:rPr>
              <a:t> </a:t>
            </a:r>
            <a:r>
              <a:rPr sz="2200" dirty="0">
                <a:solidFill>
                  <a:srgbClr val="282833"/>
                </a:solidFill>
                <a:latin typeface="Arial"/>
                <a:cs typeface="Arial"/>
              </a:rPr>
              <a:t>or</a:t>
            </a:r>
            <a:r>
              <a:rPr sz="2200" spc="-30" dirty="0">
                <a:solidFill>
                  <a:srgbClr val="282833"/>
                </a:solidFill>
                <a:latin typeface="Arial"/>
                <a:cs typeface="Arial"/>
              </a:rPr>
              <a:t> </a:t>
            </a:r>
            <a:r>
              <a:rPr sz="2200" dirty="0">
                <a:solidFill>
                  <a:srgbClr val="282833"/>
                </a:solidFill>
                <a:latin typeface="Arial"/>
                <a:cs typeface="Arial"/>
              </a:rPr>
              <a:t>originators</a:t>
            </a:r>
            <a:r>
              <a:rPr sz="2200" spc="-45" dirty="0">
                <a:solidFill>
                  <a:srgbClr val="282833"/>
                </a:solidFill>
                <a:latin typeface="Arial"/>
                <a:cs typeface="Arial"/>
              </a:rPr>
              <a:t> </a:t>
            </a:r>
            <a:r>
              <a:rPr sz="2200" dirty="0">
                <a:solidFill>
                  <a:srgbClr val="282833"/>
                </a:solidFill>
                <a:latin typeface="Arial"/>
                <a:cs typeface="Arial"/>
              </a:rPr>
              <a:t>of</a:t>
            </a:r>
            <a:r>
              <a:rPr sz="2200" spc="-40" dirty="0">
                <a:solidFill>
                  <a:srgbClr val="282833"/>
                </a:solidFill>
                <a:latin typeface="Arial"/>
                <a:cs typeface="Arial"/>
              </a:rPr>
              <a:t> </a:t>
            </a:r>
            <a:r>
              <a:rPr sz="2200" dirty="0">
                <a:solidFill>
                  <a:srgbClr val="282833"/>
                </a:solidFill>
                <a:latin typeface="Arial"/>
                <a:cs typeface="Arial"/>
              </a:rPr>
              <a:t>the</a:t>
            </a:r>
            <a:r>
              <a:rPr sz="2200" spc="-45" dirty="0">
                <a:solidFill>
                  <a:srgbClr val="282833"/>
                </a:solidFill>
                <a:latin typeface="Arial"/>
                <a:cs typeface="Arial"/>
              </a:rPr>
              <a:t> </a:t>
            </a:r>
            <a:r>
              <a:rPr sz="2200" spc="-10" dirty="0">
                <a:solidFill>
                  <a:srgbClr val="282833"/>
                </a:solidFill>
                <a:latin typeface="Arial"/>
                <a:cs typeface="Arial"/>
              </a:rPr>
              <a:t>product </a:t>
            </a:r>
            <a:r>
              <a:rPr sz="2200" dirty="0">
                <a:solidFill>
                  <a:srgbClr val="282833"/>
                </a:solidFill>
                <a:latin typeface="Arial"/>
                <a:cs typeface="Arial"/>
              </a:rPr>
              <a:t>being</a:t>
            </a:r>
            <a:r>
              <a:rPr sz="2200" spc="-40" dirty="0">
                <a:solidFill>
                  <a:srgbClr val="282833"/>
                </a:solidFill>
                <a:latin typeface="Arial"/>
                <a:cs typeface="Arial"/>
              </a:rPr>
              <a:t> </a:t>
            </a:r>
            <a:r>
              <a:rPr sz="2200" dirty="0">
                <a:solidFill>
                  <a:srgbClr val="282833"/>
                </a:solidFill>
                <a:latin typeface="Arial"/>
                <a:cs typeface="Arial"/>
              </a:rPr>
              <a:t>recorded</a:t>
            </a:r>
            <a:r>
              <a:rPr sz="2200" spc="-30" dirty="0">
                <a:solidFill>
                  <a:srgbClr val="282833"/>
                </a:solidFill>
                <a:latin typeface="Arial"/>
                <a:cs typeface="Arial"/>
              </a:rPr>
              <a:t> </a:t>
            </a:r>
            <a:r>
              <a:rPr sz="2200" dirty="0">
                <a:solidFill>
                  <a:srgbClr val="282833"/>
                </a:solidFill>
                <a:latin typeface="Arial"/>
                <a:cs typeface="Arial"/>
              </a:rPr>
              <a:t>on</a:t>
            </a:r>
            <a:r>
              <a:rPr sz="2200" spc="-35"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dirty="0">
                <a:solidFill>
                  <a:srgbClr val="282833"/>
                </a:solidFill>
                <a:latin typeface="Arial"/>
                <a:cs typeface="Arial"/>
              </a:rPr>
              <a:t>blockchain.</a:t>
            </a:r>
            <a:r>
              <a:rPr sz="2200" spc="-50" dirty="0">
                <a:solidFill>
                  <a:srgbClr val="282833"/>
                </a:solidFill>
                <a:latin typeface="Arial"/>
                <a:cs typeface="Arial"/>
              </a:rPr>
              <a:t> </a:t>
            </a:r>
            <a:r>
              <a:rPr sz="2200" dirty="0">
                <a:solidFill>
                  <a:srgbClr val="282833"/>
                </a:solidFill>
                <a:latin typeface="Arial"/>
                <a:cs typeface="Arial"/>
              </a:rPr>
              <a:t>For</a:t>
            </a:r>
            <a:r>
              <a:rPr sz="2200" spc="-30" dirty="0">
                <a:solidFill>
                  <a:srgbClr val="282833"/>
                </a:solidFill>
                <a:latin typeface="Arial"/>
                <a:cs typeface="Arial"/>
              </a:rPr>
              <a:t> </a:t>
            </a:r>
            <a:r>
              <a:rPr sz="2200" dirty="0">
                <a:solidFill>
                  <a:srgbClr val="282833"/>
                </a:solidFill>
                <a:latin typeface="Arial"/>
                <a:cs typeface="Arial"/>
              </a:rPr>
              <a:t>example,</a:t>
            </a:r>
            <a:r>
              <a:rPr sz="2200" spc="-35" dirty="0">
                <a:solidFill>
                  <a:srgbClr val="282833"/>
                </a:solidFill>
                <a:latin typeface="Arial"/>
                <a:cs typeface="Arial"/>
              </a:rPr>
              <a:t> </a:t>
            </a:r>
            <a:r>
              <a:rPr sz="2200" dirty="0">
                <a:solidFill>
                  <a:srgbClr val="282833"/>
                </a:solidFill>
                <a:latin typeface="Arial"/>
                <a:cs typeface="Arial"/>
              </a:rPr>
              <a:t>in</a:t>
            </a:r>
            <a:r>
              <a:rPr sz="2200" spc="-40" dirty="0">
                <a:solidFill>
                  <a:srgbClr val="282833"/>
                </a:solidFill>
                <a:latin typeface="Arial"/>
                <a:cs typeface="Arial"/>
              </a:rPr>
              <a:t> </a:t>
            </a:r>
            <a:r>
              <a:rPr sz="2200" dirty="0">
                <a:solidFill>
                  <a:srgbClr val="282833"/>
                </a:solidFill>
                <a:latin typeface="Arial"/>
                <a:cs typeface="Arial"/>
              </a:rPr>
              <a:t>supply</a:t>
            </a:r>
            <a:r>
              <a:rPr sz="2200" spc="-50" dirty="0">
                <a:solidFill>
                  <a:srgbClr val="282833"/>
                </a:solidFill>
                <a:latin typeface="Arial"/>
                <a:cs typeface="Arial"/>
              </a:rPr>
              <a:t> </a:t>
            </a:r>
            <a:r>
              <a:rPr sz="2200" spc="-10" dirty="0">
                <a:solidFill>
                  <a:srgbClr val="282833"/>
                </a:solidFill>
                <a:latin typeface="Arial"/>
                <a:cs typeface="Arial"/>
              </a:rPr>
              <a:t>chain </a:t>
            </a:r>
            <a:r>
              <a:rPr sz="2200" dirty="0">
                <a:solidFill>
                  <a:srgbClr val="282833"/>
                </a:solidFill>
                <a:latin typeface="Arial"/>
                <a:cs typeface="Arial"/>
              </a:rPr>
              <a:t>networks</a:t>
            </a:r>
            <a:r>
              <a:rPr sz="2200" spc="-70" dirty="0">
                <a:solidFill>
                  <a:srgbClr val="282833"/>
                </a:solidFill>
                <a:latin typeface="Arial"/>
                <a:cs typeface="Arial"/>
              </a:rPr>
              <a:t> </a:t>
            </a:r>
            <a:r>
              <a:rPr sz="2200" dirty="0">
                <a:solidFill>
                  <a:srgbClr val="282833"/>
                </a:solidFill>
                <a:latin typeface="Arial"/>
                <a:cs typeface="Arial"/>
              </a:rPr>
              <a:t>this</a:t>
            </a:r>
            <a:r>
              <a:rPr sz="2200" spc="-65" dirty="0">
                <a:solidFill>
                  <a:srgbClr val="282833"/>
                </a:solidFill>
                <a:latin typeface="Arial"/>
                <a:cs typeface="Arial"/>
              </a:rPr>
              <a:t> </a:t>
            </a:r>
            <a:r>
              <a:rPr sz="2200" dirty="0">
                <a:solidFill>
                  <a:srgbClr val="282833"/>
                </a:solidFill>
                <a:latin typeface="Arial"/>
                <a:cs typeface="Arial"/>
              </a:rPr>
              <a:t>could</a:t>
            </a:r>
            <a:r>
              <a:rPr sz="2200" spc="-70" dirty="0">
                <a:solidFill>
                  <a:srgbClr val="282833"/>
                </a:solidFill>
                <a:latin typeface="Arial"/>
                <a:cs typeface="Arial"/>
              </a:rPr>
              <a:t> </a:t>
            </a:r>
            <a:r>
              <a:rPr sz="2200" dirty="0">
                <a:solidFill>
                  <a:srgbClr val="282833"/>
                </a:solidFill>
                <a:latin typeface="Arial"/>
                <a:cs typeface="Arial"/>
              </a:rPr>
              <a:t>be</a:t>
            </a:r>
            <a:r>
              <a:rPr sz="2200" spc="-65" dirty="0">
                <a:solidFill>
                  <a:srgbClr val="282833"/>
                </a:solidFill>
                <a:latin typeface="Arial"/>
                <a:cs typeface="Arial"/>
              </a:rPr>
              <a:t> </a:t>
            </a:r>
            <a:r>
              <a:rPr sz="2200" dirty="0">
                <a:solidFill>
                  <a:srgbClr val="282833"/>
                </a:solidFill>
                <a:latin typeface="Arial"/>
                <a:cs typeface="Arial"/>
              </a:rPr>
              <a:t>the</a:t>
            </a:r>
            <a:r>
              <a:rPr sz="2200" spc="-55" dirty="0">
                <a:solidFill>
                  <a:srgbClr val="282833"/>
                </a:solidFill>
                <a:latin typeface="Arial"/>
                <a:cs typeface="Arial"/>
              </a:rPr>
              <a:t> </a:t>
            </a:r>
            <a:r>
              <a:rPr sz="2200" dirty="0">
                <a:solidFill>
                  <a:srgbClr val="282833"/>
                </a:solidFill>
                <a:latin typeface="Arial"/>
                <a:cs typeface="Arial"/>
              </a:rPr>
              <a:t>primary</a:t>
            </a:r>
            <a:r>
              <a:rPr sz="2200" spc="-60" dirty="0">
                <a:solidFill>
                  <a:srgbClr val="282833"/>
                </a:solidFill>
                <a:latin typeface="Arial"/>
                <a:cs typeface="Arial"/>
              </a:rPr>
              <a:t> </a:t>
            </a:r>
            <a:r>
              <a:rPr sz="2200" spc="-10" dirty="0">
                <a:solidFill>
                  <a:srgbClr val="282833"/>
                </a:solidFill>
                <a:latin typeface="Arial"/>
                <a:cs typeface="Arial"/>
              </a:rPr>
              <a:t>producer,</a:t>
            </a:r>
            <a:r>
              <a:rPr sz="2200" spc="-55" dirty="0">
                <a:solidFill>
                  <a:srgbClr val="282833"/>
                </a:solidFill>
                <a:latin typeface="Arial"/>
                <a:cs typeface="Arial"/>
              </a:rPr>
              <a:t> </a:t>
            </a:r>
            <a:r>
              <a:rPr sz="2200" dirty="0">
                <a:solidFill>
                  <a:srgbClr val="282833"/>
                </a:solidFill>
                <a:latin typeface="Arial"/>
                <a:cs typeface="Arial"/>
              </a:rPr>
              <a:t>mining</a:t>
            </a:r>
            <a:r>
              <a:rPr sz="2200" spc="-65" dirty="0">
                <a:solidFill>
                  <a:srgbClr val="282833"/>
                </a:solidFill>
                <a:latin typeface="Arial"/>
                <a:cs typeface="Arial"/>
              </a:rPr>
              <a:t> </a:t>
            </a:r>
            <a:r>
              <a:rPr sz="2200" dirty="0">
                <a:solidFill>
                  <a:srgbClr val="282833"/>
                </a:solidFill>
                <a:latin typeface="Arial"/>
                <a:cs typeface="Arial"/>
              </a:rPr>
              <a:t>company</a:t>
            </a:r>
            <a:r>
              <a:rPr sz="2200" spc="-65" dirty="0">
                <a:solidFill>
                  <a:srgbClr val="282833"/>
                </a:solidFill>
                <a:latin typeface="Arial"/>
                <a:cs typeface="Arial"/>
              </a:rPr>
              <a:t> </a:t>
            </a:r>
            <a:r>
              <a:rPr sz="2200" spc="-25" dirty="0">
                <a:solidFill>
                  <a:srgbClr val="282833"/>
                </a:solidFill>
                <a:latin typeface="Arial"/>
                <a:cs typeface="Arial"/>
              </a:rPr>
              <a:t>or </a:t>
            </a:r>
            <a:r>
              <a:rPr sz="2200" spc="-10" dirty="0">
                <a:solidFill>
                  <a:srgbClr val="282833"/>
                </a:solidFill>
                <a:latin typeface="Arial"/>
                <a:cs typeface="Arial"/>
              </a:rPr>
              <a:t>manufacturer.</a:t>
            </a:r>
            <a:endParaRPr sz="2200" dirty="0">
              <a:latin typeface="Arial"/>
              <a:cs typeface="Arial"/>
            </a:endParaRPr>
          </a:p>
          <a:p>
            <a:pPr marL="194310" indent="-181610">
              <a:spcBef>
                <a:spcPts val="570"/>
              </a:spcBef>
              <a:buClr>
                <a:srgbClr val="93A299"/>
              </a:buClr>
              <a:buSzPct val="83333"/>
              <a:buFont typeface="Arial"/>
              <a:buChar char="•"/>
              <a:tabLst>
                <a:tab pos="194310" algn="l"/>
              </a:tabLst>
            </a:pPr>
            <a:r>
              <a:rPr sz="2400" i="1" spc="-10" dirty="0">
                <a:solidFill>
                  <a:srgbClr val="282833"/>
                </a:solidFill>
                <a:latin typeface="Arial"/>
                <a:cs typeface="Arial"/>
              </a:rPr>
              <a:t>Consumer</a:t>
            </a:r>
            <a:endParaRPr sz="2400" dirty="0">
              <a:latin typeface="Arial"/>
              <a:cs typeface="Arial"/>
            </a:endParaRPr>
          </a:p>
          <a:p>
            <a:pPr marL="195580" marR="17780">
              <a:spcBef>
                <a:spcPts val="10"/>
              </a:spcBef>
            </a:pPr>
            <a:r>
              <a:rPr sz="2200" dirty="0">
                <a:solidFill>
                  <a:srgbClr val="282833"/>
                </a:solidFill>
                <a:latin typeface="Arial"/>
                <a:cs typeface="Arial"/>
              </a:rPr>
              <a:t>Participants</a:t>
            </a:r>
            <a:r>
              <a:rPr sz="2200" spc="-45" dirty="0">
                <a:solidFill>
                  <a:srgbClr val="282833"/>
                </a:solidFill>
                <a:latin typeface="Arial"/>
                <a:cs typeface="Arial"/>
              </a:rPr>
              <a:t> </a:t>
            </a:r>
            <a:r>
              <a:rPr sz="2200" dirty="0">
                <a:solidFill>
                  <a:srgbClr val="282833"/>
                </a:solidFill>
                <a:latin typeface="Arial"/>
                <a:cs typeface="Arial"/>
              </a:rPr>
              <a:t>who</a:t>
            </a:r>
            <a:r>
              <a:rPr sz="2200" spc="-30" dirty="0">
                <a:solidFill>
                  <a:srgbClr val="282833"/>
                </a:solidFill>
                <a:latin typeface="Arial"/>
                <a:cs typeface="Arial"/>
              </a:rPr>
              <a:t> </a:t>
            </a:r>
            <a:r>
              <a:rPr sz="2200" dirty="0">
                <a:solidFill>
                  <a:srgbClr val="282833"/>
                </a:solidFill>
                <a:latin typeface="Arial"/>
                <a:cs typeface="Arial"/>
              </a:rPr>
              <a:t>are</a:t>
            </a:r>
            <a:r>
              <a:rPr sz="2200" spc="-25" dirty="0">
                <a:solidFill>
                  <a:srgbClr val="282833"/>
                </a:solidFill>
                <a:latin typeface="Arial"/>
                <a:cs typeface="Arial"/>
              </a:rPr>
              <a:t> </a:t>
            </a:r>
            <a:r>
              <a:rPr sz="2200" dirty="0">
                <a:solidFill>
                  <a:srgbClr val="282833"/>
                </a:solidFill>
                <a:latin typeface="Arial"/>
                <a:cs typeface="Arial"/>
              </a:rPr>
              <a:t>the</a:t>
            </a:r>
            <a:r>
              <a:rPr sz="2200" spc="-30" dirty="0">
                <a:solidFill>
                  <a:srgbClr val="282833"/>
                </a:solidFill>
                <a:latin typeface="Arial"/>
                <a:cs typeface="Arial"/>
              </a:rPr>
              <a:t> </a:t>
            </a:r>
            <a:r>
              <a:rPr sz="2200" dirty="0">
                <a:solidFill>
                  <a:srgbClr val="282833"/>
                </a:solidFill>
                <a:latin typeface="Arial"/>
                <a:cs typeface="Arial"/>
              </a:rPr>
              <a:t>consumer</a:t>
            </a:r>
            <a:r>
              <a:rPr sz="2200" spc="-25" dirty="0">
                <a:solidFill>
                  <a:srgbClr val="282833"/>
                </a:solidFill>
                <a:latin typeface="Arial"/>
                <a:cs typeface="Arial"/>
              </a:rPr>
              <a:t> </a:t>
            </a:r>
            <a:r>
              <a:rPr sz="2200" dirty="0">
                <a:solidFill>
                  <a:srgbClr val="282833"/>
                </a:solidFill>
                <a:latin typeface="Arial"/>
                <a:cs typeface="Arial"/>
              </a:rPr>
              <a:t>of</a:t>
            </a:r>
            <a:r>
              <a:rPr sz="2200" spc="-20" dirty="0">
                <a:solidFill>
                  <a:srgbClr val="282833"/>
                </a:solidFill>
                <a:latin typeface="Arial"/>
                <a:cs typeface="Arial"/>
              </a:rPr>
              <a:t> </a:t>
            </a:r>
            <a:r>
              <a:rPr sz="2200" dirty="0">
                <a:solidFill>
                  <a:srgbClr val="282833"/>
                </a:solidFill>
                <a:latin typeface="Arial"/>
                <a:cs typeface="Arial"/>
              </a:rPr>
              <a:t>a</a:t>
            </a:r>
            <a:r>
              <a:rPr sz="2200" spc="-30" dirty="0">
                <a:solidFill>
                  <a:srgbClr val="282833"/>
                </a:solidFill>
                <a:latin typeface="Arial"/>
                <a:cs typeface="Arial"/>
              </a:rPr>
              <a:t> </a:t>
            </a:r>
            <a:r>
              <a:rPr sz="2200" dirty="0">
                <a:solidFill>
                  <a:srgbClr val="282833"/>
                </a:solidFill>
                <a:latin typeface="Arial"/>
                <a:cs typeface="Arial"/>
              </a:rPr>
              <a:t>product</a:t>
            </a:r>
            <a:r>
              <a:rPr sz="2200" spc="-25" dirty="0">
                <a:solidFill>
                  <a:srgbClr val="282833"/>
                </a:solidFill>
                <a:latin typeface="Arial"/>
                <a:cs typeface="Arial"/>
              </a:rPr>
              <a:t> </a:t>
            </a:r>
            <a:r>
              <a:rPr sz="2200" dirty="0">
                <a:solidFill>
                  <a:srgbClr val="282833"/>
                </a:solidFill>
                <a:latin typeface="Arial"/>
                <a:cs typeface="Arial"/>
              </a:rPr>
              <a:t>or</a:t>
            </a:r>
            <a:r>
              <a:rPr sz="2200" spc="-20" dirty="0">
                <a:solidFill>
                  <a:srgbClr val="282833"/>
                </a:solidFill>
                <a:latin typeface="Arial"/>
                <a:cs typeface="Arial"/>
              </a:rPr>
              <a:t> </a:t>
            </a:r>
            <a:r>
              <a:rPr sz="2200" dirty="0">
                <a:solidFill>
                  <a:srgbClr val="282833"/>
                </a:solidFill>
                <a:latin typeface="Arial"/>
                <a:cs typeface="Arial"/>
              </a:rPr>
              <a:t>service</a:t>
            </a:r>
            <a:r>
              <a:rPr sz="2200" spc="-35" dirty="0">
                <a:solidFill>
                  <a:srgbClr val="282833"/>
                </a:solidFill>
                <a:latin typeface="Arial"/>
                <a:cs typeface="Arial"/>
              </a:rPr>
              <a:t> </a:t>
            </a:r>
            <a:r>
              <a:rPr sz="2200" spc="-10" dirty="0">
                <a:solidFill>
                  <a:srgbClr val="282833"/>
                </a:solidFill>
                <a:latin typeface="Arial"/>
                <a:cs typeface="Arial"/>
              </a:rPr>
              <a:t>being </a:t>
            </a:r>
            <a:r>
              <a:rPr sz="2200" dirty="0">
                <a:solidFill>
                  <a:srgbClr val="282833"/>
                </a:solidFill>
                <a:latin typeface="Arial"/>
                <a:cs typeface="Arial"/>
              </a:rPr>
              <a:t>recorded</a:t>
            </a:r>
            <a:r>
              <a:rPr sz="2200" spc="-35" dirty="0">
                <a:solidFill>
                  <a:srgbClr val="282833"/>
                </a:solidFill>
                <a:latin typeface="Arial"/>
                <a:cs typeface="Arial"/>
              </a:rPr>
              <a:t> </a:t>
            </a:r>
            <a:r>
              <a:rPr sz="2200" dirty="0">
                <a:solidFill>
                  <a:srgbClr val="282833"/>
                </a:solidFill>
                <a:latin typeface="Arial"/>
                <a:cs typeface="Arial"/>
              </a:rPr>
              <a:t>on</a:t>
            </a:r>
            <a:r>
              <a:rPr sz="2200" spc="-40"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dirty="0">
                <a:solidFill>
                  <a:srgbClr val="282833"/>
                </a:solidFill>
                <a:latin typeface="Arial"/>
                <a:cs typeface="Arial"/>
              </a:rPr>
              <a:t>blockchain.</a:t>
            </a:r>
            <a:r>
              <a:rPr sz="2200" spc="-55" dirty="0">
                <a:solidFill>
                  <a:srgbClr val="282833"/>
                </a:solidFill>
                <a:latin typeface="Arial"/>
                <a:cs typeface="Arial"/>
              </a:rPr>
              <a:t> </a:t>
            </a:r>
            <a:r>
              <a:rPr sz="2200" dirty="0">
                <a:solidFill>
                  <a:srgbClr val="282833"/>
                </a:solidFill>
                <a:latin typeface="Arial"/>
                <a:cs typeface="Arial"/>
              </a:rPr>
              <a:t>In</a:t>
            </a:r>
            <a:r>
              <a:rPr sz="2200" spc="-40" dirty="0">
                <a:solidFill>
                  <a:srgbClr val="282833"/>
                </a:solidFill>
                <a:latin typeface="Arial"/>
                <a:cs typeface="Arial"/>
              </a:rPr>
              <a:t> </a:t>
            </a:r>
            <a:r>
              <a:rPr sz="2200" dirty="0">
                <a:solidFill>
                  <a:srgbClr val="282833"/>
                </a:solidFill>
                <a:latin typeface="Arial"/>
                <a:cs typeface="Arial"/>
              </a:rPr>
              <a:t>a</a:t>
            </a:r>
            <a:r>
              <a:rPr sz="2200" spc="-40" dirty="0">
                <a:solidFill>
                  <a:srgbClr val="282833"/>
                </a:solidFill>
                <a:latin typeface="Arial"/>
                <a:cs typeface="Arial"/>
              </a:rPr>
              <a:t> </a:t>
            </a:r>
            <a:r>
              <a:rPr sz="2200" dirty="0">
                <a:solidFill>
                  <a:srgbClr val="282833"/>
                </a:solidFill>
                <a:latin typeface="Arial"/>
                <a:cs typeface="Arial"/>
              </a:rPr>
              <a:t>supply</a:t>
            </a:r>
            <a:r>
              <a:rPr sz="2200" spc="-40" dirty="0">
                <a:solidFill>
                  <a:srgbClr val="282833"/>
                </a:solidFill>
                <a:latin typeface="Arial"/>
                <a:cs typeface="Arial"/>
              </a:rPr>
              <a:t> </a:t>
            </a:r>
            <a:r>
              <a:rPr sz="2200" dirty="0">
                <a:solidFill>
                  <a:srgbClr val="282833"/>
                </a:solidFill>
                <a:latin typeface="Arial"/>
                <a:cs typeface="Arial"/>
              </a:rPr>
              <a:t>chain</a:t>
            </a:r>
            <a:r>
              <a:rPr sz="2200" spc="-45" dirty="0">
                <a:solidFill>
                  <a:srgbClr val="282833"/>
                </a:solidFill>
                <a:latin typeface="Arial"/>
                <a:cs typeface="Arial"/>
              </a:rPr>
              <a:t> </a:t>
            </a:r>
            <a:r>
              <a:rPr sz="2200" dirty="0">
                <a:solidFill>
                  <a:srgbClr val="282833"/>
                </a:solidFill>
                <a:latin typeface="Arial"/>
                <a:cs typeface="Arial"/>
              </a:rPr>
              <a:t>scenario</a:t>
            </a:r>
            <a:r>
              <a:rPr sz="2200" spc="-40"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spc="-25" dirty="0">
                <a:solidFill>
                  <a:srgbClr val="282833"/>
                </a:solidFill>
                <a:latin typeface="Arial"/>
                <a:cs typeface="Arial"/>
              </a:rPr>
              <a:t>end </a:t>
            </a:r>
            <a:r>
              <a:rPr sz="2200" dirty="0">
                <a:solidFill>
                  <a:srgbClr val="282833"/>
                </a:solidFill>
                <a:latin typeface="Arial"/>
                <a:cs typeface="Arial"/>
              </a:rPr>
              <a:t>consumer</a:t>
            </a:r>
            <a:r>
              <a:rPr sz="2200" spc="-55" dirty="0">
                <a:solidFill>
                  <a:srgbClr val="282833"/>
                </a:solidFill>
                <a:latin typeface="Arial"/>
                <a:cs typeface="Arial"/>
              </a:rPr>
              <a:t> </a:t>
            </a:r>
            <a:r>
              <a:rPr sz="2200" dirty="0">
                <a:solidFill>
                  <a:srgbClr val="282833"/>
                </a:solidFill>
                <a:latin typeface="Arial"/>
                <a:cs typeface="Arial"/>
              </a:rPr>
              <a:t>may</a:t>
            </a:r>
            <a:r>
              <a:rPr sz="2200" spc="-60" dirty="0">
                <a:solidFill>
                  <a:srgbClr val="282833"/>
                </a:solidFill>
                <a:latin typeface="Arial"/>
                <a:cs typeface="Arial"/>
              </a:rPr>
              <a:t> </a:t>
            </a:r>
            <a:r>
              <a:rPr sz="2200" dirty="0">
                <a:solidFill>
                  <a:srgbClr val="282833"/>
                </a:solidFill>
                <a:latin typeface="Arial"/>
                <a:cs typeface="Arial"/>
              </a:rPr>
              <a:t>be</a:t>
            </a:r>
            <a:r>
              <a:rPr sz="2200" spc="-50" dirty="0">
                <a:solidFill>
                  <a:srgbClr val="282833"/>
                </a:solidFill>
                <a:latin typeface="Arial"/>
                <a:cs typeface="Arial"/>
              </a:rPr>
              <a:t> </a:t>
            </a:r>
            <a:r>
              <a:rPr sz="2200" dirty="0">
                <a:solidFill>
                  <a:srgbClr val="282833"/>
                </a:solidFill>
                <a:latin typeface="Arial"/>
                <a:cs typeface="Arial"/>
              </a:rPr>
              <a:t>the</a:t>
            </a:r>
            <a:r>
              <a:rPr sz="2200" spc="-55" dirty="0">
                <a:solidFill>
                  <a:srgbClr val="282833"/>
                </a:solidFill>
                <a:latin typeface="Arial"/>
                <a:cs typeface="Arial"/>
              </a:rPr>
              <a:t> </a:t>
            </a:r>
            <a:r>
              <a:rPr sz="2200" spc="-10" dirty="0">
                <a:solidFill>
                  <a:srgbClr val="282833"/>
                </a:solidFill>
                <a:latin typeface="Arial"/>
                <a:cs typeface="Arial"/>
              </a:rPr>
              <a:t>retailer,</a:t>
            </a:r>
            <a:r>
              <a:rPr sz="2200" spc="-50" dirty="0">
                <a:solidFill>
                  <a:srgbClr val="282833"/>
                </a:solidFill>
                <a:latin typeface="Arial"/>
                <a:cs typeface="Arial"/>
              </a:rPr>
              <a:t> </a:t>
            </a:r>
            <a:r>
              <a:rPr sz="2200" dirty="0">
                <a:solidFill>
                  <a:srgbClr val="282833"/>
                </a:solidFill>
                <a:latin typeface="Arial"/>
                <a:cs typeface="Arial"/>
              </a:rPr>
              <a:t>rather</a:t>
            </a:r>
            <a:r>
              <a:rPr sz="2200" spc="-45" dirty="0">
                <a:solidFill>
                  <a:srgbClr val="282833"/>
                </a:solidFill>
                <a:latin typeface="Arial"/>
                <a:cs typeface="Arial"/>
              </a:rPr>
              <a:t> </a:t>
            </a:r>
            <a:r>
              <a:rPr sz="2200" dirty="0">
                <a:solidFill>
                  <a:srgbClr val="282833"/>
                </a:solidFill>
                <a:latin typeface="Arial"/>
                <a:cs typeface="Arial"/>
              </a:rPr>
              <a:t>than</a:t>
            </a:r>
            <a:r>
              <a:rPr sz="2200" spc="-50" dirty="0">
                <a:solidFill>
                  <a:srgbClr val="282833"/>
                </a:solidFill>
                <a:latin typeface="Arial"/>
                <a:cs typeface="Arial"/>
              </a:rPr>
              <a:t> </a:t>
            </a:r>
            <a:r>
              <a:rPr sz="2200" dirty="0">
                <a:solidFill>
                  <a:srgbClr val="282833"/>
                </a:solidFill>
                <a:latin typeface="Arial"/>
                <a:cs typeface="Arial"/>
              </a:rPr>
              <a:t>members</a:t>
            </a:r>
            <a:r>
              <a:rPr sz="2200" spc="-55" dirty="0">
                <a:solidFill>
                  <a:srgbClr val="282833"/>
                </a:solidFill>
                <a:latin typeface="Arial"/>
                <a:cs typeface="Arial"/>
              </a:rPr>
              <a:t> </a:t>
            </a:r>
            <a:r>
              <a:rPr sz="2200" dirty="0">
                <a:solidFill>
                  <a:srgbClr val="282833"/>
                </a:solidFill>
                <a:latin typeface="Arial"/>
                <a:cs typeface="Arial"/>
              </a:rPr>
              <a:t>of</a:t>
            </a:r>
            <a:r>
              <a:rPr sz="2200" spc="-50" dirty="0">
                <a:solidFill>
                  <a:srgbClr val="282833"/>
                </a:solidFill>
                <a:latin typeface="Arial"/>
                <a:cs typeface="Arial"/>
              </a:rPr>
              <a:t> </a:t>
            </a:r>
            <a:r>
              <a:rPr sz="2200" spc="-25" dirty="0">
                <a:solidFill>
                  <a:srgbClr val="282833"/>
                </a:solidFill>
                <a:latin typeface="Arial"/>
                <a:cs typeface="Arial"/>
              </a:rPr>
              <a:t>the </a:t>
            </a:r>
            <a:r>
              <a:rPr sz="2200" dirty="0">
                <a:solidFill>
                  <a:srgbClr val="282833"/>
                </a:solidFill>
                <a:latin typeface="Arial"/>
                <a:cs typeface="Arial"/>
              </a:rPr>
              <a:t>public.</a:t>
            </a:r>
            <a:r>
              <a:rPr sz="2200" spc="-35" dirty="0">
                <a:solidFill>
                  <a:srgbClr val="282833"/>
                </a:solidFill>
                <a:latin typeface="Arial"/>
                <a:cs typeface="Arial"/>
              </a:rPr>
              <a:t> </a:t>
            </a:r>
            <a:r>
              <a:rPr sz="2200" dirty="0">
                <a:solidFill>
                  <a:srgbClr val="282833"/>
                </a:solidFill>
                <a:latin typeface="Arial"/>
                <a:cs typeface="Arial"/>
              </a:rPr>
              <a:t>In</a:t>
            </a:r>
            <a:r>
              <a:rPr sz="2200" spc="-35" dirty="0">
                <a:solidFill>
                  <a:srgbClr val="282833"/>
                </a:solidFill>
                <a:latin typeface="Arial"/>
                <a:cs typeface="Arial"/>
              </a:rPr>
              <a:t> </a:t>
            </a:r>
            <a:r>
              <a:rPr sz="2200" dirty="0">
                <a:solidFill>
                  <a:srgbClr val="282833"/>
                </a:solidFill>
                <a:latin typeface="Arial"/>
                <a:cs typeface="Arial"/>
              </a:rPr>
              <a:t>a</a:t>
            </a:r>
            <a:r>
              <a:rPr sz="2200" spc="-35" dirty="0">
                <a:solidFill>
                  <a:srgbClr val="282833"/>
                </a:solidFill>
                <a:latin typeface="Arial"/>
                <a:cs typeface="Arial"/>
              </a:rPr>
              <a:t> </a:t>
            </a:r>
            <a:r>
              <a:rPr sz="2200" dirty="0">
                <a:solidFill>
                  <a:srgbClr val="282833"/>
                </a:solidFill>
                <a:latin typeface="Arial"/>
                <a:cs typeface="Arial"/>
              </a:rPr>
              <a:t>health</a:t>
            </a:r>
            <a:r>
              <a:rPr sz="2200" spc="-35" dirty="0">
                <a:solidFill>
                  <a:srgbClr val="282833"/>
                </a:solidFill>
                <a:latin typeface="Arial"/>
                <a:cs typeface="Arial"/>
              </a:rPr>
              <a:t> </a:t>
            </a:r>
            <a:r>
              <a:rPr sz="2200" dirty="0">
                <a:solidFill>
                  <a:srgbClr val="282833"/>
                </a:solidFill>
                <a:latin typeface="Arial"/>
                <a:cs typeface="Arial"/>
              </a:rPr>
              <a:t>information</a:t>
            </a:r>
            <a:r>
              <a:rPr sz="2200" spc="-35" dirty="0">
                <a:solidFill>
                  <a:srgbClr val="282833"/>
                </a:solidFill>
                <a:latin typeface="Arial"/>
                <a:cs typeface="Arial"/>
              </a:rPr>
              <a:t> </a:t>
            </a:r>
            <a:r>
              <a:rPr sz="2200" dirty="0">
                <a:solidFill>
                  <a:srgbClr val="282833"/>
                </a:solidFill>
                <a:latin typeface="Arial"/>
                <a:cs typeface="Arial"/>
              </a:rPr>
              <a:t>blockchain,</a:t>
            </a:r>
            <a:r>
              <a:rPr sz="2200" spc="-55" dirty="0">
                <a:solidFill>
                  <a:srgbClr val="282833"/>
                </a:solidFill>
                <a:latin typeface="Arial"/>
                <a:cs typeface="Arial"/>
              </a:rPr>
              <a:t> </a:t>
            </a:r>
            <a:r>
              <a:rPr sz="2200" dirty="0">
                <a:solidFill>
                  <a:srgbClr val="282833"/>
                </a:solidFill>
                <a:latin typeface="Arial"/>
                <a:cs typeface="Arial"/>
              </a:rPr>
              <a:t>the</a:t>
            </a:r>
            <a:r>
              <a:rPr sz="2200" spc="-30" dirty="0">
                <a:solidFill>
                  <a:srgbClr val="282833"/>
                </a:solidFill>
                <a:latin typeface="Arial"/>
                <a:cs typeface="Arial"/>
              </a:rPr>
              <a:t> </a:t>
            </a:r>
            <a:r>
              <a:rPr sz="2200" dirty="0">
                <a:solidFill>
                  <a:srgbClr val="282833"/>
                </a:solidFill>
                <a:latin typeface="Arial"/>
                <a:cs typeface="Arial"/>
              </a:rPr>
              <a:t>consumer</a:t>
            </a:r>
            <a:r>
              <a:rPr sz="2200" spc="-35" dirty="0">
                <a:solidFill>
                  <a:srgbClr val="282833"/>
                </a:solidFill>
                <a:latin typeface="Arial"/>
                <a:cs typeface="Arial"/>
              </a:rPr>
              <a:t> </a:t>
            </a:r>
            <a:r>
              <a:rPr sz="2200" dirty="0">
                <a:solidFill>
                  <a:srgbClr val="282833"/>
                </a:solidFill>
                <a:latin typeface="Arial"/>
                <a:cs typeface="Arial"/>
              </a:rPr>
              <a:t>may</a:t>
            </a:r>
            <a:r>
              <a:rPr sz="2200" spc="-35" dirty="0">
                <a:solidFill>
                  <a:srgbClr val="282833"/>
                </a:solidFill>
                <a:latin typeface="Arial"/>
                <a:cs typeface="Arial"/>
              </a:rPr>
              <a:t> </a:t>
            </a:r>
            <a:r>
              <a:rPr sz="2200" spc="-25" dirty="0">
                <a:solidFill>
                  <a:srgbClr val="282833"/>
                </a:solidFill>
                <a:latin typeface="Arial"/>
                <a:cs typeface="Arial"/>
              </a:rPr>
              <a:t>be </a:t>
            </a:r>
            <a:r>
              <a:rPr sz="2200" dirty="0">
                <a:solidFill>
                  <a:srgbClr val="282833"/>
                </a:solidFill>
                <a:latin typeface="Arial"/>
                <a:cs typeface="Arial"/>
              </a:rPr>
              <a:t>the</a:t>
            </a:r>
            <a:r>
              <a:rPr sz="2200" spc="-45" dirty="0">
                <a:solidFill>
                  <a:srgbClr val="282833"/>
                </a:solidFill>
                <a:latin typeface="Arial"/>
                <a:cs typeface="Arial"/>
              </a:rPr>
              <a:t> </a:t>
            </a:r>
            <a:r>
              <a:rPr sz="2200" dirty="0">
                <a:solidFill>
                  <a:srgbClr val="282833"/>
                </a:solidFill>
                <a:latin typeface="Arial"/>
                <a:cs typeface="Arial"/>
              </a:rPr>
              <a:t>patient</a:t>
            </a:r>
            <a:r>
              <a:rPr sz="2200" spc="-40" dirty="0">
                <a:solidFill>
                  <a:srgbClr val="282833"/>
                </a:solidFill>
                <a:latin typeface="Arial"/>
                <a:cs typeface="Arial"/>
              </a:rPr>
              <a:t> </a:t>
            </a:r>
            <a:r>
              <a:rPr sz="2200" dirty="0">
                <a:solidFill>
                  <a:srgbClr val="282833"/>
                </a:solidFill>
                <a:latin typeface="Arial"/>
                <a:cs typeface="Arial"/>
              </a:rPr>
              <a:t>or</a:t>
            </a:r>
            <a:r>
              <a:rPr sz="2200" spc="-45"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spc="-10" dirty="0">
                <a:solidFill>
                  <a:srgbClr val="282833"/>
                </a:solidFill>
                <a:latin typeface="Arial"/>
                <a:cs typeface="Arial"/>
              </a:rPr>
              <a:t>doctor.</a:t>
            </a:r>
            <a:endParaRPr sz="2200" dirty="0">
              <a:latin typeface="Arial"/>
              <a:cs typeface="Arial"/>
            </a:endParaRPr>
          </a:p>
          <a:p>
            <a:pPr marL="194310" indent="-181610">
              <a:spcBef>
                <a:spcPts val="565"/>
              </a:spcBef>
              <a:buClr>
                <a:srgbClr val="93A299"/>
              </a:buClr>
              <a:buSzPct val="83333"/>
              <a:buFont typeface="Arial"/>
              <a:buChar char="•"/>
              <a:tabLst>
                <a:tab pos="194310" algn="l"/>
              </a:tabLst>
            </a:pPr>
            <a:r>
              <a:rPr sz="2400" i="1" spc="-10" dirty="0">
                <a:solidFill>
                  <a:srgbClr val="282833"/>
                </a:solidFill>
                <a:latin typeface="Arial"/>
                <a:cs typeface="Arial"/>
              </a:rPr>
              <a:t>Intermediary</a:t>
            </a:r>
            <a:endParaRPr sz="2400" dirty="0">
              <a:latin typeface="Arial"/>
              <a:cs typeface="Arial"/>
            </a:endParaRPr>
          </a:p>
          <a:p>
            <a:pPr marL="195580" marR="314960">
              <a:spcBef>
                <a:spcPts val="10"/>
              </a:spcBef>
            </a:pPr>
            <a:r>
              <a:rPr sz="2200" dirty="0">
                <a:solidFill>
                  <a:srgbClr val="282833"/>
                </a:solidFill>
                <a:latin typeface="Arial"/>
                <a:cs typeface="Arial"/>
              </a:rPr>
              <a:t>Intermediaries</a:t>
            </a:r>
            <a:r>
              <a:rPr sz="2200" spc="-50" dirty="0">
                <a:solidFill>
                  <a:srgbClr val="282833"/>
                </a:solidFill>
                <a:latin typeface="Arial"/>
                <a:cs typeface="Arial"/>
              </a:rPr>
              <a:t> </a:t>
            </a:r>
            <a:r>
              <a:rPr sz="2200" dirty="0">
                <a:solidFill>
                  <a:srgbClr val="282833"/>
                </a:solidFill>
                <a:latin typeface="Arial"/>
                <a:cs typeface="Arial"/>
              </a:rPr>
              <a:t>in</a:t>
            </a:r>
            <a:r>
              <a:rPr sz="2200" spc="-50" dirty="0">
                <a:solidFill>
                  <a:srgbClr val="282833"/>
                </a:solidFill>
                <a:latin typeface="Arial"/>
                <a:cs typeface="Arial"/>
              </a:rPr>
              <a:t> </a:t>
            </a:r>
            <a:r>
              <a:rPr sz="2200" dirty="0">
                <a:solidFill>
                  <a:srgbClr val="282833"/>
                </a:solidFill>
                <a:latin typeface="Arial"/>
                <a:cs typeface="Arial"/>
              </a:rPr>
              <a:t>the</a:t>
            </a:r>
            <a:r>
              <a:rPr sz="2200" spc="-50" dirty="0">
                <a:solidFill>
                  <a:srgbClr val="282833"/>
                </a:solidFill>
                <a:latin typeface="Arial"/>
                <a:cs typeface="Arial"/>
              </a:rPr>
              <a:t> </a:t>
            </a:r>
            <a:r>
              <a:rPr sz="2200" dirty="0">
                <a:solidFill>
                  <a:srgbClr val="282833"/>
                </a:solidFill>
                <a:latin typeface="Arial"/>
                <a:cs typeface="Arial"/>
              </a:rPr>
              <a:t>network</a:t>
            </a:r>
            <a:r>
              <a:rPr sz="2200" spc="-50" dirty="0">
                <a:solidFill>
                  <a:srgbClr val="282833"/>
                </a:solidFill>
                <a:latin typeface="Arial"/>
                <a:cs typeface="Arial"/>
              </a:rPr>
              <a:t> </a:t>
            </a:r>
            <a:r>
              <a:rPr sz="2200" dirty="0">
                <a:solidFill>
                  <a:srgbClr val="282833"/>
                </a:solidFill>
                <a:latin typeface="Arial"/>
                <a:cs typeface="Arial"/>
              </a:rPr>
              <a:t>are</a:t>
            </a:r>
            <a:r>
              <a:rPr sz="2200" spc="-45" dirty="0">
                <a:solidFill>
                  <a:srgbClr val="282833"/>
                </a:solidFill>
                <a:latin typeface="Arial"/>
                <a:cs typeface="Arial"/>
              </a:rPr>
              <a:t> </a:t>
            </a:r>
            <a:r>
              <a:rPr sz="2200" dirty="0">
                <a:solidFill>
                  <a:srgbClr val="282833"/>
                </a:solidFill>
                <a:latin typeface="Arial"/>
                <a:cs typeface="Arial"/>
              </a:rPr>
              <a:t>participants</a:t>
            </a:r>
            <a:r>
              <a:rPr sz="2200" spc="-60" dirty="0">
                <a:solidFill>
                  <a:srgbClr val="282833"/>
                </a:solidFill>
                <a:latin typeface="Arial"/>
                <a:cs typeface="Arial"/>
              </a:rPr>
              <a:t> </a:t>
            </a:r>
            <a:r>
              <a:rPr sz="2200" dirty="0">
                <a:solidFill>
                  <a:srgbClr val="282833"/>
                </a:solidFill>
                <a:latin typeface="Arial"/>
                <a:cs typeface="Arial"/>
              </a:rPr>
              <a:t>that</a:t>
            </a:r>
            <a:r>
              <a:rPr sz="2200" spc="-50" dirty="0">
                <a:solidFill>
                  <a:srgbClr val="282833"/>
                </a:solidFill>
                <a:latin typeface="Arial"/>
                <a:cs typeface="Arial"/>
              </a:rPr>
              <a:t> </a:t>
            </a:r>
            <a:r>
              <a:rPr sz="2200" dirty="0">
                <a:solidFill>
                  <a:srgbClr val="282833"/>
                </a:solidFill>
                <a:latin typeface="Arial"/>
                <a:cs typeface="Arial"/>
              </a:rPr>
              <a:t>play</a:t>
            </a:r>
            <a:r>
              <a:rPr sz="2200" spc="-55" dirty="0">
                <a:solidFill>
                  <a:srgbClr val="282833"/>
                </a:solidFill>
                <a:latin typeface="Arial"/>
                <a:cs typeface="Arial"/>
              </a:rPr>
              <a:t> </a:t>
            </a:r>
            <a:r>
              <a:rPr sz="2200" spc="-20" dirty="0">
                <a:solidFill>
                  <a:srgbClr val="282833"/>
                </a:solidFill>
                <a:latin typeface="Arial"/>
                <a:cs typeface="Arial"/>
              </a:rPr>
              <a:t>some </a:t>
            </a:r>
            <a:r>
              <a:rPr sz="2200" dirty="0">
                <a:solidFill>
                  <a:srgbClr val="282833"/>
                </a:solidFill>
                <a:latin typeface="Arial"/>
                <a:cs typeface="Arial"/>
              </a:rPr>
              <a:t>role</a:t>
            </a:r>
            <a:r>
              <a:rPr sz="2200" spc="-45" dirty="0">
                <a:solidFill>
                  <a:srgbClr val="282833"/>
                </a:solidFill>
                <a:latin typeface="Arial"/>
                <a:cs typeface="Arial"/>
              </a:rPr>
              <a:t> </a:t>
            </a:r>
            <a:r>
              <a:rPr sz="2200" dirty="0">
                <a:solidFill>
                  <a:srgbClr val="282833"/>
                </a:solidFill>
                <a:latin typeface="Arial"/>
                <a:cs typeface="Arial"/>
              </a:rPr>
              <a:t>between</a:t>
            </a:r>
            <a:r>
              <a:rPr sz="2200" spc="-45" dirty="0">
                <a:solidFill>
                  <a:srgbClr val="282833"/>
                </a:solidFill>
                <a:latin typeface="Arial"/>
                <a:cs typeface="Arial"/>
              </a:rPr>
              <a:t> </a:t>
            </a:r>
            <a:r>
              <a:rPr sz="2200" dirty="0">
                <a:solidFill>
                  <a:srgbClr val="282833"/>
                </a:solidFill>
                <a:latin typeface="Arial"/>
                <a:cs typeface="Arial"/>
              </a:rPr>
              <a:t>the</a:t>
            </a:r>
            <a:r>
              <a:rPr sz="2200" spc="-45" dirty="0">
                <a:solidFill>
                  <a:srgbClr val="282833"/>
                </a:solidFill>
                <a:latin typeface="Arial"/>
                <a:cs typeface="Arial"/>
              </a:rPr>
              <a:t> </a:t>
            </a:r>
            <a:r>
              <a:rPr sz="2200" dirty="0">
                <a:solidFill>
                  <a:srgbClr val="282833"/>
                </a:solidFill>
                <a:latin typeface="Arial"/>
                <a:cs typeface="Arial"/>
              </a:rPr>
              <a:t>producer</a:t>
            </a:r>
            <a:r>
              <a:rPr sz="2200" spc="-45" dirty="0">
                <a:solidFill>
                  <a:srgbClr val="282833"/>
                </a:solidFill>
                <a:latin typeface="Arial"/>
                <a:cs typeface="Arial"/>
              </a:rPr>
              <a:t> </a:t>
            </a:r>
            <a:r>
              <a:rPr sz="2200" dirty="0">
                <a:solidFill>
                  <a:srgbClr val="282833"/>
                </a:solidFill>
                <a:latin typeface="Arial"/>
                <a:cs typeface="Arial"/>
              </a:rPr>
              <a:t>and</a:t>
            </a:r>
            <a:r>
              <a:rPr sz="2200" spc="-45" dirty="0">
                <a:solidFill>
                  <a:srgbClr val="282833"/>
                </a:solidFill>
                <a:latin typeface="Arial"/>
                <a:cs typeface="Arial"/>
              </a:rPr>
              <a:t> </a:t>
            </a:r>
            <a:r>
              <a:rPr sz="2200" spc="-10" dirty="0">
                <a:solidFill>
                  <a:srgbClr val="282833"/>
                </a:solidFill>
                <a:latin typeface="Arial"/>
                <a:cs typeface="Arial"/>
              </a:rPr>
              <a:t>consumer.</a:t>
            </a:r>
            <a:r>
              <a:rPr sz="2200" spc="-45" dirty="0">
                <a:solidFill>
                  <a:srgbClr val="282833"/>
                </a:solidFill>
                <a:latin typeface="Arial"/>
                <a:cs typeface="Arial"/>
              </a:rPr>
              <a:t> </a:t>
            </a:r>
            <a:r>
              <a:rPr sz="2200" dirty="0">
                <a:solidFill>
                  <a:srgbClr val="282833"/>
                </a:solidFill>
                <a:latin typeface="Arial"/>
                <a:cs typeface="Arial"/>
              </a:rPr>
              <a:t>E.g.</a:t>
            </a:r>
            <a:r>
              <a:rPr sz="2200" spc="-55" dirty="0">
                <a:solidFill>
                  <a:srgbClr val="282833"/>
                </a:solidFill>
                <a:latin typeface="Arial"/>
                <a:cs typeface="Arial"/>
              </a:rPr>
              <a:t> </a:t>
            </a:r>
            <a:r>
              <a:rPr sz="2200" dirty="0">
                <a:solidFill>
                  <a:srgbClr val="282833"/>
                </a:solidFill>
                <a:latin typeface="Arial"/>
                <a:cs typeface="Arial"/>
              </a:rPr>
              <a:t>wholesalers</a:t>
            </a:r>
            <a:r>
              <a:rPr sz="2200" spc="-50" dirty="0">
                <a:solidFill>
                  <a:srgbClr val="282833"/>
                </a:solidFill>
                <a:latin typeface="Arial"/>
                <a:cs typeface="Arial"/>
              </a:rPr>
              <a:t> </a:t>
            </a:r>
            <a:r>
              <a:rPr sz="2200" spc="-25" dirty="0">
                <a:solidFill>
                  <a:srgbClr val="282833"/>
                </a:solidFill>
                <a:latin typeface="Arial"/>
                <a:cs typeface="Arial"/>
              </a:rPr>
              <a:t>or </a:t>
            </a:r>
            <a:r>
              <a:rPr sz="2200" dirty="0">
                <a:solidFill>
                  <a:srgbClr val="282833"/>
                </a:solidFill>
                <a:latin typeface="Arial"/>
                <a:cs typeface="Arial"/>
              </a:rPr>
              <a:t>transport</a:t>
            </a:r>
            <a:r>
              <a:rPr sz="2200" spc="-80" dirty="0">
                <a:solidFill>
                  <a:srgbClr val="282833"/>
                </a:solidFill>
                <a:latin typeface="Arial"/>
                <a:cs typeface="Arial"/>
              </a:rPr>
              <a:t> </a:t>
            </a:r>
            <a:r>
              <a:rPr sz="2200" spc="-10" dirty="0">
                <a:solidFill>
                  <a:srgbClr val="282833"/>
                </a:solidFill>
                <a:latin typeface="Arial"/>
                <a:cs typeface="Arial"/>
              </a:rPr>
              <a:t>companies.</a:t>
            </a:r>
            <a:endParaRPr sz="22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p:nvPr/>
        </p:nvSpPr>
        <p:spPr>
          <a:xfrm>
            <a:off x="2059940" y="696722"/>
            <a:ext cx="8054340" cy="5858014"/>
          </a:xfrm>
          <a:prstGeom prst="rect">
            <a:avLst/>
          </a:prstGeom>
        </p:spPr>
        <p:txBody>
          <a:bodyPr vert="horz" wrap="square" lIns="0" tIns="12700" rIns="0" bIns="0" rtlCol="0">
            <a:spAutoFit/>
          </a:bodyPr>
          <a:lstStyle/>
          <a:p>
            <a:pPr marL="12700">
              <a:spcBef>
                <a:spcPts val="100"/>
              </a:spcBef>
            </a:pPr>
            <a:r>
              <a:rPr lang="en-US" sz="4000" spc="-95" dirty="0">
                <a:solidFill>
                  <a:srgbClr val="D2523B"/>
                </a:solidFill>
                <a:latin typeface="Arial"/>
                <a:cs typeface="Arial"/>
              </a:rPr>
              <a:t>1. </a:t>
            </a:r>
            <a:r>
              <a:rPr sz="4000" spc="-95" dirty="0">
                <a:solidFill>
                  <a:srgbClr val="D2523B"/>
                </a:solidFill>
                <a:latin typeface="Arial"/>
                <a:cs typeface="Arial"/>
              </a:rPr>
              <a:t>Structural:</a:t>
            </a:r>
            <a:r>
              <a:rPr sz="4000" spc="-190" dirty="0">
                <a:solidFill>
                  <a:srgbClr val="D2523B"/>
                </a:solidFill>
                <a:latin typeface="Arial"/>
                <a:cs typeface="Arial"/>
              </a:rPr>
              <a:t> </a:t>
            </a:r>
            <a:r>
              <a:rPr sz="4000" spc="-10" dirty="0">
                <a:solidFill>
                  <a:srgbClr val="D2523B"/>
                </a:solidFill>
                <a:latin typeface="Arial"/>
                <a:cs typeface="Arial"/>
              </a:rPr>
              <a:t>Roles</a:t>
            </a:r>
            <a:endParaRPr sz="4000" dirty="0">
              <a:latin typeface="Arial"/>
              <a:cs typeface="Arial"/>
            </a:endParaRPr>
          </a:p>
          <a:p>
            <a:pPr marL="194310" indent="-181610">
              <a:spcBef>
                <a:spcPts val="1905"/>
              </a:spcBef>
              <a:buClr>
                <a:srgbClr val="93A299"/>
              </a:buClr>
              <a:buSzPct val="83333"/>
              <a:buFont typeface="Arial"/>
              <a:buChar char="•"/>
              <a:tabLst>
                <a:tab pos="194310" algn="l"/>
              </a:tabLst>
            </a:pPr>
            <a:r>
              <a:rPr sz="2400" i="1" spc="-10" dirty="0">
                <a:solidFill>
                  <a:srgbClr val="282833"/>
                </a:solidFill>
                <a:latin typeface="Arial"/>
                <a:cs typeface="Arial"/>
              </a:rPr>
              <a:t>Broker</a:t>
            </a:r>
            <a:endParaRPr sz="2400" dirty="0">
              <a:latin typeface="Arial"/>
              <a:cs typeface="Arial"/>
            </a:endParaRPr>
          </a:p>
          <a:p>
            <a:pPr marL="194945" marR="467359">
              <a:spcBef>
                <a:spcPts val="10"/>
              </a:spcBef>
            </a:pPr>
            <a:r>
              <a:rPr sz="2200" i="1" dirty="0">
                <a:solidFill>
                  <a:srgbClr val="282833"/>
                </a:solidFill>
                <a:latin typeface="Arial"/>
                <a:cs typeface="Arial"/>
              </a:rPr>
              <a:t>B</a:t>
            </a:r>
            <a:r>
              <a:rPr sz="2200" dirty="0">
                <a:solidFill>
                  <a:srgbClr val="282833"/>
                </a:solidFill>
                <a:latin typeface="Arial"/>
                <a:cs typeface="Arial"/>
              </a:rPr>
              <a:t>rokers</a:t>
            </a:r>
            <a:r>
              <a:rPr sz="2200" spc="-30" dirty="0">
                <a:solidFill>
                  <a:srgbClr val="282833"/>
                </a:solidFill>
                <a:latin typeface="Arial"/>
                <a:cs typeface="Arial"/>
              </a:rPr>
              <a:t> </a:t>
            </a:r>
            <a:r>
              <a:rPr sz="2200" dirty="0">
                <a:solidFill>
                  <a:srgbClr val="282833"/>
                </a:solidFill>
                <a:latin typeface="Arial"/>
                <a:cs typeface="Arial"/>
              </a:rPr>
              <a:t>act</a:t>
            </a:r>
            <a:r>
              <a:rPr sz="2200" spc="-30" dirty="0">
                <a:solidFill>
                  <a:srgbClr val="282833"/>
                </a:solidFill>
                <a:latin typeface="Arial"/>
                <a:cs typeface="Arial"/>
              </a:rPr>
              <a:t> </a:t>
            </a:r>
            <a:r>
              <a:rPr sz="2200" dirty="0">
                <a:solidFill>
                  <a:srgbClr val="282833"/>
                </a:solidFill>
                <a:latin typeface="Arial"/>
                <a:cs typeface="Arial"/>
              </a:rPr>
              <a:t>as</a:t>
            </a:r>
            <a:r>
              <a:rPr sz="2200" spc="-30" dirty="0">
                <a:solidFill>
                  <a:srgbClr val="282833"/>
                </a:solidFill>
                <a:latin typeface="Arial"/>
                <a:cs typeface="Arial"/>
              </a:rPr>
              <a:t> </a:t>
            </a:r>
            <a:r>
              <a:rPr sz="2200" dirty="0">
                <a:solidFill>
                  <a:srgbClr val="282833"/>
                </a:solidFill>
                <a:latin typeface="Arial"/>
                <a:cs typeface="Arial"/>
              </a:rPr>
              <a:t>a</a:t>
            </a:r>
            <a:r>
              <a:rPr sz="2200" spc="-30" dirty="0">
                <a:solidFill>
                  <a:srgbClr val="282833"/>
                </a:solidFill>
                <a:latin typeface="Arial"/>
                <a:cs typeface="Arial"/>
              </a:rPr>
              <a:t> </a:t>
            </a:r>
            <a:r>
              <a:rPr sz="2200" dirty="0">
                <a:solidFill>
                  <a:srgbClr val="282833"/>
                </a:solidFill>
                <a:latin typeface="Arial"/>
                <a:cs typeface="Arial"/>
              </a:rPr>
              <a:t>channel</a:t>
            </a:r>
            <a:r>
              <a:rPr sz="2200" spc="-30" dirty="0">
                <a:solidFill>
                  <a:srgbClr val="282833"/>
                </a:solidFill>
                <a:latin typeface="Arial"/>
                <a:cs typeface="Arial"/>
              </a:rPr>
              <a:t> </a:t>
            </a:r>
            <a:r>
              <a:rPr sz="2200" dirty="0">
                <a:solidFill>
                  <a:srgbClr val="282833"/>
                </a:solidFill>
                <a:latin typeface="Arial"/>
                <a:cs typeface="Arial"/>
              </a:rPr>
              <a:t>between</a:t>
            </a:r>
            <a:r>
              <a:rPr sz="2200" spc="-30" dirty="0">
                <a:solidFill>
                  <a:srgbClr val="282833"/>
                </a:solidFill>
                <a:latin typeface="Arial"/>
                <a:cs typeface="Arial"/>
              </a:rPr>
              <a:t> </a:t>
            </a:r>
            <a:r>
              <a:rPr sz="2200" dirty="0">
                <a:solidFill>
                  <a:srgbClr val="282833"/>
                </a:solidFill>
                <a:latin typeface="Arial"/>
                <a:cs typeface="Arial"/>
              </a:rPr>
              <a:t>the</a:t>
            </a:r>
            <a:r>
              <a:rPr sz="2200" spc="-30" dirty="0">
                <a:solidFill>
                  <a:srgbClr val="282833"/>
                </a:solidFill>
                <a:latin typeface="Arial"/>
                <a:cs typeface="Arial"/>
              </a:rPr>
              <a:t> </a:t>
            </a:r>
            <a:r>
              <a:rPr sz="2200" dirty="0">
                <a:solidFill>
                  <a:srgbClr val="282833"/>
                </a:solidFill>
                <a:latin typeface="Arial"/>
                <a:cs typeface="Arial"/>
              </a:rPr>
              <a:t>collaborative</a:t>
            </a:r>
            <a:r>
              <a:rPr sz="2200" spc="-40" dirty="0">
                <a:solidFill>
                  <a:srgbClr val="282833"/>
                </a:solidFill>
                <a:latin typeface="Arial"/>
                <a:cs typeface="Arial"/>
              </a:rPr>
              <a:t> </a:t>
            </a:r>
            <a:r>
              <a:rPr sz="2200" spc="-10" dirty="0">
                <a:solidFill>
                  <a:srgbClr val="282833"/>
                </a:solidFill>
                <a:latin typeface="Arial"/>
                <a:cs typeface="Arial"/>
              </a:rPr>
              <a:t>network </a:t>
            </a:r>
            <a:r>
              <a:rPr sz="2200" dirty="0">
                <a:solidFill>
                  <a:srgbClr val="282833"/>
                </a:solidFill>
                <a:latin typeface="Arial"/>
                <a:cs typeface="Arial"/>
              </a:rPr>
              <a:t>and</a:t>
            </a:r>
            <a:r>
              <a:rPr sz="2200" spc="-40"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dirty="0">
                <a:solidFill>
                  <a:srgbClr val="282833"/>
                </a:solidFill>
                <a:latin typeface="Arial"/>
                <a:cs typeface="Arial"/>
              </a:rPr>
              <a:t>outside</a:t>
            </a:r>
            <a:r>
              <a:rPr sz="2200" spc="-40" dirty="0">
                <a:solidFill>
                  <a:srgbClr val="282833"/>
                </a:solidFill>
                <a:latin typeface="Arial"/>
                <a:cs typeface="Arial"/>
              </a:rPr>
              <a:t> </a:t>
            </a:r>
            <a:r>
              <a:rPr sz="2200" spc="-10" dirty="0">
                <a:solidFill>
                  <a:srgbClr val="282833"/>
                </a:solidFill>
                <a:latin typeface="Arial"/>
                <a:cs typeface="Arial"/>
              </a:rPr>
              <a:t>world.</a:t>
            </a:r>
            <a:endParaRPr sz="2200" dirty="0">
              <a:latin typeface="Arial"/>
              <a:cs typeface="Arial"/>
            </a:endParaRPr>
          </a:p>
          <a:p>
            <a:pPr marL="194945" marR="337820"/>
            <a:r>
              <a:rPr sz="2200" dirty="0">
                <a:solidFill>
                  <a:srgbClr val="282833"/>
                </a:solidFill>
                <a:latin typeface="Arial"/>
                <a:cs typeface="Arial"/>
              </a:rPr>
              <a:t>E.g.</a:t>
            </a:r>
            <a:r>
              <a:rPr sz="2200" spc="-40" dirty="0">
                <a:solidFill>
                  <a:srgbClr val="282833"/>
                </a:solidFill>
                <a:latin typeface="Arial"/>
                <a:cs typeface="Arial"/>
              </a:rPr>
              <a:t> </a:t>
            </a:r>
            <a:r>
              <a:rPr sz="2200" dirty="0">
                <a:solidFill>
                  <a:srgbClr val="282833"/>
                </a:solidFill>
                <a:latin typeface="Arial"/>
                <a:cs typeface="Arial"/>
              </a:rPr>
              <a:t>in</a:t>
            </a:r>
            <a:r>
              <a:rPr sz="2200" spc="-35" dirty="0">
                <a:solidFill>
                  <a:srgbClr val="282833"/>
                </a:solidFill>
                <a:latin typeface="Arial"/>
                <a:cs typeface="Arial"/>
              </a:rPr>
              <a:t> </a:t>
            </a:r>
            <a:r>
              <a:rPr sz="2200" dirty="0">
                <a:solidFill>
                  <a:srgbClr val="282833"/>
                </a:solidFill>
                <a:latin typeface="Arial"/>
                <a:cs typeface="Arial"/>
              </a:rPr>
              <a:t>a</a:t>
            </a:r>
            <a:r>
              <a:rPr sz="2200" spc="-35" dirty="0">
                <a:solidFill>
                  <a:srgbClr val="282833"/>
                </a:solidFill>
                <a:latin typeface="Arial"/>
                <a:cs typeface="Arial"/>
              </a:rPr>
              <a:t> </a:t>
            </a:r>
            <a:r>
              <a:rPr sz="2200" dirty="0">
                <a:solidFill>
                  <a:srgbClr val="282833"/>
                </a:solidFill>
                <a:latin typeface="Arial"/>
                <a:cs typeface="Arial"/>
              </a:rPr>
              <a:t>property</a:t>
            </a:r>
            <a:r>
              <a:rPr sz="2200" spc="-30" dirty="0">
                <a:solidFill>
                  <a:srgbClr val="282833"/>
                </a:solidFill>
                <a:latin typeface="Arial"/>
                <a:cs typeface="Arial"/>
              </a:rPr>
              <a:t> </a:t>
            </a:r>
            <a:r>
              <a:rPr sz="2200" dirty="0">
                <a:solidFill>
                  <a:srgbClr val="282833"/>
                </a:solidFill>
                <a:latin typeface="Arial"/>
                <a:cs typeface="Arial"/>
              </a:rPr>
              <a:t>registry</a:t>
            </a:r>
            <a:r>
              <a:rPr sz="2200" spc="-35" dirty="0">
                <a:solidFill>
                  <a:srgbClr val="282833"/>
                </a:solidFill>
                <a:latin typeface="Arial"/>
                <a:cs typeface="Arial"/>
              </a:rPr>
              <a:t> </a:t>
            </a:r>
            <a:r>
              <a:rPr sz="2200" dirty="0">
                <a:solidFill>
                  <a:srgbClr val="282833"/>
                </a:solidFill>
                <a:latin typeface="Arial"/>
                <a:cs typeface="Arial"/>
              </a:rPr>
              <a:t>blockchain,</a:t>
            </a:r>
            <a:r>
              <a:rPr sz="2200" spc="-45" dirty="0">
                <a:solidFill>
                  <a:srgbClr val="282833"/>
                </a:solidFill>
                <a:latin typeface="Arial"/>
                <a:cs typeface="Arial"/>
              </a:rPr>
              <a:t> </a:t>
            </a:r>
            <a:r>
              <a:rPr sz="2200" dirty="0">
                <a:solidFill>
                  <a:srgbClr val="282833"/>
                </a:solidFill>
                <a:latin typeface="Arial"/>
                <a:cs typeface="Arial"/>
              </a:rPr>
              <a:t>real</a:t>
            </a:r>
            <a:r>
              <a:rPr sz="2200" spc="-40" dirty="0">
                <a:solidFill>
                  <a:srgbClr val="282833"/>
                </a:solidFill>
                <a:latin typeface="Arial"/>
                <a:cs typeface="Arial"/>
              </a:rPr>
              <a:t> </a:t>
            </a:r>
            <a:r>
              <a:rPr sz="2200" dirty="0">
                <a:solidFill>
                  <a:srgbClr val="282833"/>
                </a:solidFill>
                <a:latin typeface="Arial"/>
                <a:cs typeface="Arial"/>
              </a:rPr>
              <a:t>estate</a:t>
            </a:r>
            <a:r>
              <a:rPr sz="2200" spc="-35" dirty="0">
                <a:solidFill>
                  <a:srgbClr val="282833"/>
                </a:solidFill>
                <a:latin typeface="Arial"/>
                <a:cs typeface="Arial"/>
              </a:rPr>
              <a:t> </a:t>
            </a:r>
            <a:r>
              <a:rPr sz="2200" dirty="0">
                <a:solidFill>
                  <a:srgbClr val="282833"/>
                </a:solidFill>
                <a:latin typeface="Arial"/>
                <a:cs typeface="Arial"/>
              </a:rPr>
              <a:t>agents</a:t>
            </a:r>
            <a:r>
              <a:rPr sz="2200" spc="-35" dirty="0">
                <a:solidFill>
                  <a:srgbClr val="282833"/>
                </a:solidFill>
                <a:latin typeface="Arial"/>
                <a:cs typeface="Arial"/>
              </a:rPr>
              <a:t> </a:t>
            </a:r>
            <a:r>
              <a:rPr sz="2200" spc="-25" dirty="0">
                <a:solidFill>
                  <a:srgbClr val="282833"/>
                </a:solidFill>
                <a:latin typeface="Arial"/>
                <a:cs typeface="Arial"/>
              </a:rPr>
              <a:t>may </a:t>
            </a:r>
            <a:r>
              <a:rPr sz="2200" dirty="0">
                <a:solidFill>
                  <a:srgbClr val="282833"/>
                </a:solidFill>
                <a:latin typeface="Arial"/>
                <a:cs typeface="Arial"/>
              </a:rPr>
              <a:t>be</a:t>
            </a:r>
            <a:r>
              <a:rPr sz="2200" spc="-30" dirty="0">
                <a:solidFill>
                  <a:srgbClr val="282833"/>
                </a:solidFill>
                <a:latin typeface="Arial"/>
                <a:cs typeface="Arial"/>
              </a:rPr>
              <a:t> </a:t>
            </a:r>
            <a:r>
              <a:rPr sz="2200" spc="-10" dirty="0">
                <a:solidFill>
                  <a:srgbClr val="282833"/>
                </a:solidFill>
                <a:latin typeface="Arial"/>
                <a:cs typeface="Arial"/>
              </a:rPr>
              <a:t>brokers.</a:t>
            </a:r>
            <a:endParaRPr sz="2200" dirty="0">
              <a:latin typeface="Arial"/>
              <a:cs typeface="Arial"/>
            </a:endParaRPr>
          </a:p>
          <a:p>
            <a:pPr marL="194310" indent="-181610">
              <a:spcBef>
                <a:spcPts val="570"/>
              </a:spcBef>
              <a:buClr>
                <a:srgbClr val="93A299"/>
              </a:buClr>
              <a:buSzPct val="83333"/>
              <a:buFont typeface="Arial"/>
              <a:buChar char="•"/>
              <a:tabLst>
                <a:tab pos="194310" algn="l"/>
              </a:tabLst>
            </a:pPr>
            <a:r>
              <a:rPr sz="2400" i="1" spc="-10" dirty="0">
                <a:solidFill>
                  <a:srgbClr val="282833"/>
                </a:solidFill>
                <a:latin typeface="Arial"/>
                <a:cs typeface="Arial"/>
              </a:rPr>
              <a:t>Administrator</a:t>
            </a:r>
            <a:endParaRPr sz="2400" dirty="0">
              <a:latin typeface="Arial"/>
              <a:cs typeface="Arial"/>
            </a:endParaRPr>
          </a:p>
          <a:p>
            <a:pPr marL="195580" marR="5080">
              <a:spcBef>
                <a:spcPts val="5"/>
              </a:spcBef>
            </a:pPr>
            <a:r>
              <a:rPr sz="2200" dirty="0">
                <a:solidFill>
                  <a:srgbClr val="282833"/>
                </a:solidFill>
                <a:latin typeface="Arial"/>
                <a:cs typeface="Arial"/>
              </a:rPr>
              <a:t>The</a:t>
            </a:r>
            <a:r>
              <a:rPr sz="2200" spc="-50" dirty="0">
                <a:solidFill>
                  <a:srgbClr val="282833"/>
                </a:solidFill>
                <a:latin typeface="Arial"/>
                <a:cs typeface="Arial"/>
              </a:rPr>
              <a:t> </a:t>
            </a:r>
            <a:r>
              <a:rPr sz="2200" dirty="0">
                <a:solidFill>
                  <a:srgbClr val="282833"/>
                </a:solidFill>
                <a:latin typeface="Arial"/>
                <a:cs typeface="Arial"/>
              </a:rPr>
              <a:t>blockchain</a:t>
            </a:r>
            <a:r>
              <a:rPr sz="2200" spc="-60" dirty="0">
                <a:solidFill>
                  <a:srgbClr val="282833"/>
                </a:solidFill>
                <a:latin typeface="Arial"/>
                <a:cs typeface="Arial"/>
              </a:rPr>
              <a:t> </a:t>
            </a:r>
            <a:r>
              <a:rPr sz="2200" dirty="0">
                <a:solidFill>
                  <a:srgbClr val="282833"/>
                </a:solidFill>
                <a:latin typeface="Arial"/>
                <a:cs typeface="Arial"/>
              </a:rPr>
              <a:t>network</a:t>
            </a:r>
            <a:r>
              <a:rPr sz="2200" spc="-50" dirty="0">
                <a:solidFill>
                  <a:srgbClr val="282833"/>
                </a:solidFill>
                <a:latin typeface="Arial"/>
                <a:cs typeface="Arial"/>
              </a:rPr>
              <a:t> </a:t>
            </a:r>
            <a:r>
              <a:rPr sz="2200" dirty="0">
                <a:solidFill>
                  <a:srgbClr val="282833"/>
                </a:solidFill>
                <a:latin typeface="Arial"/>
                <a:cs typeface="Arial"/>
              </a:rPr>
              <a:t>will</a:t>
            </a:r>
            <a:r>
              <a:rPr sz="2200" spc="-60" dirty="0">
                <a:solidFill>
                  <a:srgbClr val="282833"/>
                </a:solidFill>
                <a:latin typeface="Arial"/>
                <a:cs typeface="Arial"/>
              </a:rPr>
              <a:t> </a:t>
            </a:r>
            <a:r>
              <a:rPr sz="2200" dirty="0">
                <a:solidFill>
                  <a:srgbClr val="282833"/>
                </a:solidFill>
                <a:latin typeface="Arial"/>
                <a:cs typeface="Arial"/>
              </a:rPr>
              <a:t>need</a:t>
            </a:r>
            <a:r>
              <a:rPr sz="2200" spc="-50" dirty="0">
                <a:solidFill>
                  <a:srgbClr val="282833"/>
                </a:solidFill>
                <a:latin typeface="Arial"/>
                <a:cs typeface="Arial"/>
              </a:rPr>
              <a:t> </a:t>
            </a:r>
            <a:r>
              <a:rPr sz="2200" dirty="0">
                <a:solidFill>
                  <a:srgbClr val="282833"/>
                </a:solidFill>
                <a:latin typeface="Arial"/>
                <a:cs typeface="Arial"/>
              </a:rPr>
              <a:t>participants</a:t>
            </a:r>
            <a:r>
              <a:rPr sz="2200" spc="-45" dirty="0">
                <a:solidFill>
                  <a:srgbClr val="282833"/>
                </a:solidFill>
                <a:latin typeface="Arial"/>
                <a:cs typeface="Arial"/>
              </a:rPr>
              <a:t> </a:t>
            </a:r>
            <a:r>
              <a:rPr sz="2200" dirty="0">
                <a:solidFill>
                  <a:srgbClr val="282833"/>
                </a:solidFill>
                <a:latin typeface="Arial"/>
                <a:cs typeface="Arial"/>
              </a:rPr>
              <a:t>to</a:t>
            </a:r>
            <a:r>
              <a:rPr sz="2200" spc="-50" dirty="0">
                <a:solidFill>
                  <a:srgbClr val="282833"/>
                </a:solidFill>
                <a:latin typeface="Arial"/>
                <a:cs typeface="Arial"/>
              </a:rPr>
              <a:t> </a:t>
            </a:r>
            <a:r>
              <a:rPr sz="2200" dirty="0">
                <a:solidFill>
                  <a:srgbClr val="282833"/>
                </a:solidFill>
                <a:latin typeface="Arial"/>
                <a:cs typeface="Arial"/>
              </a:rPr>
              <a:t>maintain</a:t>
            </a:r>
            <a:r>
              <a:rPr sz="2200" spc="-45" dirty="0">
                <a:solidFill>
                  <a:srgbClr val="282833"/>
                </a:solidFill>
                <a:latin typeface="Arial"/>
                <a:cs typeface="Arial"/>
              </a:rPr>
              <a:t> </a:t>
            </a:r>
            <a:r>
              <a:rPr sz="2200" spc="-25" dirty="0">
                <a:solidFill>
                  <a:srgbClr val="282833"/>
                </a:solidFill>
                <a:latin typeface="Arial"/>
                <a:cs typeface="Arial"/>
              </a:rPr>
              <a:t>and </a:t>
            </a:r>
            <a:r>
              <a:rPr sz="2200" dirty="0">
                <a:solidFill>
                  <a:srgbClr val="282833"/>
                </a:solidFill>
                <a:latin typeface="Arial"/>
                <a:cs typeface="Arial"/>
              </a:rPr>
              <a:t>manage</a:t>
            </a:r>
            <a:r>
              <a:rPr sz="2200" spc="-50" dirty="0">
                <a:solidFill>
                  <a:srgbClr val="282833"/>
                </a:solidFill>
                <a:latin typeface="Arial"/>
                <a:cs typeface="Arial"/>
              </a:rPr>
              <a:t> </a:t>
            </a:r>
            <a:r>
              <a:rPr sz="2200" dirty="0">
                <a:solidFill>
                  <a:srgbClr val="282833"/>
                </a:solidFill>
                <a:latin typeface="Arial"/>
                <a:cs typeface="Arial"/>
              </a:rPr>
              <a:t>the</a:t>
            </a:r>
            <a:r>
              <a:rPr sz="2200" spc="-50" dirty="0">
                <a:solidFill>
                  <a:srgbClr val="282833"/>
                </a:solidFill>
                <a:latin typeface="Arial"/>
                <a:cs typeface="Arial"/>
              </a:rPr>
              <a:t> </a:t>
            </a:r>
            <a:r>
              <a:rPr sz="2200" dirty="0">
                <a:solidFill>
                  <a:srgbClr val="282833"/>
                </a:solidFill>
                <a:latin typeface="Arial"/>
                <a:cs typeface="Arial"/>
              </a:rPr>
              <a:t>network</a:t>
            </a:r>
            <a:r>
              <a:rPr sz="2200" spc="-45" dirty="0">
                <a:solidFill>
                  <a:srgbClr val="282833"/>
                </a:solidFill>
                <a:latin typeface="Arial"/>
                <a:cs typeface="Arial"/>
              </a:rPr>
              <a:t> </a:t>
            </a:r>
            <a:r>
              <a:rPr sz="2200" dirty="0">
                <a:solidFill>
                  <a:srgbClr val="282833"/>
                </a:solidFill>
                <a:latin typeface="Arial"/>
                <a:cs typeface="Arial"/>
              </a:rPr>
              <a:t>itself.</a:t>
            </a:r>
            <a:r>
              <a:rPr sz="2200" spc="-95" dirty="0">
                <a:solidFill>
                  <a:srgbClr val="282833"/>
                </a:solidFill>
                <a:latin typeface="Arial"/>
                <a:cs typeface="Arial"/>
              </a:rPr>
              <a:t> </a:t>
            </a:r>
            <a:r>
              <a:rPr sz="2200" dirty="0">
                <a:solidFill>
                  <a:srgbClr val="282833"/>
                </a:solidFill>
                <a:latin typeface="Arial"/>
                <a:cs typeface="Arial"/>
              </a:rPr>
              <a:t>This</a:t>
            </a:r>
            <a:r>
              <a:rPr sz="2200" spc="-50" dirty="0">
                <a:solidFill>
                  <a:srgbClr val="282833"/>
                </a:solidFill>
                <a:latin typeface="Arial"/>
                <a:cs typeface="Arial"/>
              </a:rPr>
              <a:t> </a:t>
            </a:r>
            <a:r>
              <a:rPr sz="2200" dirty="0">
                <a:solidFill>
                  <a:srgbClr val="282833"/>
                </a:solidFill>
                <a:latin typeface="Arial"/>
                <a:cs typeface="Arial"/>
              </a:rPr>
              <a:t>role</a:t>
            </a:r>
            <a:r>
              <a:rPr sz="2200" spc="-50" dirty="0">
                <a:solidFill>
                  <a:srgbClr val="282833"/>
                </a:solidFill>
                <a:latin typeface="Arial"/>
                <a:cs typeface="Arial"/>
              </a:rPr>
              <a:t> </a:t>
            </a:r>
            <a:r>
              <a:rPr sz="2200" dirty="0">
                <a:solidFill>
                  <a:srgbClr val="282833"/>
                </a:solidFill>
                <a:latin typeface="Arial"/>
                <a:cs typeface="Arial"/>
              </a:rPr>
              <a:t>may</a:t>
            </a:r>
            <a:r>
              <a:rPr sz="2200" spc="-45" dirty="0">
                <a:solidFill>
                  <a:srgbClr val="282833"/>
                </a:solidFill>
                <a:latin typeface="Arial"/>
                <a:cs typeface="Arial"/>
              </a:rPr>
              <a:t> </a:t>
            </a:r>
            <a:r>
              <a:rPr sz="2200" dirty="0">
                <a:solidFill>
                  <a:srgbClr val="282833"/>
                </a:solidFill>
                <a:latin typeface="Arial"/>
                <a:cs typeface="Arial"/>
              </a:rPr>
              <a:t>be</a:t>
            </a:r>
            <a:r>
              <a:rPr sz="2200" spc="-50" dirty="0">
                <a:solidFill>
                  <a:srgbClr val="282833"/>
                </a:solidFill>
                <a:latin typeface="Arial"/>
                <a:cs typeface="Arial"/>
              </a:rPr>
              <a:t> </a:t>
            </a:r>
            <a:r>
              <a:rPr sz="2200" dirty="0">
                <a:solidFill>
                  <a:srgbClr val="282833"/>
                </a:solidFill>
                <a:latin typeface="Arial"/>
                <a:cs typeface="Arial"/>
              </a:rPr>
              <a:t>shared</a:t>
            </a:r>
            <a:r>
              <a:rPr sz="2200" spc="-50" dirty="0">
                <a:solidFill>
                  <a:srgbClr val="282833"/>
                </a:solidFill>
                <a:latin typeface="Arial"/>
                <a:cs typeface="Arial"/>
              </a:rPr>
              <a:t> </a:t>
            </a:r>
            <a:r>
              <a:rPr sz="2200" dirty="0">
                <a:solidFill>
                  <a:srgbClr val="282833"/>
                </a:solidFill>
                <a:latin typeface="Arial"/>
                <a:cs typeface="Arial"/>
              </a:rPr>
              <a:t>by</a:t>
            </a:r>
            <a:r>
              <a:rPr sz="2200" spc="-45" dirty="0">
                <a:solidFill>
                  <a:srgbClr val="282833"/>
                </a:solidFill>
                <a:latin typeface="Arial"/>
                <a:cs typeface="Arial"/>
              </a:rPr>
              <a:t> </a:t>
            </a:r>
            <a:r>
              <a:rPr sz="2200" spc="-10" dirty="0">
                <a:solidFill>
                  <a:srgbClr val="282833"/>
                </a:solidFill>
                <a:latin typeface="Arial"/>
                <a:cs typeface="Arial"/>
              </a:rPr>
              <a:t>between </a:t>
            </a:r>
            <a:r>
              <a:rPr sz="2200" dirty="0">
                <a:solidFill>
                  <a:srgbClr val="282833"/>
                </a:solidFill>
                <a:latin typeface="Arial"/>
                <a:cs typeface="Arial"/>
              </a:rPr>
              <a:t>principal</a:t>
            </a:r>
            <a:r>
              <a:rPr sz="2200" spc="-55" dirty="0">
                <a:solidFill>
                  <a:srgbClr val="282833"/>
                </a:solidFill>
                <a:latin typeface="Arial"/>
                <a:cs typeface="Arial"/>
              </a:rPr>
              <a:t> </a:t>
            </a:r>
            <a:r>
              <a:rPr sz="2200" dirty="0">
                <a:solidFill>
                  <a:srgbClr val="282833"/>
                </a:solidFill>
                <a:latin typeface="Arial"/>
                <a:cs typeface="Arial"/>
              </a:rPr>
              <a:t>members</a:t>
            </a:r>
            <a:r>
              <a:rPr sz="2200" spc="-45" dirty="0">
                <a:solidFill>
                  <a:srgbClr val="282833"/>
                </a:solidFill>
                <a:latin typeface="Arial"/>
                <a:cs typeface="Arial"/>
              </a:rPr>
              <a:t> </a:t>
            </a:r>
            <a:r>
              <a:rPr sz="2200" dirty="0">
                <a:solidFill>
                  <a:srgbClr val="282833"/>
                </a:solidFill>
                <a:latin typeface="Arial"/>
                <a:cs typeface="Arial"/>
              </a:rPr>
              <a:t>or</a:t>
            </a:r>
            <a:r>
              <a:rPr sz="2200" spc="-50" dirty="0">
                <a:solidFill>
                  <a:srgbClr val="282833"/>
                </a:solidFill>
                <a:latin typeface="Arial"/>
                <a:cs typeface="Arial"/>
              </a:rPr>
              <a:t> </a:t>
            </a:r>
            <a:r>
              <a:rPr sz="2200" dirty="0">
                <a:solidFill>
                  <a:srgbClr val="282833"/>
                </a:solidFill>
                <a:latin typeface="Arial"/>
                <a:cs typeface="Arial"/>
              </a:rPr>
              <a:t>have</a:t>
            </a:r>
            <a:r>
              <a:rPr sz="2200" spc="-45" dirty="0">
                <a:solidFill>
                  <a:srgbClr val="282833"/>
                </a:solidFill>
                <a:latin typeface="Arial"/>
                <a:cs typeface="Arial"/>
              </a:rPr>
              <a:t> </a:t>
            </a:r>
            <a:r>
              <a:rPr sz="2200" dirty="0">
                <a:solidFill>
                  <a:srgbClr val="282833"/>
                </a:solidFill>
                <a:latin typeface="Arial"/>
                <a:cs typeface="Arial"/>
              </a:rPr>
              <a:t>a</a:t>
            </a:r>
            <a:r>
              <a:rPr sz="2200" spc="-45" dirty="0">
                <a:solidFill>
                  <a:srgbClr val="282833"/>
                </a:solidFill>
                <a:latin typeface="Arial"/>
                <a:cs typeface="Arial"/>
              </a:rPr>
              <a:t> </a:t>
            </a:r>
            <a:r>
              <a:rPr sz="2200" dirty="0">
                <a:solidFill>
                  <a:srgbClr val="282833"/>
                </a:solidFill>
                <a:latin typeface="Arial"/>
                <a:cs typeface="Arial"/>
              </a:rPr>
              <a:t>natural</a:t>
            </a:r>
            <a:r>
              <a:rPr sz="2200" spc="-50" dirty="0">
                <a:solidFill>
                  <a:srgbClr val="282833"/>
                </a:solidFill>
                <a:latin typeface="Arial"/>
                <a:cs typeface="Arial"/>
              </a:rPr>
              <a:t> </a:t>
            </a:r>
            <a:r>
              <a:rPr sz="2200" dirty="0">
                <a:solidFill>
                  <a:srgbClr val="282833"/>
                </a:solidFill>
                <a:latin typeface="Arial"/>
                <a:cs typeface="Arial"/>
              </a:rPr>
              <a:t>central</a:t>
            </a:r>
            <a:r>
              <a:rPr sz="2200" spc="-45" dirty="0">
                <a:solidFill>
                  <a:srgbClr val="282833"/>
                </a:solidFill>
                <a:latin typeface="Arial"/>
                <a:cs typeface="Arial"/>
              </a:rPr>
              <a:t> </a:t>
            </a:r>
            <a:r>
              <a:rPr sz="2200" spc="-10" dirty="0">
                <a:solidFill>
                  <a:srgbClr val="282833"/>
                </a:solidFill>
                <a:latin typeface="Arial"/>
                <a:cs typeface="Arial"/>
              </a:rPr>
              <a:t>administrator,</a:t>
            </a:r>
            <a:r>
              <a:rPr sz="2200" spc="-45" dirty="0">
                <a:solidFill>
                  <a:srgbClr val="282833"/>
                </a:solidFill>
                <a:latin typeface="Arial"/>
                <a:cs typeface="Arial"/>
              </a:rPr>
              <a:t> </a:t>
            </a:r>
            <a:r>
              <a:rPr sz="2200" spc="-20" dirty="0">
                <a:solidFill>
                  <a:srgbClr val="282833"/>
                </a:solidFill>
                <a:latin typeface="Arial"/>
                <a:cs typeface="Arial"/>
              </a:rPr>
              <a:t>such </a:t>
            </a:r>
            <a:r>
              <a:rPr sz="2200" dirty="0">
                <a:solidFill>
                  <a:srgbClr val="282833"/>
                </a:solidFill>
                <a:latin typeface="Arial"/>
                <a:cs typeface="Arial"/>
              </a:rPr>
              <a:t>as</a:t>
            </a:r>
            <a:r>
              <a:rPr sz="2200" spc="-30" dirty="0">
                <a:solidFill>
                  <a:srgbClr val="282833"/>
                </a:solidFill>
                <a:latin typeface="Arial"/>
                <a:cs typeface="Arial"/>
              </a:rPr>
              <a:t> </a:t>
            </a:r>
            <a:r>
              <a:rPr sz="2200" dirty="0">
                <a:solidFill>
                  <a:srgbClr val="282833"/>
                </a:solidFill>
                <a:latin typeface="Arial"/>
                <a:cs typeface="Arial"/>
              </a:rPr>
              <a:t>a</a:t>
            </a:r>
            <a:r>
              <a:rPr sz="2200" spc="-30" dirty="0">
                <a:solidFill>
                  <a:srgbClr val="282833"/>
                </a:solidFill>
                <a:latin typeface="Arial"/>
                <a:cs typeface="Arial"/>
              </a:rPr>
              <a:t> </a:t>
            </a:r>
            <a:r>
              <a:rPr sz="2200" dirty="0">
                <a:solidFill>
                  <a:srgbClr val="282833"/>
                </a:solidFill>
                <a:latin typeface="Arial"/>
                <a:cs typeface="Arial"/>
              </a:rPr>
              <a:t>health</a:t>
            </a:r>
            <a:r>
              <a:rPr sz="2200" spc="-30" dirty="0">
                <a:solidFill>
                  <a:srgbClr val="282833"/>
                </a:solidFill>
                <a:latin typeface="Arial"/>
                <a:cs typeface="Arial"/>
              </a:rPr>
              <a:t> </a:t>
            </a:r>
            <a:r>
              <a:rPr sz="2200" dirty="0">
                <a:solidFill>
                  <a:srgbClr val="282833"/>
                </a:solidFill>
                <a:latin typeface="Arial"/>
                <a:cs typeface="Arial"/>
              </a:rPr>
              <a:t>network</a:t>
            </a:r>
            <a:r>
              <a:rPr sz="2200" spc="-30" dirty="0">
                <a:solidFill>
                  <a:srgbClr val="282833"/>
                </a:solidFill>
                <a:latin typeface="Arial"/>
                <a:cs typeface="Arial"/>
              </a:rPr>
              <a:t> </a:t>
            </a:r>
            <a:r>
              <a:rPr sz="2200" dirty="0">
                <a:solidFill>
                  <a:srgbClr val="282833"/>
                </a:solidFill>
                <a:latin typeface="Arial"/>
                <a:cs typeface="Arial"/>
              </a:rPr>
              <a:t>being</a:t>
            </a:r>
            <a:r>
              <a:rPr sz="2200" spc="-30" dirty="0">
                <a:solidFill>
                  <a:srgbClr val="282833"/>
                </a:solidFill>
                <a:latin typeface="Arial"/>
                <a:cs typeface="Arial"/>
              </a:rPr>
              <a:t> </a:t>
            </a:r>
            <a:r>
              <a:rPr sz="2200" spc="-10" dirty="0">
                <a:solidFill>
                  <a:srgbClr val="282833"/>
                </a:solidFill>
                <a:latin typeface="Arial"/>
                <a:cs typeface="Arial"/>
              </a:rPr>
              <a:t>administered</a:t>
            </a:r>
            <a:r>
              <a:rPr sz="2200" spc="-30" dirty="0">
                <a:solidFill>
                  <a:srgbClr val="282833"/>
                </a:solidFill>
                <a:latin typeface="Arial"/>
                <a:cs typeface="Arial"/>
              </a:rPr>
              <a:t> </a:t>
            </a:r>
            <a:r>
              <a:rPr sz="2200" dirty="0">
                <a:solidFill>
                  <a:srgbClr val="282833"/>
                </a:solidFill>
                <a:latin typeface="Arial"/>
                <a:cs typeface="Arial"/>
              </a:rPr>
              <a:t>by</a:t>
            </a:r>
            <a:r>
              <a:rPr sz="2200" spc="-30" dirty="0">
                <a:solidFill>
                  <a:srgbClr val="282833"/>
                </a:solidFill>
                <a:latin typeface="Arial"/>
                <a:cs typeface="Arial"/>
              </a:rPr>
              <a:t> </a:t>
            </a:r>
            <a:r>
              <a:rPr sz="2200" dirty="0">
                <a:solidFill>
                  <a:srgbClr val="282833"/>
                </a:solidFill>
                <a:latin typeface="Arial"/>
                <a:cs typeface="Arial"/>
              </a:rPr>
              <a:t>the</a:t>
            </a:r>
            <a:r>
              <a:rPr sz="2200" spc="-30" dirty="0">
                <a:solidFill>
                  <a:srgbClr val="282833"/>
                </a:solidFill>
                <a:latin typeface="Arial"/>
                <a:cs typeface="Arial"/>
              </a:rPr>
              <a:t> </a:t>
            </a:r>
            <a:r>
              <a:rPr sz="2200" spc="-10" dirty="0">
                <a:solidFill>
                  <a:srgbClr val="282833"/>
                </a:solidFill>
                <a:latin typeface="Arial"/>
                <a:cs typeface="Arial"/>
              </a:rPr>
              <a:t>government.</a:t>
            </a:r>
            <a:endParaRPr sz="2200" dirty="0">
              <a:latin typeface="Arial"/>
              <a:cs typeface="Arial"/>
            </a:endParaRPr>
          </a:p>
          <a:p>
            <a:pPr marL="194310" indent="-181610">
              <a:spcBef>
                <a:spcPts val="570"/>
              </a:spcBef>
              <a:buClr>
                <a:srgbClr val="93A299"/>
              </a:buClr>
              <a:buSzPct val="83333"/>
              <a:buFont typeface="Arial"/>
              <a:buChar char="•"/>
              <a:tabLst>
                <a:tab pos="194310" algn="l"/>
              </a:tabLst>
            </a:pPr>
            <a:r>
              <a:rPr sz="2400" i="1" dirty="0">
                <a:solidFill>
                  <a:srgbClr val="282833"/>
                </a:solidFill>
                <a:latin typeface="Arial"/>
                <a:cs typeface="Arial"/>
              </a:rPr>
              <a:t>Gate</a:t>
            </a:r>
            <a:r>
              <a:rPr sz="2400" i="1" spc="-20" dirty="0">
                <a:solidFill>
                  <a:srgbClr val="282833"/>
                </a:solidFill>
                <a:latin typeface="Arial"/>
                <a:cs typeface="Arial"/>
              </a:rPr>
              <a:t> </a:t>
            </a:r>
            <a:r>
              <a:rPr sz="2400" i="1" spc="-10" dirty="0">
                <a:solidFill>
                  <a:srgbClr val="282833"/>
                </a:solidFill>
                <a:latin typeface="Arial"/>
                <a:cs typeface="Arial"/>
              </a:rPr>
              <a:t>Keeper</a:t>
            </a:r>
            <a:endParaRPr sz="2400" dirty="0">
              <a:latin typeface="Arial"/>
              <a:cs typeface="Arial"/>
            </a:endParaRPr>
          </a:p>
          <a:p>
            <a:pPr marL="195580" marR="323850">
              <a:spcBef>
                <a:spcPts val="5"/>
              </a:spcBef>
            </a:pPr>
            <a:r>
              <a:rPr sz="2200" dirty="0">
                <a:solidFill>
                  <a:srgbClr val="282833"/>
                </a:solidFill>
                <a:latin typeface="Arial"/>
                <a:cs typeface="Arial"/>
              </a:rPr>
              <a:t>A</a:t>
            </a:r>
            <a:r>
              <a:rPr sz="2200" spc="-155" dirty="0">
                <a:solidFill>
                  <a:srgbClr val="282833"/>
                </a:solidFill>
                <a:latin typeface="Arial"/>
                <a:cs typeface="Arial"/>
              </a:rPr>
              <a:t> </a:t>
            </a:r>
            <a:r>
              <a:rPr sz="2200" dirty="0">
                <a:solidFill>
                  <a:srgbClr val="282833"/>
                </a:solidFill>
                <a:latin typeface="Arial"/>
                <a:cs typeface="Arial"/>
              </a:rPr>
              <a:t>collaborative</a:t>
            </a:r>
            <a:r>
              <a:rPr sz="2200" spc="-50" dirty="0">
                <a:solidFill>
                  <a:srgbClr val="282833"/>
                </a:solidFill>
                <a:latin typeface="Arial"/>
                <a:cs typeface="Arial"/>
              </a:rPr>
              <a:t> </a:t>
            </a:r>
            <a:r>
              <a:rPr sz="2200" dirty="0">
                <a:solidFill>
                  <a:srgbClr val="282833"/>
                </a:solidFill>
                <a:latin typeface="Arial"/>
                <a:cs typeface="Arial"/>
              </a:rPr>
              <a:t>network</a:t>
            </a:r>
            <a:r>
              <a:rPr sz="2200" spc="-35" dirty="0">
                <a:solidFill>
                  <a:srgbClr val="282833"/>
                </a:solidFill>
                <a:latin typeface="Arial"/>
                <a:cs typeface="Arial"/>
              </a:rPr>
              <a:t> </a:t>
            </a:r>
            <a:r>
              <a:rPr sz="2200" dirty="0">
                <a:solidFill>
                  <a:srgbClr val="282833"/>
                </a:solidFill>
                <a:latin typeface="Arial"/>
                <a:cs typeface="Arial"/>
              </a:rPr>
              <a:t>may</a:t>
            </a:r>
            <a:r>
              <a:rPr sz="2200" spc="-45" dirty="0">
                <a:solidFill>
                  <a:srgbClr val="282833"/>
                </a:solidFill>
                <a:latin typeface="Arial"/>
                <a:cs typeface="Arial"/>
              </a:rPr>
              <a:t> </a:t>
            </a:r>
            <a:r>
              <a:rPr sz="2200" dirty="0">
                <a:solidFill>
                  <a:srgbClr val="282833"/>
                </a:solidFill>
                <a:latin typeface="Arial"/>
                <a:cs typeface="Arial"/>
              </a:rPr>
              <a:t>include</a:t>
            </a:r>
            <a:r>
              <a:rPr sz="2200" spc="-50" dirty="0">
                <a:solidFill>
                  <a:srgbClr val="282833"/>
                </a:solidFill>
                <a:latin typeface="Arial"/>
                <a:cs typeface="Arial"/>
              </a:rPr>
              <a:t> </a:t>
            </a:r>
            <a:r>
              <a:rPr sz="2200" dirty="0">
                <a:solidFill>
                  <a:srgbClr val="282833"/>
                </a:solidFill>
                <a:latin typeface="Arial"/>
                <a:cs typeface="Arial"/>
              </a:rPr>
              <a:t>one</a:t>
            </a:r>
            <a:r>
              <a:rPr sz="2200" spc="-30" dirty="0">
                <a:solidFill>
                  <a:srgbClr val="282833"/>
                </a:solidFill>
                <a:latin typeface="Arial"/>
                <a:cs typeface="Arial"/>
              </a:rPr>
              <a:t> </a:t>
            </a:r>
            <a:r>
              <a:rPr sz="2200" dirty="0">
                <a:solidFill>
                  <a:srgbClr val="282833"/>
                </a:solidFill>
                <a:latin typeface="Arial"/>
                <a:cs typeface="Arial"/>
              </a:rPr>
              <a:t>participant</a:t>
            </a:r>
            <a:r>
              <a:rPr sz="2200" spc="-50" dirty="0">
                <a:solidFill>
                  <a:srgbClr val="282833"/>
                </a:solidFill>
                <a:latin typeface="Arial"/>
                <a:cs typeface="Arial"/>
              </a:rPr>
              <a:t> </a:t>
            </a:r>
            <a:r>
              <a:rPr sz="2200" dirty="0">
                <a:solidFill>
                  <a:srgbClr val="282833"/>
                </a:solidFill>
                <a:latin typeface="Arial"/>
                <a:cs typeface="Arial"/>
              </a:rPr>
              <a:t>that</a:t>
            </a:r>
            <a:r>
              <a:rPr sz="2200" spc="-30" dirty="0">
                <a:solidFill>
                  <a:srgbClr val="282833"/>
                </a:solidFill>
                <a:latin typeface="Arial"/>
                <a:cs typeface="Arial"/>
              </a:rPr>
              <a:t> </a:t>
            </a:r>
            <a:r>
              <a:rPr sz="2200" spc="-25" dirty="0">
                <a:solidFill>
                  <a:srgbClr val="282833"/>
                </a:solidFill>
                <a:latin typeface="Arial"/>
                <a:cs typeface="Arial"/>
              </a:rPr>
              <a:t>has </a:t>
            </a:r>
            <a:r>
              <a:rPr sz="2200" dirty="0">
                <a:solidFill>
                  <a:srgbClr val="282833"/>
                </a:solidFill>
                <a:latin typeface="Arial"/>
                <a:cs typeface="Arial"/>
              </a:rPr>
              <a:t>the</a:t>
            </a:r>
            <a:r>
              <a:rPr sz="2200" spc="-25" dirty="0">
                <a:solidFill>
                  <a:srgbClr val="282833"/>
                </a:solidFill>
                <a:latin typeface="Arial"/>
                <a:cs typeface="Arial"/>
              </a:rPr>
              <a:t> </a:t>
            </a:r>
            <a:r>
              <a:rPr sz="2200" dirty="0">
                <a:solidFill>
                  <a:srgbClr val="282833"/>
                </a:solidFill>
                <a:latin typeface="Arial"/>
                <a:cs typeface="Arial"/>
              </a:rPr>
              <a:t>sole</a:t>
            </a:r>
            <a:r>
              <a:rPr sz="2200" spc="-35" dirty="0">
                <a:solidFill>
                  <a:srgbClr val="282833"/>
                </a:solidFill>
                <a:latin typeface="Arial"/>
                <a:cs typeface="Arial"/>
              </a:rPr>
              <a:t> </a:t>
            </a:r>
            <a:r>
              <a:rPr sz="2200" dirty="0">
                <a:solidFill>
                  <a:srgbClr val="282833"/>
                </a:solidFill>
                <a:latin typeface="Arial"/>
                <a:cs typeface="Arial"/>
              </a:rPr>
              <a:t>responsibility</a:t>
            </a:r>
            <a:r>
              <a:rPr sz="2200" spc="-50" dirty="0">
                <a:solidFill>
                  <a:srgbClr val="282833"/>
                </a:solidFill>
                <a:latin typeface="Arial"/>
                <a:cs typeface="Arial"/>
              </a:rPr>
              <a:t> </a:t>
            </a:r>
            <a:r>
              <a:rPr sz="2200" dirty="0">
                <a:solidFill>
                  <a:srgbClr val="282833"/>
                </a:solidFill>
                <a:latin typeface="Arial"/>
                <a:cs typeface="Arial"/>
              </a:rPr>
              <a:t>of</a:t>
            </a:r>
            <a:r>
              <a:rPr sz="2200" spc="-25" dirty="0">
                <a:solidFill>
                  <a:srgbClr val="282833"/>
                </a:solidFill>
                <a:latin typeface="Arial"/>
                <a:cs typeface="Arial"/>
              </a:rPr>
              <a:t> </a:t>
            </a:r>
            <a:r>
              <a:rPr sz="2200" dirty="0">
                <a:solidFill>
                  <a:srgbClr val="282833"/>
                </a:solidFill>
                <a:latin typeface="Arial"/>
                <a:cs typeface="Arial"/>
              </a:rPr>
              <a:t>adding</a:t>
            </a:r>
            <a:r>
              <a:rPr sz="2200" spc="-25" dirty="0">
                <a:solidFill>
                  <a:srgbClr val="282833"/>
                </a:solidFill>
                <a:latin typeface="Arial"/>
                <a:cs typeface="Arial"/>
              </a:rPr>
              <a:t> </a:t>
            </a:r>
            <a:r>
              <a:rPr sz="2200" dirty="0">
                <a:solidFill>
                  <a:srgbClr val="282833"/>
                </a:solidFill>
                <a:latin typeface="Arial"/>
                <a:cs typeface="Arial"/>
              </a:rPr>
              <a:t>members</a:t>
            </a:r>
            <a:r>
              <a:rPr sz="2200" spc="-25" dirty="0">
                <a:solidFill>
                  <a:srgbClr val="282833"/>
                </a:solidFill>
                <a:latin typeface="Arial"/>
                <a:cs typeface="Arial"/>
              </a:rPr>
              <a:t> </a:t>
            </a:r>
            <a:r>
              <a:rPr sz="2200" dirty="0">
                <a:solidFill>
                  <a:srgbClr val="282833"/>
                </a:solidFill>
                <a:latin typeface="Arial"/>
                <a:cs typeface="Arial"/>
              </a:rPr>
              <a:t>to</a:t>
            </a:r>
            <a:r>
              <a:rPr sz="2200" spc="-25" dirty="0">
                <a:solidFill>
                  <a:srgbClr val="282833"/>
                </a:solidFill>
                <a:latin typeface="Arial"/>
                <a:cs typeface="Arial"/>
              </a:rPr>
              <a:t> </a:t>
            </a:r>
            <a:r>
              <a:rPr sz="2200" dirty="0">
                <a:solidFill>
                  <a:srgbClr val="282833"/>
                </a:solidFill>
                <a:latin typeface="Arial"/>
                <a:cs typeface="Arial"/>
              </a:rPr>
              <a:t>the</a:t>
            </a:r>
            <a:r>
              <a:rPr sz="2200" spc="-25" dirty="0">
                <a:solidFill>
                  <a:srgbClr val="282833"/>
                </a:solidFill>
                <a:latin typeface="Arial"/>
                <a:cs typeface="Arial"/>
              </a:rPr>
              <a:t> </a:t>
            </a:r>
            <a:r>
              <a:rPr sz="2200" dirty="0">
                <a:solidFill>
                  <a:srgbClr val="282833"/>
                </a:solidFill>
                <a:latin typeface="Arial"/>
                <a:cs typeface="Arial"/>
              </a:rPr>
              <a:t>network</a:t>
            </a:r>
            <a:r>
              <a:rPr sz="2200" spc="-25" dirty="0">
                <a:solidFill>
                  <a:srgbClr val="282833"/>
                </a:solidFill>
                <a:latin typeface="Arial"/>
                <a:cs typeface="Arial"/>
              </a:rPr>
              <a:t> and </a:t>
            </a:r>
            <a:r>
              <a:rPr sz="2200" dirty="0">
                <a:solidFill>
                  <a:srgbClr val="282833"/>
                </a:solidFill>
                <a:latin typeface="Arial"/>
                <a:cs typeface="Arial"/>
              </a:rPr>
              <a:t>allocating</a:t>
            </a:r>
            <a:r>
              <a:rPr sz="2200" spc="-50" dirty="0">
                <a:solidFill>
                  <a:srgbClr val="282833"/>
                </a:solidFill>
                <a:latin typeface="Arial"/>
                <a:cs typeface="Arial"/>
              </a:rPr>
              <a:t> </a:t>
            </a:r>
            <a:r>
              <a:rPr sz="2200" dirty="0">
                <a:solidFill>
                  <a:srgbClr val="282833"/>
                </a:solidFill>
                <a:latin typeface="Arial"/>
                <a:cs typeface="Arial"/>
              </a:rPr>
              <a:t>them</a:t>
            </a:r>
            <a:r>
              <a:rPr sz="2200" spc="-35" dirty="0">
                <a:solidFill>
                  <a:srgbClr val="282833"/>
                </a:solidFill>
                <a:latin typeface="Arial"/>
                <a:cs typeface="Arial"/>
              </a:rPr>
              <a:t> </a:t>
            </a:r>
            <a:r>
              <a:rPr sz="2200" dirty="0">
                <a:solidFill>
                  <a:srgbClr val="282833"/>
                </a:solidFill>
                <a:latin typeface="Arial"/>
                <a:cs typeface="Arial"/>
              </a:rPr>
              <a:t>appropriate</a:t>
            </a:r>
            <a:r>
              <a:rPr sz="2200" spc="-30" dirty="0">
                <a:solidFill>
                  <a:srgbClr val="282833"/>
                </a:solidFill>
                <a:latin typeface="Arial"/>
                <a:cs typeface="Arial"/>
              </a:rPr>
              <a:t> </a:t>
            </a:r>
            <a:r>
              <a:rPr sz="2200" dirty="0">
                <a:solidFill>
                  <a:srgbClr val="282833"/>
                </a:solidFill>
                <a:latin typeface="Arial"/>
                <a:cs typeface="Arial"/>
              </a:rPr>
              <a:t>keys</a:t>
            </a:r>
            <a:r>
              <a:rPr sz="2200" spc="-50" dirty="0">
                <a:solidFill>
                  <a:srgbClr val="282833"/>
                </a:solidFill>
                <a:latin typeface="Arial"/>
                <a:cs typeface="Arial"/>
              </a:rPr>
              <a:t> </a:t>
            </a:r>
            <a:r>
              <a:rPr sz="2200" dirty="0">
                <a:solidFill>
                  <a:srgbClr val="282833"/>
                </a:solidFill>
                <a:latin typeface="Arial"/>
                <a:cs typeface="Arial"/>
              </a:rPr>
              <a:t>and</a:t>
            </a:r>
            <a:r>
              <a:rPr sz="2200" spc="-40" dirty="0">
                <a:solidFill>
                  <a:srgbClr val="282833"/>
                </a:solidFill>
                <a:latin typeface="Arial"/>
                <a:cs typeface="Arial"/>
              </a:rPr>
              <a:t> </a:t>
            </a:r>
            <a:r>
              <a:rPr sz="2200" spc="-10" dirty="0">
                <a:solidFill>
                  <a:srgbClr val="282833"/>
                </a:solidFill>
                <a:latin typeface="Arial"/>
                <a:cs typeface="Arial"/>
              </a:rPr>
              <a:t>permissions.</a:t>
            </a:r>
            <a:endParaRPr sz="22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p:nvPr/>
        </p:nvSpPr>
        <p:spPr>
          <a:xfrm>
            <a:off x="2059940" y="696723"/>
            <a:ext cx="8032750" cy="5112385"/>
          </a:xfrm>
          <a:prstGeom prst="rect">
            <a:avLst/>
          </a:prstGeom>
        </p:spPr>
        <p:txBody>
          <a:bodyPr vert="horz" wrap="square" lIns="0" tIns="12700" rIns="0" bIns="0" rtlCol="0">
            <a:spAutoFit/>
          </a:bodyPr>
          <a:lstStyle/>
          <a:p>
            <a:pPr marL="12700">
              <a:spcBef>
                <a:spcPts val="100"/>
              </a:spcBef>
            </a:pPr>
            <a:r>
              <a:rPr lang="en-US" sz="4000" spc="-95" dirty="0">
                <a:solidFill>
                  <a:srgbClr val="D2523B"/>
                </a:solidFill>
                <a:latin typeface="Arial"/>
                <a:cs typeface="Arial"/>
              </a:rPr>
              <a:t>1. </a:t>
            </a:r>
            <a:r>
              <a:rPr sz="4000" spc="-95" dirty="0">
                <a:solidFill>
                  <a:srgbClr val="D2523B"/>
                </a:solidFill>
                <a:latin typeface="Arial"/>
                <a:cs typeface="Arial"/>
              </a:rPr>
              <a:t>Structural:</a:t>
            </a:r>
            <a:r>
              <a:rPr sz="4000" spc="-190" dirty="0">
                <a:solidFill>
                  <a:srgbClr val="D2523B"/>
                </a:solidFill>
                <a:latin typeface="Arial"/>
                <a:cs typeface="Arial"/>
              </a:rPr>
              <a:t> </a:t>
            </a:r>
            <a:r>
              <a:rPr sz="4000" spc="-10" dirty="0">
                <a:solidFill>
                  <a:srgbClr val="D2523B"/>
                </a:solidFill>
                <a:latin typeface="Arial"/>
                <a:cs typeface="Arial"/>
              </a:rPr>
              <a:t>Roles</a:t>
            </a:r>
            <a:endParaRPr sz="4000" dirty="0">
              <a:latin typeface="Arial"/>
              <a:cs typeface="Arial"/>
            </a:endParaRPr>
          </a:p>
          <a:p>
            <a:pPr marL="194310" indent="-181610">
              <a:spcBef>
                <a:spcPts val="2505"/>
              </a:spcBef>
              <a:buClr>
                <a:srgbClr val="93A299"/>
              </a:buClr>
              <a:buSzPct val="83333"/>
              <a:buFont typeface="Arial"/>
              <a:buChar char="•"/>
              <a:tabLst>
                <a:tab pos="194310" algn="l"/>
              </a:tabLst>
            </a:pPr>
            <a:r>
              <a:rPr sz="2400" i="1" dirty="0">
                <a:solidFill>
                  <a:srgbClr val="282833"/>
                </a:solidFill>
                <a:latin typeface="Arial"/>
                <a:cs typeface="Arial"/>
              </a:rPr>
              <a:t>Block</a:t>
            </a:r>
            <a:r>
              <a:rPr sz="2400" i="1" spc="-80" dirty="0">
                <a:solidFill>
                  <a:srgbClr val="282833"/>
                </a:solidFill>
                <a:latin typeface="Arial"/>
                <a:cs typeface="Arial"/>
              </a:rPr>
              <a:t> </a:t>
            </a:r>
            <a:r>
              <a:rPr sz="2400" i="1" spc="-10" dirty="0">
                <a:solidFill>
                  <a:srgbClr val="282833"/>
                </a:solidFill>
                <a:latin typeface="Arial"/>
                <a:cs typeface="Arial"/>
              </a:rPr>
              <a:t>Producer</a:t>
            </a:r>
            <a:endParaRPr sz="2400" dirty="0">
              <a:latin typeface="Arial"/>
              <a:cs typeface="Arial"/>
            </a:endParaRPr>
          </a:p>
          <a:p>
            <a:pPr marL="194945" marR="5080">
              <a:spcBef>
                <a:spcPts val="10"/>
              </a:spcBef>
            </a:pPr>
            <a:r>
              <a:rPr sz="2200" i="1" dirty="0">
                <a:solidFill>
                  <a:srgbClr val="282833"/>
                </a:solidFill>
                <a:latin typeface="Arial"/>
                <a:cs typeface="Arial"/>
              </a:rPr>
              <a:t>S</a:t>
            </a:r>
            <a:r>
              <a:rPr sz="2200" dirty="0">
                <a:solidFill>
                  <a:srgbClr val="282833"/>
                </a:solidFill>
                <a:latin typeface="Arial"/>
                <a:cs typeface="Arial"/>
              </a:rPr>
              <a:t>ome</a:t>
            </a:r>
            <a:r>
              <a:rPr sz="2200" spc="-65" dirty="0">
                <a:solidFill>
                  <a:srgbClr val="282833"/>
                </a:solidFill>
                <a:latin typeface="Arial"/>
                <a:cs typeface="Arial"/>
              </a:rPr>
              <a:t> </a:t>
            </a:r>
            <a:r>
              <a:rPr sz="2200" dirty="0">
                <a:solidFill>
                  <a:srgbClr val="282833"/>
                </a:solidFill>
                <a:latin typeface="Arial"/>
                <a:cs typeface="Arial"/>
              </a:rPr>
              <a:t>participants</a:t>
            </a:r>
            <a:r>
              <a:rPr sz="2200" spc="-65" dirty="0">
                <a:solidFill>
                  <a:srgbClr val="282833"/>
                </a:solidFill>
                <a:latin typeface="Arial"/>
                <a:cs typeface="Arial"/>
              </a:rPr>
              <a:t> </a:t>
            </a:r>
            <a:r>
              <a:rPr sz="2200" dirty="0">
                <a:solidFill>
                  <a:srgbClr val="282833"/>
                </a:solidFill>
                <a:latin typeface="Arial"/>
                <a:cs typeface="Arial"/>
              </a:rPr>
              <a:t>will</a:t>
            </a:r>
            <a:r>
              <a:rPr sz="2200" spc="-80" dirty="0">
                <a:solidFill>
                  <a:srgbClr val="282833"/>
                </a:solidFill>
                <a:latin typeface="Arial"/>
                <a:cs typeface="Arial"/>
              </a:rPr>
              <a:t> </a:t>
            </a:r>
            <a:r>
              <a:rPr sz="2200" dirty="0">
                <a:solidFill>
                  <a:srgbClr val="282833"/>
                </a:solidFill>
                <a:latin typeface="Arial"/>
                <a:cs typeface="Arial"/>
              </a:rPr>
              <a:t>provide</a:t>
            </a:r>
            <a:r>
              <a:rPr sz="2200" spc="-65" dirty="0">
                <a:solidFill>
                  <a:srgbClr val="282833"/>
                </a:solidFill>
                <a:latin typeface="Arial"/>
                <a:cs typeface="Arial"/>
              </a:rPr>
              <a:t> </a:t>
            </a:r>
            <a:r>
              <a:rPr sz="2200" dirty="0">
                <a:solidFill>
                  <a:srgbClr val="282833"/>
                </a:solidFill>
                <a:latin typeface="Arial"/>
                <a:cs typeface="Arial"/>
              </a:rPr>
              <a:t>computational</a:t>
            </a:r>
            <a:r>
              <a:rPr sz="2200" spc="-65" dirty="0">
                <a:solidFill>
                  <a:srgbClr val="282833"/>
                </a:solidFill>
                <a:latin typeface="Arial"/>
                <a:cs typeface="Arial"/>
              </a:rPr>
              <a:t> </a:t>
            </a:r>
            <a:r>
              <a:rPr sz="2200" dirty="0">
                <a:solidFill>
                  <a:srgbClr val="282833"/>
                </a:solidFill>
                <a:latin typeface="Arial"/>
                <a:cs typeface="Arial"/>
              </a:rPr>
              <a:t>power</a:t>
            </a:r>
            <a:r>
              <a:rPr sz="2200" spc="-60" dirty="0">
                <a:solidFill>
                  <a:srgbClr val="282833"/>
                </a:solidFill>
                <a:latin typeface="Arial"/>
                <a:cs typeface="Arial"/>
              </a:rPr>
              <a:t> </a:t>
            </a:r>
            <a:r>
              <a:rPr sz="2200" dirty="0">
                <a:solidFill>
                  <a:srgbClr val="282833"/>
                </a:solidFill>
                <a:latin typeface="Arial"/>
                <a:cs typeface="Arial"/>
              </a:rPr>
              <a:t>to</a:t>
            </a:r>
            <a:r>
              <a:rPr sz="2200" spc="-65" dirty="0">
                <a:solidFill>
                  <a:srgbClr val="282833"/>
                </a:solidFill>
                <a:latin typeface="Arial"/>
                <a:cs typeface="Arial"/>
              </a:rPr>
              <a:t> </a:t>
            </a:r>
            <a:r>
              <a:rPr sz="2200" spc="-10" dirty="0">
                <a:solidFill>
                  <a:srgbClr val="282833"/>
                </a:solidFill>
                <a:latin typeface="Arial"/>
                <a:cs typeface="Arial"/>
              </a:rPr>
              <a:t>maintain </a:t>
            </a:r>
            <a:r>
              <a:rPr sz="2200" dirty="0">
                <a:solidFill>
                  <a:srgbClr val="282833"/>
                </a:solidFill>
                <a:latin typeface="Arial"/>
                <a:cs typeface="Arial"/>
              </a:rPr>
              <a:t>the</a:t>
            </a:r>
            <a:r>
              <a:rPr sz="2200" spc="-30" dirty="0">
                <a:solidFill>
                  <a:srgbClr val="282833"/>
                </a:solidFill>
                <a:latin typeface="Arial"/>
                <a:cs typeface="Arial"/>
              </a:rPr>
              <a:t> </a:t>
            </a:r>
            <a:r>
              <a:rPr sz="2200" dirty="0">
                <a:solidFill>
                  <a:srgbClr val="282833"/>
                </a:solidFill>
                <a:latin typeface="Arial"/>
                <a:cs typeface="Arial"/>
              </a:rPr>
              <a:t>actual</a:t>
            </a:r>
            <a:r>
              <a:rPr sz="2200" spc="-40" dirty="0">
                <a:solidFill>
                  <a:srgbClr val="282833"/>
                </a:solidFill>
                <a:latin typeface="Arial"/>
                <a:cs typeface="Arial"/>
              </a:rPr>
              <a:t> </a:t>
            </a:r>
            <a:r>
              <a:rPr sz="2200" dirty="0">
                <a:solidFill>
                  <a:srgbClr val="282833"/>
                </a:solidFill>
                <a:latin typeface="Arial"/>
                <a:cs typeface="Arial"/>
              </a:rPr>
              <a:t>blockchain.</a:t>
            </a:r>
            <a:r>
              <a:rPr sz="2200" spc="-85" dirty="0">
                <a:solidFill>
                  <a:srgbClr val="282833"/>
                </a:solidFill>
                <a:latin typeface="Arial"/>
                <a:cs typeface="Arial"/>
              </a:rPr>
              <a:t> </a:t>
            </a:r>
            <a:r>
              <a:rPr sz="2200" dirty="0">
                <a:solidFill>
                  <a:srgbClr val="282833"/>
                </a:solidFill>
                <a:latin typeface="Arial"/>
                <a:cs typeface="Arial"/>
              </a:rPr>
              <a:t>The</a:t>
            </a:r>
            <a:r>
              <a:rPr sz="2200" spc="-30" dirty="0">
                <a:solidFill>
                  <a:srgbClr val="282833"/>
                </a:solidFill>
                <a:latin typeface="Arial"/>
                <a:cs typeface="Arial"/>
              </a:rPr>
              <a:t> </a:t>
            </a:r>
            <a:r>
              <a:rPr sz="2200" dirty="0">
                <a:solidFill>
                  <a:srgbClr val="282833"/>
                </a:solidFill>
                <a:latin typeface="Arial"/>
                <a:cs typeface="Arial"/>
              </a:rPr>
              <a:t>block</a:t>
            </a:r>
            <a:r>
              <a:rPr sz="2200" spc="-45" dirty="0">
                <a:solidFill>
                  <a:srgbClr val="282833"/>
                </a:solidFill>
                <a:latin typeface="Arial"/>
                <a:cs typeface="Arial"/>
              </a:rPr>
              <a:t> </a:t>
            </a:r>
            <a:r>
              <a:rPr sz="2200" dirty="0">
                <a:solidFill>
                  <a:srgbClr val="282833"/>
                </a:solidFill>
                <a:latin typeface="Arial"/>
                <a:cs typeface="Arial"/>
              </a:rPr>
              <a:t>production</a:t>
            </a:r>
            <a:r>
              <a:rPr sz="2200" spc="-30" dirty="0">
                <a:solidFill>
                  <a:srgbClr val="282833"/>
                </a:solidFill>
                <a:latin typeface="Arial"/>
                <a:cs typeface="Arial"/>
              </a:rPr>
              <a:t> </a:t>
            </a:r>
            <a:r>
              <a:rPr sz="2200" dirty="0">
                <a:solidFill>
                  <a:srgbClr val="282833"/>
                </a:solidFill>
                <a:latin typeface="Arial"/>
                <a:cs typeface="Arial"/>
              </a:rPr>
              <a:t>or</a:t>
            </a:r>
            <a:r>
              <a:rPr sz="2200" spc="-30" dirty="0">
                <a:solidFill>
                  <a:srgbClr val="282833"/>
                </a:solidFill>
                <a:latin typeface="Arial"/>
                <a:cs typeface="Arial"/>
              </a:rPr>
              <a:t> </a:t>
            </a:r>
            <a:r>
              <a:rPr sz="2200" dirty="0">
                <a:solidFill>
                  <a:srgbClr val="282833"/>
                </a:solidFill>
                <a:latin typeface="Arial"/>
                <a:cs typeface="Arial"/>
              </a:rPr>
              <a:t>mining</a:t>
            </a:r>
            <a:r>
              <a:rPr sz="2200" spc="-25" dirty="0">
                <a:solidFill>
                  <a:srgbClr val="282833"/>
                </a:solidFill>
                <a:latin typeface="Arial"/>
                <a:cs typeface="Arial"/>
              </a:rPr>
              <a:t> </a:t>
            </a:r>
            <a:r>
              <a:rPr sz="2200" dirty="0">
                <a:solidFill>
                  <a:srgbClr val="282833"/>
                </a:solidFill>
                <a:latin typeface="Arial"/>
                <a:cs typeface="Arial"/>
              </a:rPr>
              <a:t>may</a:t>
            </a:r>
            <a:r>
              <a:rPr sz="2200" spc="-40" dirty="0">
                <a:solidFill>
                  <a:srgbClr val="282833"/>
                </a:solidFill>
                <a:latin typeface="Arial"/>
                <a:cs typeface="Arial"/>
              </a:rPr>
              <a:t> </a:t>
            </a:r>
            <a:r>
              <a:rPr sz="2200" spc="-25" dirty="0">
                <a:solidFill>
                  <a:srgbClr val="282833"/>
                </a:solidFill>
                <a:latin typeface="Arial"/>
                <a:cs typeface="Arial"/>
              </a:rPr>
              <a:t>be </a:t>
            </a:r>
            <a:r>
              <a:rPr sz="2200" dirty="0">
                <a:solidFill>
                  <a:srgbClr val="282833"/>
                </a:solidFill>
                <a:latin typeface="Arial"/>
                <a:cs typeface="Arial"/>
              </a:rPr>
              <a:t>shared</a:t>
            </a:r>
            <a:r>
              <a:rPr sz="2200" spc="-45" dirty="0">
                <a:solidFill>
                  <a:srgbClr val="282833"/>
                </a:solidFill>
                <a:latin typeface="Arial"/>
                <a:cs typeface="Arial"/>
              </a:rPr>
              <a:t> </a:t>
            </a:r>
            <a:r>
              <a:rPr sz="2200" dirty="0">
                <a:solidFill>
                  <a:srgbClr val="282833"/>
                </a:solidFill>
                <a:latin typeface="Arial"/>
                <a:cs typeface="Arial"/>
              </a:rPr>
              <a:t>amongst</a:t>
            </a:r>
            <a:r>
              <a:rPr sz="2200" spc="-45" dirty="0">
                <a:solidFill>
                  <a:srgbClr val="282833"/>
                </a:solidFill>
                <a:latin typeface="Arial"/>
                <a:cs typeface="Arial"/>
              </a:rPr>
              <a:t> </a:t>
            </a:r>
            <a:r>
              <a:rPr sz="2200" dirty="0">
                <a:solidFill>
                  <a:srgbClr val="282833"/>
                </a:solidFill>
                <a:latin typeface="Arial"/>
                <a:cs typeface="Arial"/>
              </a:rPr>
              <a:t>principal</a:t>
            </a:r>
            <a:r>
              <a:rPr sz="2200" spc="-45" dirty="0">
                <a:solidFill>
                  <a:srgbClr val="282833"/>
                </a:solidFill>
                <a:latin typeface="Arial"/>
                <a:cs typeface="Arial"/>
              </a:rPr>
              <a:t> </a:t>
            </a:r>
            <a:r>
              <a:rPr sz="2200" dirty="0">
                <a:solidFill>
                  <a:srgbClr val="282833"/>
                </a:solidFill>
                <a:latin typeface="Arial"/>
                <a:cs typeface="Arial"/>
              </a:rPr>
              <a:t>members</a:t>
            </a:r>
            <a:r>
              <a:rPr sz="2200" spc="-35" dirty="0">
                <a:solidFill>
                  <a:srgbClr val="282833"/>
                </a:solidFill>
                <a:latin typeface="Arial"/>
                <a:cs typeface="Arial"/>
              </a:rPr>
              <a:t> </a:t>
            </a:r>
            <a:r>
              <a:rPr sz="2200" dirty="0">
                <a:solidFill>
                  <a:srgbClr val="282833"/>
                </a:solidFill>
                <a:latin typeface="Arial"/>
                <a:cs typeface="Arial"/>
              </a:rPr>
              <a:t>of</a:t>
            </a:r>
            <a:r>
              <a:rPr sz="2200" spc="-40" dirty="0">
                <a:solidFill>
                  <a:srgbClr val="282833"/>
                </a:solidFill>
                <a:latin typeface="Arial"/>
                <a:cs typeface="Arial"/>
              </a:rPr>
              <a:t> </a:t>
            </a:r>
            <a:r>
              <a:rPr sz="2200" dirty="0">
                <a:solidFill>
                  <a:srgbClr val="282833"/>
                </a:solidFill>
                <a:latin typeface="Arial"/>
                <a:cs typeface="Arial"/>
              </a:rPr>
              <a:t>the</a:t>
            </a:r>
            <a:r>
              <a:rPr sz="2200" spc="-45" dirty="0">
                <a:solidFill>
                  <a:srgbClr val="282833"/>
                </a:solidFill>
                <a:latin typeface="Arial"/>
                <a:cs typeface="Arial"/>
              </a:rPr>
              <a:t> </a:t>
            </a:r>
            <a:r>
              <a:rPr sz="2200" dirty="0">
                <a:solidFill>
                  <a:srgbClr val="282833"/>
                </a:solidFill>
                <a:latin typeface="Arial"/>
                <a:cs typeface="Arial"/>
              </a:rPr>
              <a:t>network,</a:t>
            </a:r>
            <a:r>
              <a:rPr sz="2200" spc="-45" dirty="0">
                <a:solidFill>
                  <a:srgbClr val="282833"/>
                </a:solidFill>
                <a:latin typeface="Arial"/>
                <a:cs typeface="Arial"/>
              </a:rPr>
              <a:t> </a:t>
            </a:r>
            <a:r>
              <a:rPr sz="2200" dirty="0">
                <a:solidFill>
                  <a:srgbClr val="282833"/>
                </a:solidFill>
                <a:latin typeface="Arial"/>
                <a:cs typeface="Arial"/>
              </a:rPr>
              <a:t>or</a:t>
            </a:r>
            <a:r>
              <a:rPr sz="2200" spc="-40" dirty="0">
                <a:solidFill>
                  <a:srgbClr val="282833"/>
                </a:solidFill>
                <a:latin typeface="Arial"/>
                <a:cs typeface="Arial"/>
              </a:rPr>
              <a:t> </a:t>
            </a:r>
            <a:r>
              <a:rPr sz="2200" dirty="0">
                <a:solidFill>
                  <a:srgbClr val="282833"/>
                </a:solidFill>
                <a:latin typeface="Arial"/>
                <a:cs typeface="Arial"/>
              </a:rPr>
              <a:t>it</a:t>
            </a:r>
            <a:r>
              <a:rPr sz="2200" spc="-45" dirty="0">
                <a:solidFill>
                  <a:srgbClr val="282833"/>
                </a:solidFill>
                <a:latin typeface="Arial"/>
                <a:cs typeface="Arial"/>
              </a:rPr>
              <a:t> </a:t>
            </a:r>
            <a:r>
              <a:rPr sz="2200" dirty="0">
                <a:solidFill>
                  <a:srgbClr val="282833"/>
                </a:solidFill>
                <a:latin typeface="Arial"/>
                <a:cs typeface="Arial"/>
              </a:rPr>
              <a:t>may</a:t>
            </a:r>
            <a:r>
              <a:rPr sz="2200" spc="-45" dirty="0">
                <a:solidFill>
                  <a:srgbClr val="282833"/>
                </a:solidFill>
                <a:latin typeface="Arial"/>
                <a:cs typeface="Arial"/>
              </a:rPr>
              <a:t> </a:t>
            </a:r>
            <a:r>
              <a:rPr sz="2200" spc="-25" dirty="0">
                <a:solidFill>
                  <a:srgbClr val="282833"/>
                </a:solidFill>
                <a:latin typeface="Arial"/>
                <a:cs typeface="Arial"/>
              </a:rPr>
              <a:t>be </a:t>
            </a:r>
            <a:r>
              <a:rPr sz="2200" spc="-10" dirty="0">
                <a:solidFill>
                  <a:srgbClr val="282833"/>
                </a:solidFill>
                <a:latin typeface="Arial"/>
                <a:cs typeface="Arial"/>
              </a:rPr>
              <a:t>centralised</a:t>
            </a:r>
            <a:r>
              <a:rPr sz="2200" spc="-55" dirty="0">
                <a:solidFill>
                  <a:srgbClr val="282833"/>
                </a:solidFill>
                <a:latin typeface="Arial"/>
                <a:cs typeface="Arial"/>
              </a:rPr>
              <a:t> </a:t>
            </a:r>
            <a:r>
              <a:rPr sz="2200" dirty="0">
                <a:solidFill>
                  <a:srgbClr val="282833"/>
                </a:solidFill>
                <a:latin typeface="Arial"/>
                <a:cs typeface="Arial"/>
              </a:rPr>
              <a:t>and</a:t>
            </a:r>
            <a:r>
              <a:rPr sz="2200" spc="-40" dirty="0">
                <a:solidFill>
                  <a:srgbClr val="282833"/>
                </a:solidFill>
                <a:latin typeface="Arial"/>
                <a:cs typeface="Arial"/>
              </a:rPr>
              <a:t> </a:t>
            </a:r>
            <a:r>
              <a:rPr sz="2200" dirty="0">
                <a:solidFill>
                  <a:srgbClr val="282833"/>
                </a:solidFill>
                <a:latin typeface="Arial"/>
                <a:cs typeface="Arial"/>
              </a:rPr>
              <a:t>provided</a:t>
            </a:r>
            <a:r>
              <a:rPr sz="2200" spc="-45" dirty="0">
                <a:solidFill>
                  <a:srgbClr val="282833"/>
                </a:solidFill>
                <a:latin typeface="Arial"/>
                <a:cs typeface="Arial"/>
              </a:rPr>
              <a:t> </a:t>
            </a:r>
            <a:r>
              <a:rPr sz="2200" dirty="0">
                <a:solidFill>
                  <a:srgbClr val="282833"/>
                </a:solidFill>
                <a:latin typeface="Arial"/>
                <a:cs typeface="Arial"/>
              </a:rPr>
              <a:t>by</a:t>
            </a:r>
            <a:r>
              <a:rPr sz="2200" spc="-40" dirty="0">
                <a:solidFill>
                  <a:srgbClr val="282833"/>
                </a:solidFill>
                <a:latin typeface="Arial"/>
                <a:cs typeface="Arial"/>
              </a:rPr>
              <a:t> </a:t>
            </a:r>
            <a:r>
              <a:rPr sz="2200" dirty="0">
                <a:solidFill>
                  <a:srgbClr val="282833"/>
                </a:solidFill>
                <a:latin typeface="Arial"/>
                <a:cs typeface="Arial"/>
              </a:rPr>
              <a:t>a</a:t>
            </a:r>
            <a:r>
              <a:rPr sz="2200" spc="-40" dirty="0">
                <a:solidFill>
                  <a:srgbClr val="282833"/>
                </a:solidFill>
                <a:latin typeface="Arial"/>
                <a:cs typeface="Arial"/>
              </a:rPr>
              <a:t> </a:t>
            </a:r>
            <a:r>
              <a:rPr sz="2200" dirty="0">
                <a:solidFill>
                  <a:srgbClr val="282833"/>
                </a:solidFill>
                <a:latin typeface="Arial"/>
                <a:cs typeface="Arial"/>
              </a:rPr>
              <a:t>single</a:t>
            </a:r>
            <a:r>
              <a:rPr sz="2200" spc="-55" dirty="0">
                <a:solidFill>
                  <a:srgbClr val="282833"/>
                </a:solidFill>
                <a:latin typeface="Arial"/>
                <a:cs typeface="Arial"/>
              </a:rPr>
              <a:t> </a:t>
            </a:r>
            <a:r>
              <a:rPr sz="2200" spc="-10" dirty="0">
                <a:solidFill>
                  <a:srgbClr val="282833"/>
                </a:solidFill>
                <a:latin typeface="Arial"/>
                <a:cs typeface="Arial"/>
              </a:rPr>
              <a:t>party.</a:t>
            </a:r>
            <a:endParaRPr sz="2200" dirty="0">
              <a:latin typeface="Arial"/>
              <a:cs typeface="Arial"/>
            </a:endParaRPr>
          </a:p>
          <a:p>
            <a:pPr marL="194945" marR="114935"/>
            <a:r>
              <a:rPr sz="2200" dirty="0">
                <a:solidFill>
                  <a:srgbClr val="282833"/>
                </a:solidFill>
                <a:latin typeface="Arial"/>
                <a:cs typeface="Arial"/>
              </a:rPr>
              <a:t>Another</a:t>
            </a:r>
            <a:r>
              <a:rPr sz="2200" spc="-65" dirty="0">
                <a:solidFill>
                  <a:srgbClr val="282833"/>
                </a:solidFill>
                <a:latin typeface="Arial"/>
                <a:cs typeface="Arial"/>
              </a:rPr>
              <a:t> </a:t>
            </a:r>
            <a:r>
              <a:rPr sz="2200" dirty="0">
                <a:solidFill>
                  <a:srgbClr val="282833"/>
                </a:solidFill>
                <a:latin typeface="Arial"/>
                <a:cs typeface="Arial"/>
              </a:rPr>
              <a:t>alternative</a:t>
            </a:r>
            <a:r>
              <a:rPr sz="2200" spc="-50" dirty="0">
                <a:solidFill>
                  <a:srgbClr val="282833"/>
                </a:solidFill>
                <a:latin typeface="Arial"/>
                <a:cs typeface="Arial"/>
              </a:rPr>
              <a:t> </a:t>
            </a:r>
            <a:r>
              <a:rPr sz="2200" dirty="0">
                <a:solidFill>
                  <a:srgbClr val="282833"/>
                </a:solidFill>
                <a:latin typeface="Arial"/>
                <a:cs typeface="Arial"/>
              </a:rPr>
              <a:t>is</a:t>
            </a:r>
            <a:r>
              <a:rPr sz="2200" spc="-50" dirty="0">
                <a:solidFill>
                  <a:srgbClr val="282833"/>
                </a:solidFill>
                <a:latin typeface="Arial"/>
                <a:cs typeface="Arial"/>
              </a:rPr>
              <a:t> </a:t>
            </a:r>
            <a:r>
              <a:rPr sz="2200" dirty="0">
                <a:solidFill>
                  <a:srgbClr val="282833"/>
                </a:solidFill>
                <a:latin typeface="Arial"/>
                <a:cs typeface="Arial"/>
              </a:rPr>
              <a:t>that</a:t>
            </a:r>
            <a:r>
              <a:rPr sz="2200" spc="-55" dirty="0">
                <a:solidFill>
                  <a:srgbClr val="282833"/>
                </a:solidFill>
                <a:latin typeface="Arial"/>
                <a:cs typeface="Arial"/>
              </a:rPr>
              <a:t> </a:t>
            </a:r>
            <a:r>
              <a:rPr sz="2200" dirty="0">
                <a:solidFill>
                  <a:srgbClr val="282833"/>
                </a:solidFill>
                <a:latin typeface="Arial"/>
                <a:cs typeface="Arial"/>
              </a:rPr>
              <a:t>the</a:t>
            </a:r>
            <a:r>
              <a:rPr sz="2200" spc="-50" dirty="0">
                <a:solidFill>
                  <a:srgbClr val="282833"/>
                </a:solidFill>
                <a:latin typeface="Arial"/>
                <a:cs typeface="Arial"/>
              </a:rPr>
              <a:t> </a:t>
            </a:r>
            <a:r>
              <a:rPr sz="2200" dirty="0">
                <a:solidFill>
                  <a:srgbClr val="282833"/>
                </a:solidFill>
                <a:latin typeface="Arial"/>
                <a:cs typeface="Arial"/>
              </a:rPr>
              <a:t>blockchain</a:t>
            </a:r>
            <a:r>
              <a:rPr sz="2200" spc="-65" dirty="0">
                <a:solidFill>
                  <a:srgbClr val="282833"/>
                </a:solidFill>
                <a:latin typeface="Arial"/>
                <a:cs typeface="Arial"/>
              </a:rPr>
              <a:t> </a:t>
            </a:r>
            <a:r>
              <a:rPr sz="2200" dirty="0">
                <a:solidFill>
                  <a:srgbClr val="282833"/>
                </a:solidFill>
                <a:latin typeface="Arial"/>
                <a:cs typeface="Arial"/>
              </a:rPr>
              <a:t>maintenance</a:t>
            </a:r>
            <a:r>
              <a:rPr sz="2200" spc="-50" dirty="0">
                <a:solidFill>
                  <a:srgbClr val="282833"/>
                </a:solidFill>
                <a:latin typeface="Arial"/>
                <a:cs typeface="Arial"/>
              </a:rPr>
              <a:t> </a:t>
            </a:r>
            <a:r>
              <a:rPr sz="2200" dirty="0">
                <a:solidFill>
                  <a:srgbClr val="282833"/>
                </a:solidFill>
                <a:latin typeface="Arial"/>
                <a:cs typeface="Arial"/>
              </a:rPr>
              <a:t>may</a:t>
            </a:r>
            <a:r>
              <a:rPr sz="2200" spc="-50" dirty="0">
                <a:solidFill>
                  <a:srgbClr val="282833"/>
                </a:solidFill>
                <a:latin typeface="Arial"/>
                <a:cs typeface="Arial"/>
              </a:rPr>
              <a:t> </a:t>
            </a:r>
            <a:r>
              <a:rPr sz="2200" spc="-25" dirty="0">
                <a:solidFill>
                  <a:srgbClr val="282833"/>
                </a:solidFill>
                <a:latin typeface="Arial"/>
                <a:cs typeface="Arial"/>
              </a:rPr>
              <a:t>be </a:t>
            </a:r>
            <a:r>
              <a:rPr sz="2200" dirty="0">
                <a:solidFill>
                  <a:srgbClr val="282833"/>
                </a:solidFill>
                <a:latin typeface="Arial"/>
                <a:cs typeface="Arial"/>
              </a:rPr>
              <a:t>completely</a:t>
            </a:r>
            <a:r>
              <a:rPr sz="2200" spc="-55" dirty="0">
                <a:solidFill>
                  <a:srgbClr val="282833"/>
                </a:solidFill>
                <a:latin typeface="Arial"/>
                <a:cs typeface="Arial"/>
              </a:rPr>
              <a:t> </a:t>
            </a:r>
            <a:r>
              <a:rPr sz="2200" dirty="0">
                <a:solidFill>
                  <a:srgbClr val="282833"/>
                </a:solidFill>
                <a:latin typeface="Arial"/>
                <a:cs typeface="Arial"/>
              </a:rPr>
              <a:t>outsourced</a:t>
            </a:r>
            <a:r>
              <a:rPr sz="2200" spc="-35" dirty="0">
                <a:solidFill>
                  <a:srgbClr val="282833"/>
                </a:solidFill>
                <a:latin typeface="Arial"/>
                <a:cs typeface="Arial"/>
              </a:rPr>
              <a:t> </a:t>
            </a:r>
            <a:r>
              <a:rPr sz="2200" dirty="0">
                <a:solidFill>
                  <a:srgbClr val="282833"/>
                </a:solidFill>
                <a:latin typeface="Arial"/>
                <a:cs typeface="Arial"/>
              </a:rPr>
              <a:t>by</a:t>
            </a:r>
            <a:r>
              <a:rPr sz="2200" spc="-40"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dirty="0">
                <a:solidFill>
                  <a:srgbClr val="282833"/>
                </a:solidFill>
                <a:latin typeface="Arial"/>
                <a:cs typeface="Arial"/>
              </a:rPr>
              <a:t>network</a:t>
            </a:r>
            <a:r>
              <a:rPr sz="2200" spc="-35" dirty="0">
                <a:solidFill>
                  <a:srgbClr val="282833"/>
                </a:solidFill>
                <a:latin typeface="Arial"/>
                <a:cs typeface="Arial"/>
              </a:rPr>
              <a:t> </a:t>
            </a:r>
            <a:r>
              <a:rPr sz="2200" dirty="0">
                <a:solidFill>
                  <a:srgbClr val="282833"/>
                </a:solidFill>
                <a:latin typeface="Arial"/>
                <a:cs typeface="Arial"/>
              </a:rPr>
              <a:t>to</a:t>
            </a:r>
            <a:r>
              <a:rPr sz="2200" spc="-40" dirty="0">
                <a:solidFill>
                  <a:srgbClr val="282833"/>
                </a:solidFill>
                <a:latin typeface="Arial"/>
                <a:cs typeface="Arial"/>
              </a:rPr>
              <a:t> </a:t>
            </a:r>
            <a:r>
              <a:rPr sz="2200" dirty="0">
                <a:solidFill>
                  <a:srgbClr val="282833"/>
                </a:solidFill>
                <a:latin typeface="Arial"/>
                <a:cs typeface="Arial"/>
              </a:rPr>
              <a:t>a</a:t>
            </a:r>
            <a:r>
              <a:rPr sz="2200" spc="-35" dirty="0">
                <a:solidFill>
                  <a:srgbClr val="282833"/>
                </a:solidFill>
                <a:latin typeface="Arial"/>
                <a:cs typeface="Arial"/>
              </a:rPr>
              <a:t> </a:t>
            </a:r>
            <a:r>
              <a:rPr sz="2200" dirty="0">
                <a:solidFill>
                  <a:srgbClr val="282833"/>
                </a:solidFill>
                <a:latin typeface="Arial"/>
                <a:cs typeface="Arial"/>
              </a:rPr>
              <a:t>third</a:t>
            </a:r>
            <a:r>
              <a:rPr sz="2200" spc="-40" dirty="0">
                <a:solidFill>
                  <a:srgbClr val="282833"/>
                </a:solidFill>
                <a:latin typeface="Arial"/>
                <a:cs typeface="Arial"/>
              </a:rPr>
              <a:t> </a:t>
            </a:r>
            <a:r>
              <a:rPr sz="2200" dirty="0">
                <a:solidFill>
                  <a:srgbClr val="282833"/>
                </a:solidFill>
                <a:latin typeface="Arial"/>
                <a:cs typeface="Arial"/>
              </a:rPr>
              <a:t>party</a:t>
            </a:r>
            <a:r>
              <a:rPr sz="2200" spc="-35" dirty="0">
                <a:solidFill>
                  <a:srgbClr val="282833"/>
                </a:solidFill>
                <a:latin typeface="Arial"/>
                <a:cs typeface="Arial"/>
              </a:rPr>
              <a:t> </a:t>
            </a:r>
            <a:r>
              <a:rPr sz="2200" spc="-10" dirty="0">
                <a:solidFill>
                  <a:srgbClr val="282833"/>
                </a:solidFill>
                <a:latin typeface="Arial"/>
                <a:cs typeface="Arial"/>
              </a:rPr>
              <a:t>provider.</a:t>
            </a:r>
            <a:endParaRPr sz="2200" dirty="0">
              <a:latin typeface="Arial"/>
              <a:cs typeface="Arial"/>
            </a:endParaRPr>
          </a:p>
          <a:p>
            <a:pPr marL="194310" indent="-181610">
              <a:spcBef>
                <a:spcPts val="565"/>
              </a:spcBef>
              <a:buClr>
                <a:srgbClr val="93A299"/>
              </a:buClr>
              <a:buSzPct val="83333"/>
              <a:buFont typeface="Arial"/>
              <a:buChar char="•"/>
              <a:tabLst>
                <a:tab pos="194310" algn="l"/>
              </a:tabLst>
            </a:pPr>
            <a:r>
              <a:rPr sz="2400" i="1" spc="-10" dirty="0">
                <a:solidFill>
                  <a:srgbClr val="282833"/>
                </a:solidFill>
                <a:latin typeface="Arial"/>
                <a:cs typeface="Arial"/>
              </a:rPr>
              <a:t>Coder</a:t>
            </a:r>
            <a:endParaRPr sz="2400" dirty="0">
              <a:latin typeface="Arial"/>
              <a:cs typeface="Arial"/>
            </a:endParaRPr>
          </a:p>
          <a:p>
            <a:pPr marL="195580" marR="243840">
              <a:spcBef>
                <a:spcPts val="10"/>
              </a:spcBef>
            </a:pPr>
            <a:r>
              <a:rPr sz="2200" i="1" dirty="0">
                <a:solidFill>
                  <a:srgbClr val="282833"/>
                </a:solidFill>
                <a:latin typeface="Arial"/>
                <a:cs typeface="Arial"/>
              </a:rPr>
              <a:t>B</a:t>
            </a:r>
            <a:r>
              <a:rPr sz="2200" dirty="0">
                <a:solidFill>
                  <a:srgbClr val="282833"/>
                </a:solidFill>
                <a:latin typeface="Arial"/>
                <a:cs typeface="Arial"/>
              </a:rPr>
              <a:t>lockchain</a:t>
            </a:r>
            <a:r>
              <a:rPr sz="2200" spc="-65" dirty="0">
                <a:solidFill>
                  <a:srgbClr val="282833"/>
                </a:solidFill>
                <a:latin typeface="Arial"/>
                <a:cs typeface="Arial"/>
              </a:rPr>
              <a:t> </a:t>
            </a:r>
            <a:r>
              <a:rPr sz="2200" dirty="0">
                <a:solidFill>
                  <a:srgbClr val="282833"/>
                </a:solidFill>
                <a:latin typeface="Arial"/>
                <a:cs typeface="Arial"/>
              </a:rPr>
              <a:t>networks</a:t>
            </a:r>
            <a:r>
              <a:rPr sz="2200" spc="-40" dirty="0">
                <a:solidFill>
                  <a:srgbClr val="282833"/>
                </a:solidFill>
                <a:latin typeface="Arial"/>
                <a:cs typeface="Arial"/>
              </a:rPr>
              <a:t> </a:t>
            </a:r>
            <a:r>
              <a:rPr sz="2200" dirty="0">
                <a:solidFill>
                  <a:srgbClr val="282833"/>
                </a:solidFill>
                <a:latin typeface="Arial"/>
                <a:cs typeface="Arial"/>
              </a:rPr>
              <a:t>based</a:t>
            </a:r>
            <a:r>
              <a:rPr sz="2200" spc="-45" dirty="0">
                <a:solidFill>
                  <a:srgbClr val="282833"/>
                </a:solidFill>
                <a:latin typeface="Arial"/>
                <a:cs typeface="Arial"/>
              </a:rPr>
              <a:t> </a:t>
            </a:r>
            <a:r>
              <a:rPr sz="2200" dirty="0">
                <a:solidFill>
                  <a:srgbClr val="282833"/>
                </a:solidFill>
                <a:latin typeface="Arial"/>
                <a:cs typeface="Arial"/>
              </a:rPr>
              <a:t>on</a:t>
            </a:r>
            <a:r>
              <a:rPr sz="2200" spc="-45" dirty="0">
                <a:solidFill>
                  <a:srgbClr val="282833"/>
                </a:solidFill>
                <a:latin typeface="Arial"/>
                <a:cs typeface="Arial"/>
              </a:rPr>
              <a:t> </a:t>
            </a:r>
            <a:r>
              <a:rPr sz="2200" dirty="0">
                <a:solidFill>
                  <a:srgbClr val="282833"/>
                </a:solidFill>
                <a:latin typeface="Arial"/>
                <a:cs typeface="Arial"/>
              </a:rPr>
              <a:t>smart</a:t>
            </a:r>
            <a:r>
              <a:rPr sz="2200" spc="-40" dirty="0">
                <a:solidFill>
                  <a:srgbClr val="282833"/>
                </a:solidFill>
                <a:latin typeface="Arial"/>
                <a:cs typeface="Arial"/>
              </a:rPr>
              <a:t> </a:t>
            </a:r>
            <a:r>
              <a:rPr sz="2200" dirty="0">
                <a:solidFill>
                  <a:srgbClr val="282833"/>
                </a:solidFill>
                <a:latin typeface="Arial"/>
                <a:cs typeface="Arial"/>
              </a:rPr>
              <a:t>contracts</a:t>
            </a:r>
            <a:r>
              <a:rPr sz="2200" spc="-45" dirty="0">
                <a:solidFill>
                  <a:srgbClr val="282833"/>
                </a:solidFill>
                <a:latin typeface="Arial"/>
                <a:cs typeface="Arial"/>
              </a:rPr>
              <a:t> </a:t>
            </a:r>
            <a:r>
              <a:rPr sz="2200" spc="-10" dirty="0">
                <a:solidFill>
                  <a:srgbClr val="282833"/>
                </a:solidFill>
                <a:latin typeface="Arial"/>
                <a:cs typeface="Arial"/>
              </a:rPr>
              <a:t>require </a:t>
            </a:r>
            <a:r>
              <a:rPr sz="2200" dirty="0">
                <a:solidFill>
                  <a:srgbClr val="282833"/>
                </a:solidFill>
                <a:latin typeface="Arial"/>
                <a:cs typeface="Arial"/>
              </a:rPr>
              <a:t>somebody</a:t>
            </a:r>
            <a:r>
              <a:rPr sz="2200" spc="-50" dirty="0">
                <a:solidFill>
                  <a:srgbClr val="282833"/>
                </a:solidFill>
                <a:latin typeface="Arial"/>
                <a:cs typeface="Arial"/>
              </a:rPr>
              <a:t> </a:t>
            </a:r>
            <a:r>
              <a:rPr sz="2200" dirty="0">
                <a:solidFill>
                  <a:srgbClr val="282833"/>
                </a:solidFill>
                <a:latin typeface="Arial"/>
                <a:cs typeface="Arial"/>
              </a:rPr>
              <a:t>to</a:t>
            </a:r>
            <a:r>
              <a:rPr sz="2200" spc="-50" dirty="0">
                <a:solidFill>
                  <a:srgbClr val="282833"/>
                </a:solidFill>
                <a:latin typeface="Arial"/>
                <a:cs typeface="Arial"/>
              </a:rPr>
              <a:t> </a:t>
            </a:r>
            <a:r>
              <a:rPr sz="2200" dirty="0">
                <a:solidFill>
                  <a:srgbClr val="282833"/>
                </a:solidFill>
                <a:latin typeface="Arial"/>
                <a:cs typeface="Arial"/>
              </a:rPr>
              <a:t>actually</a:t>
            </a:r>
            <a:r>
              <a:rPr sz="2200" spc="-65" dirty="0">
                <a:solidFill>
                  <a:srgbClr val="282833"/>
                </a:solidFill>
                <a:latin typeface="Arial"/>
                <a:cs typeface="Arial"/>
              </a:rPr>
              <a:t> </a:t>
            </a:r>
            <a:r>
              <a:rPr sz="2200" dirty="0">
                <a:solidFill>
                  <a:srgbClr val="282833"/>
                </a:solidFill>
                <a:latin typeface="Arial"/>
                <a:cs typeface="Arial"/>
              </a:rPr>
              <a:t>write</a:t>
            </a:r>
            <a:r>
              <a:rPr sz="2200" spc="-45" dirty="0">
                <a:solidFill>
                  <a:srgbClr val="282833"/>
                </a:solidFill>
                <a:latin typeface="Arial"/>
                <a:cs typeface="Arial"/>
              </a:rPr>
              <a:t> </a:t>
            </a:r>
            <a:r>
              <a:rPr sz="2200" dirty="0">
                <a:solidFill>
                  <a:srgbClr val="282833"/>
                </a:solidFill>
                <a:latin typeface="Arial"/>
                <a:cs typeface="Arial"/>
              </a:rPr>
              <a:t>and</a:t>
            </a:r>
            <a:r>
              <a:rPr sz="2200" spc="-50" dirty="0">
                <a:solidFill>
                  <a:srgbClr val="282833"/>
                </a:solidFill>
                <a:latin typeface="Arial"/>
                <a:cs typeface="Arial"/>
              </a:rPr>
              <a:t> </a:t>
            </a:r>
            <a:r>
              <a:rPr sz="2200" dirty="0">
                <a:solidFill>
                  <a:srgbClr val="282833"/>
                </a:solidFill>
                <a:latin typeface="Arial"/>
                <a:cs typeface="Arial"/>
              </a:rPr>
              <a:t>maintain</a:t>
            </a:r>
            <a:r>
              <a:rPr sz="2200" spc="-50" dirty="0">
                <a:solidFill>
                  <a:srgbClr val="282833"/>
                </a:solidFill>
                <a:latin typeface="Arial"/>
                <a:cs typeface="Arial"/>
              </a:rPr>
              <a:t> </a:t>
            </a:r>
            <a:r>
              <a:rPr sz="2200" dirty="0">
                <a:solidFill>
                  <a:srgbClr val="282833"/>
                </a:solidFill>
                <a:latin typeface="Arial"/>
                <a:cs typeface="Arial"/>
              </a:rPr>
              <a:t>the</a:t>
            </a:r>
            <a:r>
              <a:rPr sz="2200" spc="-50" dirty="0">
                <a:solidFill>
                  <a:srgbClr val="282833"/>
                </a:solidFill>
                <a:latin typeface="Arial"/>
                <a:cs typeface="Arial"/>
              </a:rPr>
              <a:t> </a:t>
            </a:r>
            <a:r>
              <a:rPr sz="2200" dirty="0">
                <a:solidFill>
                  <a:srgbClr val="282833"/>
                </a:solidFill>
                <a:latin typeface="Arial"/>
                <a:cs typeface="Arial"/>
              </a:rPr>
              <a:t>code</a:t>
            </a:r>
            <a:r>
              <a:rPr sz="2200" spc="-45" dirty="0">
                <a:solidFill>
                  <a:srgbClr val="282833"/>
                </a:solidFill>
                <a:latin typeface="Arial"/>
                <a:cs typeface="Arial"/>
              </a:rPr>
              <a:t> </a:t>
            </a:r>
            <a:r>
              <a:rPr sz="2200" dirty="0">
                <a:solidFill>
                  <a:srgbClr val="282833"/>
                </a:solidFill>
                <a:latin typeface="Arial"/>
                <a:cs typeface="Arial"/>
              </a:rPr>
              <a:t>for</a:t>
            </a:r>
            <a:r>
              <a:rPr sz="2200" spc="-50" dirty="0">
                <a:solidFill>
                  <a:srgbClr val="282833"/>
                </a:solidFill>
                <a:latin typeface="Arial"/>
                <a:cs typeface="Arial"/>
              </a:rPr>
              <a:t> </a:t>
            </a:r>
            <a:r>
              <a:rPr sz="2200" spc="-25" dirty="0">
                <a:solidFill>
                  <a:srgbClr val="282833"/>
                </a:solidFill>
                <a:latin typeface="Arial"/>
                <a:cs typeface="Arial"/>
              </a:rPr>
              <a:t>the </a:t>
            </a:r>
            <a:r>
              <a:rPr sz="2200" dirty="0">
                <a:solidFill>
                  <a:srgbClr val="282833"/>
                </a:solidFill>
                <a:latin typeface="Arial"/>
                <a:cs typeface="Arial"/>
              </a:rPr>
              <a:t>contracts</a:t>
            </a:r>
            <a:r>
              <a:rPr sz="2200" spc="-55" dirty="0">
                <a:solidFill>
                  <a:srgbClr val="282833"/>
                </a:solidFill>
                <a:latin typeface="Arial"/>
                <a:cs typeface="Arial"/>
              </a:rPr>
              <a:t> </a:t>
            </a:r>
            <a:r>
              <a:rPr sz="2200" dirty="0">
                <a:solidFill>
                  <a:srgbClr val="282833"/>
                </a:solidFill>
                <a:latin typeface="Arial"/>
                <a:cs typeface="Arial"/>
              </a:rPr>
              <a:t>and</a:t>
            </a:r>
            <a:r>
              <a:rPr sz="2200" spc="-55" dirty="0">
                <a:solidFill>
                  <a:srgbClr val="282833"/>
                </a:solidFill>
                <a:latin typeface="Arial"/>
                <a:cs typeface="Arial"/>
              </a:rPr>
              <a:t> </a:t>
            </a:r>
            <a:r>
              <a:rPr sz="2200" spc="-10" dirty="0">
                <a:solidFill>
                  <a:srgbClr val="282833"/>
                </a:solidFill>
                <a:latin typeface="Arial"/>
                <a:cs typeface="Arial"/>
              </a:rPr>
              <a:t>transactions.</a:t>
            </a:r>
            <a:r>
              <a:rPr sz="2200" spc="-95" dirty="0">
                <a:solidFill>
                  <a:srgbClr val="282833"/>
                </a:solidFill>
                <a:latin typeface="Arial"/>
                <a:cs typeface="Arial"/>
              </a:rPr>
              <a:t> </a:t>
            </a:r>
            <a:r>
              <a:rPr sz="2200" dirty="0">
                <a:solidFill>
                  <a:srgbClr val="282833"/>
                </a:solidFill>
                <a:latin typeface="Arial"/>
                <a:cs typeface="Arial"/>
              </a:rPr>
              <a:t>The</a:t>
            </a:r>
            <a:r>
              <a:rPr sz="2200" spc="-50" dirty="0">
                <a:solidFill>
                  <a:srgbClr val="282833"/>
                </a:solidFill>
                <a:latin typeface="Arial"/>
                <a:cs typeface="Arial"/>
              </a:rPr>
              <a:t> </a:t>
            </a:r>
            <a:r>
              <a:rPr sz="2200" dirty="0">
                <a:solidFill>
                  <a:srgbClr val="282833"/>
                </a:solidFill>
                <a:latin typeface="Arial"/>
                <a:cs typeface="Arial"/>
              </a:rPr>
              <a:t>network</a:t>
            </a:r>
            <a:r>
              <a:rPr sz="2200" spc="-55" dirty="0">
                <a:solidFill>
                  <a:srgbClr val="282833"/>
                </a:solidFill>
                <a:latin typeface="Arial"/>
                <a:cs typeface="Arial"/>
              </a:rPr>
              <a:t> </a:t>
            </a:r>
            <a:r>
              <a:rPr sz="2200" dirty="0">
                <a:solidFill>
                  <a:srgbClr val="282833"/>
                </a:solidFill>
                <a:latin typeface="Arial"/>
                <a:cs typeface="Arial"/>
              </a:rPr>
              <a:t>members</a:t>
            </a:r>
            <a:r>
              <a:rPr sz="2200" spc="-55" dirty="0">
                <a:solidFill>
                  <a:srgbClr val="282833"/>
                </a:solidFill>
                <a:latin typeface="Arial"/>
                <a:cs typeface="Arial"/>
              </a:rPr>
              <a:t> </a:t>
            </a:r>
            <a:r>
              <a:rPr sz="2200" dirty="0">
                <a:solidFill>
                  <a:srgbClr val="282833"/>
                </a:solidFill>
                <a:latin typeface="Arial"/>
                <a:cs typeface="Arial"/>
              </a:rPr>
              <a:t>may</a:t>
            </a:r>
            <a:r>
              <a:rPr sz="2200" spc="-50" dirty="0">
                <a:solidFill>
                  <a:srgbClr val="282833"/>
                </a:solidFill>
                <a:latin typeface="Arial"/>
                <a:cs typeface="Arial"/>
              </a:rPr>
              <a:t> </a:t>
            </a:r>
            <a:r>
              <a:rPr sz="2200" spc="-10" dirty="0">
                <a:solidFill>
                  <a:srgbClr val="282833"/>
                </a:solidFill>
                <a:latin typeface="Arial"/>
                <a:cs typeface="Arial"/>
              </a:rPr>
              <a:t>share </a:t>
            </a:r>
            <a:r>
              <a:rPr sz="2200" dirty="0">
                <a:solidFill>
                  <a:srgbClr val="282833"/>
                </a:solidFill>
                <a:latin typeface="Arial"/>
                <a:cs typeface="Arial"/>
              </a:rPr>
              <a:t>these</a:t>
            </a:r>
            <a:r>
              <a:rPr sz="2200" spc="-35" dirty="0">
                <a:solidFill>
                  <a:srgbClr val="282833"/>
                </a:solidFill>
                <a:latin typeface="Arial"/>
                <a:cs typeface="Arial"/>
              </a:rPr>
              <a:t> </a:t>
            </a:r>
            <a:r>
              <a:rPr sz="2200" dirty="0">
                <a:solidFill>
                  <a:srgbClr val="282833"/>
                </a:solidFill>
                <a:latin typeface="Arial"/>
                <a:cs typeface="Arial"/>
              </a:rPr>
              <a:t>duties</a:t>
            </a:r>
            <a:r>
              <a:rPr sz="2200" spc="-35" dirty="0">
                <a:solidFill>
                  <a:srgbClr val="282833"/>
                </a:solidFill>
                <a:latin typeface="Arial"/>
                <a:cs typeface="Arial"/>
              </a:rPr>
              <a:t> </a:t>
            </a:r>
            <a:r>
              <a:rPr sz="2200" dirty="0">
                <a:solidFill>
                  <a:srgbClr val="282833"/>
                </a:solidFill>
                <a:latin typeface="Arial"/>
                <a:cs typeface="Arial"/>
              </a:rPr>
              <a:t>or</a:t>
            </a:r>
            <a:r>
              <a:rPr sz="2200" spc="-30" dirty="0">
                <a:solidFill>
                  <a:srgbClr val="282833"/>
                </a:solidFill>
                <a:latin typeface="Arial"/>
                <a:cs typeface="Arial"/>
              </a:rPr>
              <a:t> </a:t>
            </a:r>
            <a:r>
              <a:rPr sz="2200" dirty="0">
                <a:solidFill>
                  <a:srgbClr val="282833"/>
                </a:solidFill>
                <a:latin typeface="Arial"/>
                <a:cs typeface="Arial"/>
              </a:rPr>
              <a:t>they</a:t>
            </a:r>
            <a:r>
              <a:rPr sz="2200" spc="-35" dirty="0">
                <a:solidFill>
                  <a:srgbClr val="282833"/>
                </a:solidFill>
                <a:latin typeface="Arial"/>
                <a:cs typeface="Arial"/>
              </a:rPr>
              <a:t> </a:t>
            </a:r>
            <a:r>
              <a:rPr sz="2200" dirty="0">
                <a:solidFill>
                  <a:srgbClr val="282833"/>
                </a:solidFill>
                <a:latin typeface="Arial"/>
                <a:cs typeface="Arial"/>
              </a:rPr>
              <a:t>may</a:t>
            </a:r>
            <a:r>
              <a:rPr sz="2200" spc="-35" dirty="0">
                <a:solidFill>
                  <a:srgbClr val="282833"/>
                </a:solidFill>
                <a:latin typeface="Arial"/>
                <a:cs typeface="Arial"/>
              </a:rPr>
              <a:t> </a:t>
            </a:r>
            <a:r>
              <a:rPr sz="2200" dirty="0">
                <a:solidFill>
                  <a:srgbClr val="282833"/>
                </a:solidFill>
                <a:latin typeface="Arial"/>
                <a:cs typeface="Arial"/>
              </a:rPr>
              <a:t>outsource</a:t>
            </a:r>
            <a:r>
              <a:rPr sz="2200" spc="-30" dirty="0">
                <a:solidFill>
                  <a:srgbClr val="282833"/>
                </a:solidFill>
                <a:latin typeface="Arial"/>
                <a:cs typeface="Arial"/>
              </a:rPr>
              <a:t> </a:t>
            </a:r>
            <a:r>
              <a:rPr sz="2200" dirty="0">
                <a:solidFill>
                  <a:srgbClr val="282833"/>
                </a:solidFill>
                <a:latin typeface="Arial"/>
                <a:cs typeface="Arial"/>
              </a:rPr>
              <a:t>this</a:t>
            </a:r>
            <a:r>
              <a:rPr sz="2200" spc="-35" dirty="0">
                <a:solidFill>
                  <a:srgbClr val="282833"/>
                </a:solidFill>
                <a:latin typeface="Arial"/>
                <a:cs typeface="Arial"/>
              </a:rPr>
              <a:t> </a:t>
            </a:r>
            <a:r>
              <a:rPr sz="2200" dirty="0">
                <a:solidFill>
                  <a:srgbClr val="282833"/>
                </a:solidFill>
                <a:latin typeface="Arial"/>
                <a:cs typeface="Arial"/>
              </a:rPr>
              <a:t>role</a:t>
            </a:r>
            <a:r>
              <a:rPr sz="2200" spc="-30" dirty="0">
                <a:solidFill>
                  <a:srgbClr val="282833"/>
                </a:solidFill>
                <a:latin typeface="Arial"/>
                <a:cs typeface="Arial"/>
              </a:rPr>
              <a:t> </a:t>
            </a:r>
            <a:r>
              <a:rPr sz="2200" dirty="0">
                <a:solidFill>
                  <a:srgbClr val="282833"/>
                </a:solidFill>
                <a:latin typeface="Arial"/>
                <a:cs typeface="Arial"/>
              </a:rPr>
              <a:t>to</a:t>
            </a:r>
            <a:r>
              <a:rPr sz="2200" spc="-35" dirty="0">
                <a:solidFill>
                  <a:srgbClr val="282833"/>
                </a:solidFill>
                <a:latin typeface="Arial"/>
                <a:cs typeface="Arial"/>
              </a:rPr>
              <a:t> </a:t>
            </a:r>
            <a:r>
              <a:rPr sz="2200" dirty="0">
                <a:solidFill>
                  <a:srgbClr val="282833"/>
                </a:solidFill>
                <a:latin typeface="Arial"/>
                <a:cs typeface="Arial"/>
              </a:rPr>
              <a:t>a</a:t>
            </a:r>
            <a:r>
              <a:rPr sz="2200" spc="-35" dirty="0">
                <a:solidFill>
                  <a:srgbClr val="282833"/>
                </a:solidFill>
                <a:latin typeface="Arial"/>
                <a:cs typeface="Arial"/>
              </a:rPr>
              <a:t> </a:t>
            </a:r>
            <a:r>
              <a:rPr sz="2200" dirty="0">
                <a:solidFill>
                  <a:srgbClr val="282833"/>
                </a:solidFill>
                <a:latin typeface="Arial"/>
                <a:cs typeface="Arial"/>
              </a:rPr>
              <a:t>third</a:t>
            </a:r>
            <a:r>
              <a:rPr sz="2200" spc="-30" dirty="0">
                <a:solidFill>
                  <a:srgbClr val="282833"/>
                </a:solidFill>
                <a:latin typeface="Arial"/>
                <a:cs typeface="Arial"/>
              </a:rPr>
              <a:t> </a:t>
            </a:r>
            <a:r>
              <a:rPr sz="2200" spc="-10" dirty="0">
                <a:solidFill>
                  <a:srgbClr val="282833"/>
                </a:solidFill>
                <a:latin typeface="Arial"/>
                <a:cs typeface="Arial"/>
              </a:rPr>
              <a:t>party.</a:t>
            </a:r>
            <a:endParaRPr sz="22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3" name="Hộp Văn bản 2">
            <a:extLst>
              <a:ext uri="{FF2B5EF4-FFF2-40B4-BE49-F238E27FC236}">
                <a16:creationId xmlns:a16="http://schemas.microsoft.com/office/drawing/2014/main" id="{493EBA57-5F5D-4D7C-DD14-F9BFAE221CDA}"/>
              </a:ext>
            </a:extLst>
          </p:cNvPr>
          <p:cNvSpPr txBox="1"/>
          <p:nvPr/>
        </p:nvSpPr>
        <p:spPr>
          <a:xfrm>
            <a:off x="1906270" y="2101194"/>
            <a:ext cx="8379460" cy="4431983"/>
          </a:xfrm>
          <a:prstGeom prst="rect">
            <a:avLst/>
          </a:prstGeom>
          <a:noFill/>
        </p:spPr>
        <p:txBody>
          <a:bodyPr wrap="square">
            <a:spAutoFit/>
          </a:bodyPr>
          <a:lstStyle/>
          <a:p>
            <a:r>
              <a:rPr lang="en-US" sz="1600" b="1" dirty="0"/>
              <a:t>Roles include </a:t>
            </a:r>
          </a:p>
          <a:p>
            <a:pPr marL="285750" indent="-285750">
              <a:buFont typeface="Arial" panose="020B0604020202020204" pitchFamily="34" charset="0"/>
              <a:buChar char="•"/>
            </a:pPr>
            <a:r>
              <a:rPr lang="en-US" sz="1600" b="1" dirty="0"/>
              <a:t>Producers</a:t>
            </a:r>
            <a:r>
              <a:rPr lang="en-US" sz="1600" dirty="0"/>
              <a:t>: Businesses using </a:t>
            </a:r>
            <a:r>
              <a:rPr lang="en-US" sz="1600" dirty="0" err="1"/>
              <a:t>VeChain</a:t>
            </a:r>
            <a:r>
              <a:rPr lang="en-US" sz="1600" dirty="0"/>
              <a:t> for product tracking.</a:t>
            </a:r>
          </a:p>
          <a:p>
            <a:pPr marL="285750" indent="-285750">
              <a:buFont typeface="Arial" panose="020B0604020202020204" pitchFamily="34" charset="0"/>
              <a:buChar char="•"/>
            </a:pPr>
            <a:r>
              <a:rPr lang="en-US" sz="1600" b="1" dirty="0"/>
              <a:t>Consumers</a:t>
            </a:r>
            <a:r>
              <a:rPr lang="en-US" sz="1600" dirty="0"/>
              <a:t>: End users verifying product authenticity.</a:t>
            </a:r>
          </a:p>
          <a:p>
            <a:pPr marL="285750" indent="-285750">
              <a:buFont typeface="Arial" panose="020B0604020202020204" pitchFamily="34" charset="0"/>
              <a:buChar char="•"/>
            </a:pPr>
            <a:r>
              <a:rPr lang="en-US" sz="1600" b="1" dirty="0"/>
              <a:t>Intermediaries</a:t>
            </a:r>
            <a:r>
              <a:rPr lang="en-US" sz="1600" dirty="0"/>
              <a:t>: Logistics companies ensuring product traceability.</a:t>
            </a:r>
          </a:p>
          <a:p>
            <a:pPr marL="285750" indent="-285750">
              <a:buFont typeface="Arial" panose="020B0604020202020204" pitchFamily="34" charset="0"/>
              <a:buChar char="•"/>
            </a:pPr>
            <a:r>
              <a:rPr lang="en-US" sz="1600" b="1" dirty="0"/>
              <a:t>Administrators</a:t>
            </a:r>
            <a:r>
              <a:rPr lang="en-US" sz="1600" dirty="0"/>
              <a:t>: </a:t>
            </a:r>
            <a:r>
              <a:rPr lang="en-US" sz="1600" dirty="0" err="1"/>
              <a:t>VeChain</a:t>
            </a:r>
            <a:r>
              <a:rPr lang="en-US" sz="1600" dirty="0"/>
              <a:t> Foundation members overseeing network operations.</a:t>
            </a:r>
          </a:p>
          <a:p>
            <a:pPr marL="285750" indent="-285750">
              <a:buFont typeface="Arial" panose="020B0604020202020204" pitchFamily="34" charset="0"/>
              <a:buChar char="•"/>
            </a:pPr>
            <a:r>
              <a:rPr lang="en-US" sz="1600" b="1" dirty="0"/>
              <a:t>Coders</a:t>
            </a:r>
            <a:r>
              <a:rPr lang="en-US" sz="1600" dirty="0"/>
              <a:t>: Developers maintaining and improving the </a:t>
            </a:r>
            <a:r>
              <a:rPr lang="en-US" sz="1600" dirty="0" err="1"/>
              <a:t>VeChain</a:t>
            </a:r>
            <a:r>
              <a:rPr lang="en-US" sz="1600" dirty="0"/>
              <a:t> blockchain platform.</a:t>
            </a:r>
          </a:p>
          <a:p>
            <a:pPr marL="285750" indent="-285750">
              <a:buFont typeface="Arial" panose="020B0604020202020204" pitchFamily="34" charset="0"/>
              <a:buChar char="•"/>
            </a:pPr>
            <a:r>
              <a:rPr lang="en-US" sz="1600" b="1" dirty="0"/>
              <a:t>Block Producers</a:t>
            </a:r>
            <a:r>
              <a:rPr lang="en-US" sz="1600" dirty="0"/>
              <a:t>: These are nodes responsible for validating transactions and creating new blocks in the </a:t>
            </a:r>
            <a:r>
              <a:rPr lang="en-US" sz="1600" dirty="0" err="1"/>
              <a:t>VeChain</a:t>
            </a:r>
            <a:r>
              <a:rPr lang="en-US" sz="1600" dirty="0"/>
              <a:t> blockchain. They play a crucial role in maintaining the network's integrity and security.</a:t>
            </a:r>
          </a:p>
          <a:p>
            <a:pPr marL="285750" indent="-285750">
              <a:buFont typeface="Arial" panose="020B0604020202020204" pitchFamily="34" charset="0"/>
              <a:buChar char="•"/>
            </a:pPr>
            <a:r>
              <a:rPr lang="en-US" sz="1600" b="1" dirty="0"/>
              <a:t>Brokers</a:t>
            </a:r>
            <a:r>
              <a:rPr lang="en-US" sz="1600" dirty="0"/>
              <a:t>: They act as intermediaries between the </a:t>
            </a:r>
            <a:r>
              <a:rPr lang="en-US" sz="1600" dirty="0" err="1"/>
              <a:t>VeChain</a:t>
            </a:r>
            <a:r>
              <a:rPr lang="en-US" sz="1600" dirty="0"/>
              <a:t> network and external entities. Brokers could be involved in facilitating transactions, integrating external data sources, or connecting </a:t>
            </a:r>
            <a:r>
              <a:rPr lang="en-US" sz="1600" dirty="0" err="1"/>
              <a:t>VeChain's</a:t>
            </a:r>
            <a:r>
              <a:rPr lang="en-US" sz="1600" dirty="0"/>
              <a:t> blockchain services with external business systems.</a:t>
            </a:r>
          </a:p>
          <a:p>
            <a:pPr marL="285750" indent="-285750">
              <a:buFont typeface="Arial" panose="020B0604020202020204" pitchFamily="34" charset="0"/>
              <a:buChar char="•"/>
            </a:pPr>
            <a:r>
              <a:rPr lang="en-US" sz="1600" b="1" dirty="0"/>
              <a:t>Gatekeepers</a:t>
            </a:r>
            <a:r>
              <a:rPr lang="en-US" sz="1600" dirty="0"/>
              <a:t>: In the context of </a:t>
            </a:r>
            <a:r>
              <a:rPr lang="en-US" sz="1600" dirty="0" err="1"/>
              <a:t>VeChain</a:t>
            </a:r>
            <a:r>
              <a:rPr lang="en-US" sz="1600" dirty="0"/>
              <a:t>, gatekeepers might manage access to the network, ensuring security and compliance. They could be responsible for issuing or validating credentials, managing permissions, and overseeing the addition of new participants to the network.</a:t>
            </a:r>
          </a:p>
          <a:p>
            <a:pPr marL="285750" indent="-285750">
              <a:buFont typeface="Arial" panose="020B0604020202020204" pitchFamily="34" charset="0"/>
              <a:buChar char="•"/>
            </a:pPr>
            <a:endParaRPr lang="en-US" sz="1600" dirty="0"/>
          </a:p>
        </p:txBody>
      </p:sp>
      <p:sp>
        <p:nvSpPr>
          <p:cNvPr id="4" name="object 2">
            <a:extLst>
              <a:ext uri="{FF2B5EF4-FFF2-40B4-BE49-F238E27FC236}">
                <a16:creationId xmlns:a16="http://schemas.microsoft.com/office/drawing/2014/main" id="{8F860DB2-2995-9DE1-6690-3410052422FB}"/>
              </a:ext>
            </a:extLst>
          </p:cNvPr>
          <p:cNvSpPr txBox="1"/>
          <p:nvPr/>
        </p:nvSpPr>
        <p:spPr>
          <a:xfrm>
            <a:off x="2059940" y="696722"/>
            <a:ext cx="8032750" cy="1243930"/>
          </a:xfrm>
          <a:prstGeom prst="rect">
            <a:avLst/>
          </a:prstGeom>
        </p:spPr>
        <p:txBody>
          <a:bodyPr vert="horz" wrap="square" lIns="0" tIns="12700" rIns="0" bIns="0" rtlCol="0">
            <a:spAutoFit/>
          </a:bodyPr>
          <a:lstStyle/>
          <a:p>
            <a:pPr marL="12700">
              <a:spcBef>
                <a:spcPts val="100"/>
              </a:spcBef>
            </a:pPr>
            <a:r>
              <a:rPr lang="en-US" sz="4000" spc="-95" dirty="0">
                <a:solidFill>
                  <a:srgbClr val="D2523B"/>
                </a:solidFill>
                <a:latin typeface="Arial"/>
                <a:cs typeface="Arial"/>
              </a:rPr>
              <a:t>1. </a:t>
            </a:r>
            <a:r>
              <a:rPr sz="4000" spc="-95" dirty="0">
                <a:solidFill>
                  <a:srgbClr val="D2523B"/>
                </a:solidFill>
                <a:latin typeface="Arial"/>
                <a:cs typeface="Arial"/>
              </a:rPr>
              <a:t>Structural:</a:t>
            </a:r>
            <a:r>
              <a:rPr sz="4000" spc="-190" dirty="0">
                <a:solidFill>
                  <a:srgbClr val="D2523B"/>
                </a:solidFill>
                <a:latin typeface="Arial"/>
                <a:cs typeface="Arial"/>
              </a:rPr>
              <a:t> </a:t>
            </a:r>
            <a:r>
              <a:rPr sz="4000" spc="-10" dirty="0">
                <a:solidFill>
                  <a:srgbClr val="D2523B"/>
                </a:solidFill>
                <a:latin typeface="Arial"/>
                <a:cs typeface="Arial"/>
              </a:rPr>
              <a:t>Roles</a:t>
            </a:r>
            <a:r>
              <a:rPr lang="en-US" sz="4000" spc="-10" dirty="0">
                <a:solidFill>
                  <a:srgbClr val="D2523B"/>
                </a:solidFill>
                <a:latin typeface="Arial"/>
                <a:cs typeface="Arial"/>
              </a:rPr>
              <a:t> – Example (</a:t>
            </a:r>
            <a:r>
              <a:rPr lang="en-US" sz="4000" spc="-10" dirty="0" err="1">
                <a:solidFill>
                  <a:srgbClr val="D2523B"/>
                </a:solidFill>
                <a:latin typeface="Arial"/>
                <a:cs typeface="Arial"/>
              </a:rPr>
              <a:t>VeChain</a:t>
            </a:r>
            <a:r>
              <a:rPr lang="en-US" sz="4000" spc="-10" dirty="0">
                <a:solidFill>
                  <a:srgbClr val="D2523B"/>
                </a:solidFill>
                <a:latin typeface="Arial"/>
                <a:cs typeface="Arial"/>
              </a:rPr>
              <a:t>)</a:t>
            </a:r>
            <a:endParaRPr sz="4000" dirty="0">
              <a:latin typeface="Arial"/>
              <a:cs typeface="Arial"/>
            </a:endParaRPr>
          </a:p>
        </p:txBody>
      </p:sp>
    </p:spTree>
    <p:extLst>
      <p:ext uri="{BB962C8B-B14F-4D97-AF65-F5344CB8AC3E}">
        <p14:creationId xmlns:p14="http://schemas.microsoft.com/office/powerpoint/2010/main" val="991216699"/>
      </p:ext>
    </p:extLst>
  </p:cSld>
  <p:clrMapOvr>
    <a:overrideClrMapping bg1="lt1" tx1="dk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spcBef>
                <a:spcPts val="100"/>
              </a:spcBef>
            </a:pPr>
            <a:r>
              <a:rPr lang="en-US" spc="-95" dirty="0"/>
              <a:t>1. </a:t>
            </a:r>
            <a:r>
              <a:rPr spc="-95" dirty="0"/>
              <a:t>Structural:</a:t>
            </a:r>
            <a:r>
              <a:rPr spc="-190" dirty="0"/>
              <a:t> </a:t>
            </a:r>
            <a:r>
              <a:rPr spc="-100" dirty="0"/>
              <a:t>Relationships</a:t>
            </a:r>
          </a:p>
        </p:txBody>
      </p:sp>
      <p:sp>
        <p:nvSpPr>
          <p:cNvPr id="3" name="object 3"/>
          <p:cNvSpPr txBox="1"/>
          <p:nvPr/>
        </p:nvSpPr>
        <p:spPr>
          <a:xfrm>
            <a:off x="1926590" y="1487679"/>
            <a:ext cx="8276590" cy="5292725"/>
          </a:xfrm>
          <a:prstGeom prst="rect">
            <a:avLst/>
          </a:prstGeom>
        </p:spPr>
        <p:txBody>
          <a:bodyPr vert="horz" wrap="square" lIns="0" tIns="12700" rIns="0" bIns="0" rtlCol="0">
            <a:spAutoFit/>
          </a:bodyPr>
          <a:lstStyle/>
          <a:p>
            <a:pPr marL="193675" marR="192405" indent="-181610">
              <a:spcBef>
                <a:spcPts val="100"/>
              </a:spcBef>
              <a:buClr>
                <a:srgbClr val="93A299"/>
              </a:buClr>
              <a:buSzPct val="83333"/>
              <a:buChar char="•"/>
              <a:tabLst>
                <a:tab pos="194945" algn="l"/>
              </a:tabLst>
            </a:pPr>
            <a:r>
              <a:rPr sz="2400" dirty="0">
                <a:solidFill>
                  <a:srgbClr val="282833"/>
                </a:solidFill>
                <a:latin typeface="Arial"/>
                <a:cs typeface="Arial"/>
              </a:rPr>
              <a:t>Another</a:t>
            </a:r>
            <a:r>
              <a:rPr sz="2400" spc="-55" dirty="0">
                <a:solidFill>
                  <a:srgbClr val="282833"/>
                </a:solidFill>
                <a:latin typeface="Arial"/>
                <a:cs typeface="Arial"/>
              </a:rPr>
              <a:t> </a:t>
            </a:r>
            <a:r>
              <a:rPr sz="2400" dirty="0">
                <a:solidFill>
                  <a:srgbClr val="282833"/>
                </a:solidFill>
                <a:latin typeface="Arial"/>
                <a:cs typeface="Arial"/>
              </a:rPr>
              <a:t>element</a:t>
            </a:r>
            <a:r>
              <a:rPr sz="2400" spc="-50" dirty="0">
                <a:solidFill>
                  <a:srgbClr val="282833"/>
                </a:solidFill>
                <a:latin typeface="Arial"/>
                <a:cs typeface="Arial"/>
              </a:rPr>
              <a:t> </a:t>
            </a:r>
            <a:r>
              <a:rPr sz="2400" dirty="0">
                <a:solidFill>
                  <a:srgbClr val="282833"/>
                </a:solidFill>
                <a:latin typeface="Arial"/>
                <a:cs typeface="Arial"/>
              </a:rPr>
              <a:t>of</a:t>
            </a:r>
            <a:r>
              <a:rPr sz="2400" spc="-65" dirty="0">
                <a:solidFill>
                  <a:srgbClr val="282833"/>
                </a:solidFill>
                <a:latin typeface="Arial"/>
                <a:cs typeface="Arial"/>
              </a:rPr>
              <a:t> </a:t>
            </a:r>
            <a:r>
              <a:rPr sz="2400" dirty="0">
                <a:solidFill>
                  <a:srgbClr val="282833"/>
                </a:solidFill>
                <a:latin typeface="Arial"/>
                <a:cs typeface="Arial"/>
              </a:rPr>
              <a:t>the</a:t>
            </a:r>
            <a:r>
              <a:rPr sz="2400" spc="-65" dirty="0">
                <a:solidFill>
                  <a:srgbClr val="282833"/>
                </a:solidFill>
                <a:latin typeface="Arial"/>
                <a:cs typeface="Arial"/>
              </a:rPr>
              <a:t> </a:t>
            </a:r>
            <a:r>
              <a:rPr sz="2400" dirty="0">
                <a:solidFill>
                  <a:srgbClr val="282833"/>
                </a:solidFill>
                <a:latin typeface="Arial"/>
                <a:cs typeface="Arial"/>
              </a:rPr>
              <a:t>structure</a:t>
            </a:r>
            <a:r>
              <a:rPr sz="2400" spc="-65" dirty="0">
                <a:solidFill>
                  <a:srgbClr val="282833"/>
                </a:solidFill>
                <a:latin typeface="Arial"/>
                <a:cs typeface="Arial"/>
              </a:rPr>
              <a:t> </a:t>
            </a:r>
            <a:r>
              <a:rPr sz="2400" dirty="0">
                <a:solidFill>
                  <a:srgbClr val="282833"/>
                </a:solidFill>
                <a:latin typeface="Arial"/>
                <a:cs typeface="Arial"/>
              </a:rPr>
              <a:t>of</a:t>
            </a:r>
            <a:r>
              <a:rPr sz="2400" spc="-65" dirty="0">
                <a:solidFill>
                  <a:srgbClr val="282833"/>
                </a:solidFill>
                <a:latin typeface="Arial"/>
                <a:cs typeface="Arial"/>
              </a:rPr>
              <a:t> </a:t>
            </a:r>
            <a:r>
              <a:rPr sz="2400" dirty="0">
                <a:solidFill>
                  <a:srgbClr val="282833"/>
                </a:solidFill>
                <a:latin typeface="Arial"/>
                <a:cs typeface="Arial"/>
              </a:rPr>
              <a:t>the</a:t>
            </a:r>
            <a:r>
              <a:rPr sz="2400" spc="-65" dirty="0">
                <a:solidFill>
                  <a:srgbClr val="282833"/>
                </a:solidFill>
                <a:latin typeface="Arial"/>
                <a:cs typeface="Arial"/>
              </a:rPr>
              <a:t> </a:t>
            </a:r>
            <a:r>
              <a:rPr sz="2400" spc="-10" dirty="0">
                <a:solidFill>
                  <a:srgbClr val="282833"/>
                </a:solidFill>
                <a:latin typeface="Arial"/>
                <a:cs typeface="Arial"/>
              </a:rPr>
              <a:t>collaborative 	</a:t>
            </a:r>
            <a:r>
              <a:rPr sz="2400" dirty="0">
                <a:solidFill>
                  <a:srgbClr val="282833"/>
                </a:solidFill>
                <a:latin typeface="Arial"/>
                <a:cs typeface="Arial"/>
              </a:rPr>
              <a:t>network</a:t>
            </a:r>
            <a:r>
              <a:rPr sz="2400" spc="-50" dirty="0">
                <a:solidFill>
                  <a:srgbClr val="282833"/>
                </a:solidFill>
                <a:latin typeface="Arial"/>
                <a:cs typeface="Arial"/>
              </a:rPr>
              <a:t> </a:t>
            </a:r>
            <a:r>
              <a:rPr sz="2400" dirty="0">
                <a:solidFill>
                  <a:srgbClr val="282833"/>
                </a:solidFill>
                <a:latin typeface="Arial"/>
                <a:cs typeface="Arial"/>
              </a:rPr>
              <a:t>is</a:t>
            </a:r>
            <a:r>
              <a:rPr sz="2400" spc="-70" dirty="0">
                <a:solidFill>
                  <a:srgbClr val="282833"/>
                </a:solidFill>
                <a:latin typeface="Arial"/>
                <a:cs typeface="Arial"/>
              </a:rPr>
              <a:t> </a:t>
            </a:r>
            <a:r>
              <a:rPr sz="2400" dirty="0">
                <a:solidFill>
                  <a:srgbClr val="282833"/>
                </a:solidFill>
                <a:latin typeface="Arial"/>
                <a:cs typeface="Arial"/>
              </a:rPr>
              <a:t>the</a:t>
            </a:r>
            <a:r>
              <a:rPr sz="2400" spc="-65" dirty="0">
                <a:solidFill>
                  <a:srgbClr val="282833"/>
                </a:solidFill>
                <a:latin typeface="Arial"/>
                <a:cs typeface="Arial"/>
              </a:rPr>
              <a:t> </a:t>
            </a:r>
            <a:r>
              <a:rPr sz="2400" spc="-10" dirty="0">
                <a:solidFill>
                  <a:srgbClr val="282833"/>
                </a:solidFill>
                <a:latin typeface="Arial"/>
                <a:cs typeface="Arial"/>
              </a:rPr>
              <a:t>relationships</a:t>
            </a:r>
            <a:r>
              <a:rPr sz="2400" spc="-40" dirty="0">
                <a:solidFill>
                  <a:srgbClr val="282833"/>
                </a:solidFill>
                <a:latin typeface="Arial"/>
                <a:cs typeface="Arial"/>
              </a:rPr>
              <a:t> </a:t>
            </a:r>
            <a:r>
              <a:rPr sz="2400" dirty="0">
                <a:solidFill>
                  <a:srgbClr val="282833"/>
                </a:solidFill>
                <a:latin typeface="Arial"/>
                <a:cs typeface="Arial"/>
              </a:rPr>
              <a:t>that</a:t>
            </a:r>
            <a:r>
              <a:rPr sz="2400" spc="-65" dirty="0">
                <a:solidFill>
                  <a:srgbClr val="282833"/>
                </a:solidFill>
                <a:latin typeface="Arial"/>
                <a:cs typeface="Arial"/>
              </a:rPr>
              <a:t> </a:t>
            </a:r>
            <a:r>
              <a:rPr sz="2400" dirty="0">
                <a:solidFill>
                  <a:srgbClr val="282833"/>
                </a:solidFill>
                <a:latin typeface="Arial"/>
                <a:cs typeface="Arial"/>
              </a:rPr>
              <a:t>may</a:t>
            </a:r>
            <a:r>
              <a:rPr sz="2400" spc="-65" dirty="0">
                <a:solidFill>
                  <a:srgbClr val="282833"/>
                </a:solidFill>
                <a:latin typeface="Arial"/>
                <a:cs typeface="Arial"/>
              </a:rPr>
              <a:t> </a:t>
            </a:r>
            <a:r>
              <a:rPr sz="2400" dirty="0">
                <a:solidFill>
                  <a:srgbClr val="282833"/>
                </a:solidFill>
                <a:latin typeface="Arial"/>
                <a:cs typeface="Arial"/>
              </a:rPr>
              <a:t>exist</a:t>
            </a:r>
            <a:r>
              <a:rPr sz="2400" spc="-65" dirty="0">
                <a:solidFill>
                  <a:srgbClr val="282833"/>
                </a:solidFill>
                <a:latin typeface="Arial"/>
                <a:cs typeface="Arial"/>
              </a:rPr>
              <a:t> </a:t>
            </a:r>
            <a:r>
              <a:rPr sz="2400" dirty="0">
                <a:solidFill>
                  <a:srgbClr val="282833"/>
                </a:solidFill>
                <a:latin typeface="Arial"/>
                <a:cs typeface="Arial"/>
              </a:rPr>
              <a:t>between</a:t>
            </a:r>
            <a:r>
              <a:rPr sz="2400" spc="-45" dirty="0">
                <a:solidFill>
                  <a:srgbClr val="282833"/>
                </a:solidFill>
                <a:latin typeface="Arial"/>
                <a:cs typeface="Arial"/>
              </a:rPr>
              <a:t> </a:t>
            </a:r>
            <a:r>
              <a:rPr sz="2400" spc="-10" dirty="0">
                <a:solidFill>
                  <a:srgbClr val="282833"/>
                </a:solidFill>
                <a:latin typeface="Arial"/>
                <a:cs typeface="Arial"/>
              </a:rPr>
              <a:t>actors.</a:t>
            </a:r>
            <a:endParaRPr sz="2400" dirty="0">
              <a:latin typeface="Arial"/>
              <a:cs typeface="Arial"/>
            </a:endParaRPr>
          </a:p>
          <a:p>
            <a:pPr marL="193675" marR="5080" indent="-181610">
              <a:spcBef>
                <a:spcPts val="575"/>
              </a:spcBef>
              <a:buClr>
                <a:srgbClr val="93A299"/>
              </a:buClr>
              <a:buSzPct val="83333"/>
              <a:buChar char="•"/>
              <a:tabLst>
                <a:tab pos="194945" algn="l"/>
              </a:tabLst>
            </a:pPr>
            <a:r>
              <a:rPr sz="2400" dirty="0">
                <a:solidFill>
                  <a:srgbClr val="282833"/>
                </a:solidFill>
                <a:latin typeface="Arial"/>
                <a:cs typeface="Arial"/>
              </a:rPr>
              <a:t>Some</a:t>
            </a:r>
            <a:r>
              <a:rPr sz="2400" spc="-65" dirty="0">
                <a:solidFill>
                  <a:srgbClr val="282833"/>
                </a:solidFill>
                <a:latin typeface="Arial"/>
                <a:cs typeface="Arial"/>
              </a:rPr>
              <a:t> </a:t>
            </a:r>
            <a:r>
              <a:rPr sz="2400" dirty="0">
                <a:solidFill>
                  <a:srgbClr val="282833"/>
                </a:solidFill>
                <a:latin typeface="Arial"/>
                <a:cs typeface="Arial"/>
              </a:rPr>
              <a:t>of</a:t>
            </a:r>
            <a:r>
              <a:rPr sz="2400" spc="-60" dirty="0">
                <a:solidFill>
                  <a:srgbClr val="282833"/>
                </a:solidFill>
                <a:latin typeface="Arial"/>
                <a:cs typeface="Arial"/>
              </a:rPr>
              <a:t> </a:t>
            </a:r>
            <a:r>
              <a:rPr sz="2400" dirty="0">
                <a:solidFill>
                  <a:srgbClr val="282833"/>
                </a:solidFill>
                <a:latin typeface="Arial"/>
                <a:cs typeface="Arial"/>
              </a:rPr>
              <a:t>these</a:t>
            </a:r>
            <a:r>
              <a:rPr sz="2400" spc="-60" dirty="0">
                <a:solidFill>
                  <a:srgbClr val="282833"/>
                </a:solidFill>
                <a:latin typeface="Arial"/>
                <a:cs typeface="Arial"/>
              </a:rPr>
              <a:t> </a:t>
            </a:r>
            <a:r>
              <a:rPr sz="2400" spc="-10" dirty="0">
                <a:solidFill>
                  <a:srgbClr val="282833"/>
                </a:solidFill>
                <a:latin typeface="Arial"/>
                <a:cs typeface="Arial"/>
              </a:rPr>
              <a:t>relationships</a:t>
            </a:r>
            <a:r>
              <a:rPr sz="2400" spc="-45" dirty="0">
                <a:solidFill>
                  <a:srgbClr val="282833"/>
                </a:solidFill>
                <a:latin typeface="Arial"/>
                <a:cs typeface="Arial"/>
              </a:rPr>
              <a:t> </a:t>
            </a:r>
            <a:r>
              <a:rPr sz="2400" dirty="0">
                <a:solidFill>
                  <a:srgbClr val="282833"/>
                </a:solidFill>
                <a:latin typeface="Arial"/>
                <a:cs typeface="Arial"/>
              </a:rPr>
              <a:t>may</a:t>
            </a:r>
            <a:r>
              <a:rPr sz="2400" spc="-60" dirty="0">
                <a:solidFill>
                  <a:srgbClr val="282833"/>
                </a:solidFill>
                <a:latin typeface="Arial"/>
                <a:cs typeface="Arial"/>
              </a:rPr>
              <a:t> </a:t>
            </a:r>
            <a:r>
              <a:rPr sz="2400" dirty="0">
                <a:solidFill>
                  <a:srgbClr val="282833"/>
                </a:solidFill>
                <a:latin typeface="Arial"/>
                <a:cs typeface="Arial"/>
              </a:rPr>
              <a:t>be</a:t>
            </a:r>
            <a:r>
              <a:rPr sz="2400" spc="-60" dirty="0">
                <a:solidFill>
                  <a:srgbClr val="282833"/>
                </a:solidFill>
                <a:latin typeface="Arial"/>
                <a:cs typeface="Arial"/>
              </a:rPr>
              <a:t> </a:t>
            </a:r>
            <a:r>
              <a:rPr sz="2400" dirty="0">
                <a:solidFill>
                  <a:srgbClr val="282833"/>
                </a:solidFill>
                <a:latin typeface="Arial"/>
                <a:cs typeface="Arial"/>
              </a:rPr>
              <a:t>via</a:t>
            </a:r>
            <a:r>
              <a:rPr sz="2400" spc="-65" dirty="0">
                <a:solidFill>
                  <a:srgbClr val="282833"/>
                </a:solidFill>
                <a:latin typeface="Arial"/>
                <a:cs typeface="Arial"/>
              </a:rPr>
              <a:t> </a:t>
            </a:r>
            <a:r>
              <a:rPr sz="2400" dirty="0">
                <a:solidFill>
                  <a:srgbClr val="282833"/>
                </a:solidFill>
                <a:latin typeface="Arial"/>
                <a:cs typeface="Arial"/>
              </a:rPr>
              <a:t>the</a:t>
            </a:r>
            <a:r>
              <a:rPr sz="2400" spc="-60" dirty="0">
                <a:solidFill>
                  <a:srgbClr val="282833"/>
                </a:solidFill>
                <a:latin typeface="Arial"/>
                <a:cs typeface="Arial"/>
              </a:rPr>
              <a:t> </a:t>
            </a:r>
            <a:r>
              <a:rPr sz="2400" dirty="0">
                <a:solidFill>
                  <a:srgbClr val="282833"/>
                </a:solidFill>
                <a:latin typeface="Arial"/>
                <a:cs typeface="Arial"/>
              </a:rPr>
              <a:t>blockchain</a:t>
            </a:r>
            <a:r>
              <a:rPr sz="2400" spc="-40" dirty="0">
                <a:solidFill>
                  <a:srgbClr val="282833"/>
                </a:solidFill>
                <a:latin typeface="Arial"/>
                <a:cs typeface="Arial"/>
              </a:rPr>
              <a:t> </a:t>
            </a:r>
            <a:r>
              <a:rPr sz="2400" spc="-10" dirty="0">
                <a:solidFill>
                  <a:srgbClr val="282833"/>
                </a:solidFill>
                <a:latin typeface="Arial"/>
                <a:cs typeface="Arial"/>
              </a:rPr>
              <a:t>itself 	</a:t>
            </a:r>
            <a:r>
              <a:rPr sz="2400" dirty="0">
                <a:solidFill>
                  <a:srgbClr val="282833"/>
                </a:solidFill>
                <a:latin typeface="Arial"/>
                <a:cs typeface="Arial"/>
              </a:rPr>
              <a:t>while</a:t>
            </a:r>
            <a:r>
              <a:rPr sz="2400" spc="-60" dirty="0">
                <a:solidFill>
                  <a:srgbClr val="282833"/>
                </a:solidFill>
                <a:latin typeface="Arial"/>
                <a:cs typeface="Arial"/>
              </a:rPr>
              <a:t> </a:t>
            </a:r>
            <a:r>
              <a:rPr sz="2400" dirty="0">
                <a:solidFill>
                  <a:srgbClr val="282833"/>
                </a:solidFill>
                <a:latin typeface="Arial"/>
                <a:cs typeface="Arial"/>
              </a:rPr>
              <a:t>there</a:t>
            </a:r>
            <a:r>
              <a:rPr sz="2400" spc="-60" dirty="0">
                <a:solidFill>
                  <a:srgbClr val="282833"/>
                </a:solidFill>
                <a:latin typeface="Arial"/>
                <a:cs typeface="Arial"/>
              </a:rPr>
              <a:t> </a:t>
            </a:r>
            <a:r>
              <a:rPr sz="2400" dirty="0">
                <a:solidFill>
                  <a:srgbClr val="282833"/>
                </a:solidFill>
                <a:latin typeface="Arial"/>
                <a:cs typeface="Arial"/>
              </a:rPr>
              <a:t>may</a:t>
            </a:r>
            <a:r>
              <a:rPr sz="2400" spc="-60" dirty="0">
                <a:solidFill>
                  <a:srgbClr val="282833"/>
                </a:solidFill>
                <a:latin typeface="Arial"/>
                <a:cs typeface="Arial"/>
              </a:rPr>
              <a:t> </a:t>
            </a:r>
            <a:r>
              <a:rPr sz="2400" dirty="0">
                <a:solidFill>
                  <a:srgbClr val="282833"/>
                </a:solidFill>
                <a:latin typeface="Arial"/>
                <a:cs typeface="Arial"/>
              </a:rPr>
              <a:t>also</a:t>
            </a:r>
            <a:r>
              <a:rPr sz="2400" spc="-60" dirty="0">
                <a:solidFill>
                  <a:srgbClr val="282833"/>
                </a:solidFill>
                <a:latin typeface="Arial"/>
                <a:cs typeface="Arial"/>
              </a:rPr>
              <a:t> </a:t>
            </a:r>
            <a:r>
              <a:rPr sz="2400" dirty="0">
                <a:solidFill>
                  <a:srgbClr val="282833"/>
                </a:solidFill>
                <a:latin typeface="Arial"/>
                <a:cs typeface="Arial"/>
              </a:rPr>
              <a:t>be</a:t>
            </a:r>
            <a:r>
              <a:rPr sz="2400" spc="-60" dirty="0">
                <a:solidFill>
                  <a:srgbClr val="282833"/>
                </a:solidFill>
                <a:latin typeface="Arial"/>
                <a:cs typeface="Arial"/>
              </a:rPr>
              <a:t> </a:t>
            </a:r>
            <a:r>
              <a:rPr sz="2400" dirty="0">
                <a:solidFill>
                  <a:srgbClr val="282833"/>
                </a:solidFill>
                <a:latin typeface="Arial"/>
                <a:cs typeface="Arial"/>
              </a:rPr>
              <a:t>other</a:t>
            </a:r>
            <a:r>
              <a:rPr sz="2400" spc="-60" dirty="0">
                <a:solidFill>
                  <a:srgbClr val="282833"/>
                </a:solidFill>
                <a:latin typeface="Arial"/>
                <a:cs typeface="Arial"/>
              </a:rPr>
              <a:t> </a:t>
            </a:r>
            <a:r>
              <a:rPr sz="2400" spc="-10" dirty="0">
                <a:solidFill>
                  <a:srgbClr val="282833"/>
                </a:solidFill>
                <a:latin typeface="Arial"/>
                <a:cs typeface="Arial"/>
              </a:rPr>
              <a:t>relationships</a:t>
            </a:r>
            <a:r>
              <a:rPr sz="2400" spc="-60" dirty="0">
                <a:solidFill>
                  <a:srgbClr val="282833"/>
                </a:solidFill>
                <a:latin typeface="Arial"/>
                <a:cs typeface="Arial"/>
              </a:rPr>
              <a:t> </a:t>
            </a:r>
            <a:r>
              <a:rPr sz="2400" dirty="0">
                <a:solidFill>
                  <a:srgbClr val="282833"/>
                </a:solidFill>
                <a:latin typeface="Arial"/>
                <a:cs typeface="Arial"/>
              </a:rPr>
              <a:t>between</a:t>
            </a:r>
            <a:r>
              <a:rPr sz="2400" spc="-60" dirty="0">
                <a:solidFill>
                  <a:srgbClr val="282833"/>
                </a:solidFill>
                <a:latin typeface="Arial"/>
                <a:cs typeface="Arial"/>
              </a:rPr>
              <a:t> </a:t>
            </a:r>
            <a:r>
              <a:rPr sz="2400" spc="-25" dirty="0">
                <a:solidFill>
                  <a:srgbClr val="282833"/>
                </a:solidFill>
                <a:latin typeface="Arial"/>
                <a:cs typeface="Arial"/>
              </a:rPr>
              <a:t>the 	</a:t>
            </a:r>
            <a:r>
              <a:rPr sz="2400" dirty="0">
                <a:solidFill>
                  <a:srgbClr val="282833"/>
                </a:solidFill>
                <a:latin typeface="Arial"/>
                <a:cs typeface="Arial"/>
              </a:rPr>
              <a:t>actors</a:t>
            </a:r>
            <a:r>
              <a:rPr sz="2400" spc="-55" dirty="0">
                <a:solidFill>
                  <a:srgbClr val="282833"/>
                </a:solidFill>
                <a:latin typeface="Arial"/>
                <a:cs typeface="Arial"/>
              </a:rPr>
              <a:t> </a:t>
            </a:r>
            <a:r>
              <a:rPr sz="2400" dirty="0">
                <a:solidFill>
                  <a:srgbClr val="282833"/>
                </a:solidFill>
                <a:latin typeface="Arial"/>
                <a:cs typeface="Arial"/>
              </a:rPr>
              <a:t>as</a:t>
            </a:r>
            <a:r>
              <a:rPr sz="2400" spc="-55" dirty="0">
                <a:solidFill>
                  <a:srgbClr val="282833"/>
                </a:solidFill>
                <a:latin typeface="Arial"/>
                <a:cs typeface="Arial"/>
              </a:rPr>
              <a:t> </a:t>
            </a:r>
            <a:r>
              <a:rPr sz="2400" dirty="0">
                <a:solidFill>
                  <a:srgbClr val="282833"/>
                </a:solidFill>
                <a:latin typeface="Arial"/>
                <a:cs typeface="Arial"/>
              </a:rPr>
              <a:t>part</a:t>
            </a:r>
            <a:r>
              <a:rPr sz="2400" spc="-55" dirty="0">
                <a:solidFill>
                  <a:srgbClr val="282833"/>
                </a:solidFill>
                <a:latin typeface="Arial"/>
                <a:cs typeface="Arial"/>
              </a:rPr>
              <a:t> </a:t>
            </a:r>
            <a:r>
              <a:rPr sz="2400" dirty="0">
                <a:solidFill>
                  <a:srgbClr val="282833"/>
                </a:solidFill>
                <a:latin typeface="Arial"/>
                <a:cs typeface="Arial"/>
              </a:rPr>
              <a:t>of</a:t>
            </a:r>
            <a:r>
              <a:rPr sz="2400" spc="-50" dirty="0">
                <a:solidFill>
                  <a:srgbClr val="282833"/>
                </a:solidFill>
                <a:latin typeface="Arial"/>
                <a:cs typeface="Arial"/>
              </a:rPr>
              <a:t> </a:t>
            </a:r>
            <a:r>
              <a:rPr sz="2400" dirty="0">
                <a:solidFill>
                  <a:srgbClr val="282833"/>
                </a:solidFill>
                <a:latin typeface="Arial"/>
                <a:cs typeface="Arial"/>
              </a:rPr>
              <a:t>the</a:t>
            </a:r>
            <a:r>
              <a:rPr sz="2400" spc="-55" dirty="0">
                <a:solidFill>
                  <a:srgbClr val="282833"/>
                </a:solidFill>
                <a:latin typeface="Arial"/>
                <a:cs typeface="Arial"/>
              </a:rPr>
              <a:t> </a:t>
            </a:r>
            <a:r>
              <a:rPr sz="2400" dirty="0">
                <a:solidFill>
                  <a:srgbClr val="282833"/>
                </a:solidFill>
                <a:latin typeface="Arial"/>
                <a:cs typeface="Arial"/>
              </a:rPr>
              <a:t>network</a:t>
            </a:r>
            <a:r>
              <a:rPr sz="2400" spc="-55" dirty="0">
                <a:solidFill>
                  <a:srgbClr val="282833"/>
                </a:solidFill>
                <a:latin typeface="Arial"/>
                <a:cs typeface="Arial"/>
              </a:rPr>
              <a:t> </a:t>
            </a:r>
            <a:r>
              <a:rPr sz="2400" dirty="0">
                <a:solidFill>
                  <a:srgbClr val="282833"/>
                </a:solidFill>
                <a:latin typeface="Arial"/>
                <a:cs typeface="Arial"/>
              </a:rPr>
              <a:t>that</a:t>
            </a:r>
            <a:r>
              <a:rPr sz="2400" spc="-55" dirty="0">
                <a:solidFill>
                  <a:srgbClr val="282833"/>
                </a:solidFill>
                <a:latin typeface="Arial"/>
                <a:cs typeface="Arial"/>
              </a:rPr>
              <a:t> </a:t>
            </a:r>
            <a:r>
              <a:rPr sz="2400" dirty="0">
                <a:solidFill>
                  <a:srgbClr val="282833"/>
                </a:solidFill>
                <a:latin typeface="Arial"/>
                <a:cs typeface="Arial"/>
              </a:rPr>
              <a:t>do</a:t>
            </a:r>
            <a:r>
              <a:rPr sz="2400" spc="-50" dirty="0">
                <a:solidFill>
                  <a:srgbClr val="282833"/>
                </a:solidFill>
                <a:latin typeface="Arial"/>
                <a:cs typeface="Arial"/>
              </a:rPr>
              <a:t> </a:t>
            </a:r>
            <a:r>
              <a:rPr sz="2400" dirty="0">
                <a:solidFill>
                  <a:srgbClr val="282833"/>
                </a:solidFill>
                <a:latin typeface="Arial"/>
                <a:cs typeface="Arial"/>
              </a:rPr>
              <a:t>not</a:t>
            </a:r>
            <a:r>
              <a:rPr sz="2400" spc="-55" dirty="0">
                <a:solidFill>
                  <a:srgbClr val="282833"/>
                </a:solidFill>
                <a:latin typeface="Arial"/>
                <a:cs typeface="Arial"/>
              </a:rPr>
              <a:t> </a:t>
            </a:r>
            <a:r>
              <a:rPr sz="2400" dirty="0">
                <a:solidFill>
                  <a:srgbClr val="282833"/>
                </a:solidFill>
                <a:latin typeface="Arial"/>
                <a:cs typeface="Arial"/>
              </a:rPr>
              <a:t>directly</a:t>
            </a:r>
            <a:r>
              <a:rPr sz="2400" spc="-55" dirty="0">
                <a:solidFill>
                  <a:srgbClr val="282833"/>
                </a:solidFill>
                <a:latin typeface="Arial"/>
                <a:cs typeface="Arial"/>
              </a:rPr>
              <a:t> </a:t>
            </a:r>
            <a:r>
              <a:rPr sz="2400" dirty="0">
                <a:solidFill>
                  <a:srgbClr val="282833"/>
                </a:solidFill>
                <a:latin typeface="Arial"/>
                <a:cs typeface="Arial"/>
              </a:rPr>
              <a:t>use</a:t>
            </a:r>
            <a:r>
              <a:rPr sz="2400" spc="-50" dirty="0">
                <a:solidFill>
                  <a:srgbClr val="282833"/>
                </a:solidFill>
                <a:latin typeface="Arial"/>
                <a:cs typeface="Arial"/>
              </a:rPr>
              <a:t> </a:t>
            </a:r>
            <a:r>
              <a:rPr sz="2400" spc="-25" dirty="0">
                <a:solidFill>
                  <a:srgbClr val="282833"/>
                </a:solidFill>
                <a:latin typeface="Arial"/>
                <a:cs typeface="Arial"/>
              </a:rPr>
              <a:t>the 	</a:t>
            </a:r>
            <a:r>
              <a:rPr sz="2400" dirty="0">
                <a:solidFill>
                  <a:srgbClr val="282833"/>
                </a:solidFill>
                <a:latin typeface="Arial"/>
                <a:cs typeface="Arial"/>
              </a:rPr>
              <a:t>blockchain.</a:t>
            </a:r>
            <a:r>
              <a:rPr sz="2400" spc="-75" dirty="0">
                <a:solidFill>
                  <a:srgbClr val="282833"/>
                </a:solidFill>
                <a:latin typeface="Arial"/>
                <a:cs typeface="Arial"/>
              </a:rPr>
              <a:t> </a:t>
            </a:r>
            <a:r>
              <a:rPr sz="2400" dirty="0">
                <a:solidFill>
                  <a:srgbClr val="282833"/>
                </a:solidFill>
                <a:latin typeface="Arial"/>
                <a:cs typeface="Arial"/>
              </a:rPr>
              <a:t>For</a:t>
            </a:r>
            <a:r>
              <a:rPr sz="2400" spc="-90" dirty="0">
                <a:solidFill>
                  <a:srgbClr val="282833"/>
                </a:solidFill>
                <a:latin typeface="Arial"/>
                <a:cs typeface="Arial"/>
              </a:rPr>
              <a:t> </a:t>
            </a:r>
            <a:r>
              <a:rPr sz="2400" dirty="0">
                <a:solidFill>
                  <a:srgbClr val="282833"/>
                </a:solidFill>
                <a:latin typeface="Arial"/>
                <a:cs typeface="Arial"/>
              </a:rPr>
              <a:t>example,</a:t>
            </a:r>
            <a:r>
              <a:rPr sz="2400" spc="-70" dirty="0">
                <a:solidFill>
                  <a:srgbClr val="282833"/>
                </a:solidFill>
                <a:latin typeface="Arial"/>
                <a:cs typeface="Arial"/>
              </a:rPr>
              <a:t> </a:t>
            </a:r>
            <a:r>
              <a:rPr sz="2400" dirty="0">
                <a:solidFill>
                  <a:srgbClr val="282833"/>
                </a:solidFill>
                <a:latin typeface="Arial"/>
                <a:cs typeface="Arial"/>
              </a:rPr>
              <a:t>several</a:t>
            </a:r>
            <a:r>
              <a:rPr sz="2400" spc="-70" dirty="0">
                <a:solidFill>
                  <a:srgbClr val="282833"/>
                </a:solidFill>
                <a:latin typeface="Arial"/>
                <a:cs typeface="Arial"/>
              </a:rPr>
              <a:t> </a:t>
            </a:r>
            <a:r>
              <a:rPr sz="2400" dirty="0">
                <a:solidFill>
                  <a:srgbClr val="282833"/>
                </a:solidFill>
                <a:latin typeface="Arial"/>
                <a:cs typeface="Arial"/>
              </a:rPr>
              <a:t>members</a:t>
            </a:r>
            <a:r>
              <a:rPr sz="2400" spc="-75" dirty="0">
                <a:solidFill>
                  <a:srgbClr val="282833"/>
                </a:solidFill>
                <a:latin typeface="Arial"/>
                <a:cs typeface="Arial"/>
              </a:rPr>
              <a:t> </a:t>
            </a:r>
            <a:r>
              <a:rPr sz="2400" dirty="0">
                <a:solidFill>
                  <a:srgbClr val="282833"/>
                </a:solidFill>
                <a:latin typeface="Arial"/>
                <a:cs typeface="Arial"/>
              </a:rPr>
              <a:t>of</a:t>
            </a:r>
            <a:r>
              <a:rPr sz="2400" spc="-90" dirty="0">
                <a:solidFill>
                  <a:srgbClr val="282833"/>
                </a:solidFill>
                <a:latin typeface="Arial"/>
                <a:cs typeface="Arial"/>
              </a:rPr>
              <a:t> </a:t>
            </a:r>
            <a:r>
              <a:rPr sz="2400" dirty="0">
                <a:solidFill>
                  <a:srgbClr val="282833"/>
                </a:solidFill>
                <a:latin typeface="Arial"/>
                <a:cs typeface="Arial"/>
              </a:rPr>
              <a:t>the</a:t>
            </a:r>
            <a:r>
              <a:rPr sz="2400" spc="-85" dirty="0">
                <a:solidFill>
                  <a:srgbClr val="282833"/>
                </a:solidFill>
                <a:latin typeface="Arial"/>
                <a:cs typeface="Arial"/>
              </a:rPr>
              <a:t> </a:t>
            </a:r>
            <a:r>
              <a:rPr sz="2400" spc="-10" dirty="0">
                <a:solidFill>
                  <a:srgbClr val="282833"/>
                </a:solidFill>
                <a:latin typeface="Arial"/>
                <a:cs typeface="Arial"/>
              </a:rPr>
              <a:t>network 	</a:t>
            </a:r>
            <a:r>
              <a:rPr sz="2400" dirty="0">
                <a:solidFill>
                  <a:srgbClr val="282833"/>
                </a:solidFill>
                <a:latin typeface="Arial"/>
                <a:cs typeface="Arial"/>
              </a:rPr>
              <a:t>may</a:t>
            </a:r>
            <a:r>
              <a:rPr sz="2400" spc="-100" dirty="0">
                <a:solidFill>
                  <a:srgbClr val="282833"/>
                </a:solidFill>
                <a:latin typeface="Arial"/>
                <a:cs typeface="Arial"/>
              </a:rPr>
              <a:t> </a:t>
            </a:r>
            <a:r>
              <a:rPr sz="2400" dirty="0">
                <a:solidFill>
                  <a:srgbClr val="282833"/>
                </a:solidFill>
                <a:latin typeface="Arial"/>
                <a:cs typeface="Arial"/>
              </a:rPr>
              <a:t>officially</a:t>
            </a:r>
            <a:r>
              <a:rPr sz="2400" spc="-90" dirty="0">
                <a:solidFill>
                  <a:srgbClr val="282833"/>
                </a:solidFill>
                <a:latin typeface="Arial"/>
                <a:cs typeface="Arial"/>
              </a:rPr>
              <a:t> </a:t>
            </a:r>
            <a:r>
              <a:rPr sz="2400" dirty="0">
                <a:solidFill>
                  <a:srgbClr val="282833"/>
                </a:solidFill>
                <a:latin typeface="Arial"/>
                <a:cs typeface="Arial"/>
              </a:rPr>
              <a:t>collaborate</a:t>
            </a:r>
            <a:r>
              <a:rPr sz="2400" spc="-80" dirty="0">
                <a:solidFill>
                  <a:srgbClr val="282833"/>
                </a:solidFill>
                <a:latin typeface="Arial"/>
                <a:cs typeface="Arial"/>
              </a:rPr>
              <a:t> </a:t>
            </a:r>
            <a:r>
              <a:rPr sz="2400" dirty="0">
                <a:solidFill>
                  <a:srgbClr val="282833"/>
                </a:solidFill>
                <a:latin typeface="Arial"/>
                <a:cs typeface="Arial"/>
              </a:rPr>
              <a:t>to</a:t>
            </a:r>
            <a:r>
              <a:rPr sz="2400" spc="-105" dirty="0">
                <a:solidFill>
                  <a:srgbClr val="282833"/>
                </a:solidFill>
                <a:latin typeface="Arial"/>
                <a:cs typeface="Arial"/>
              </a:rPr>
              <a:t> </a:t>
            </a:r>
            <a:r>
              <a:rPr sz="2400" dirty="0">
                <a:solidFill>
                  <a:srgbClr val="282833"/>
                </a:solidFill>
                <a:latin typeface="Arial"/>
                <a:cs typeface="Arial"/>
              </a:rPr>
              <a:t>accomplish</a:t>
            </a:r>
            <a:r>
              <a:rPr sz="2400" spc="-80" dirty="0">
                <a:solidFill>
                  <a:srgbClr val="282833"/>
                </a:solidFill>
                <a:latin typeface="Arial"/>
                <a:cs typeface="Arial"/>
              </a:rPr>
              <a:t> </a:t>
            </a:r>
            <a:r>
              <a:rPr sz="2400" dirty="0">
                <a:solidFill>
                  <a:srgbClr val="282833"/>
                </a:solidFill>
                <a:latin typeface="Arial"/>
                <a:cs typeface="Arial"/>
              </a:rPr>
              <a:t>a</a:t>
            </a:r>
            <a:r>
              <a:rPr sz="2400" spc="-100" dirty="0">
                <a:solidFill>
                  <a:srgbClr val="282833"/>
                </a:solidFill>
                <a:latin typeface="Arial"/>
                <a:cs typeface="Arial"/>
              </a:rPr>
              <a:t> </a:t>
            </a:r>
            <a:r>
              <a:rPr sz="2400" dirty="0">
                <a:solidFill>
                  <a:srgbClr val="282833"/>
                </a:solidFill>
                <a:latin typeface="Arial"/>
                <a:cs typeface="Arial"/>
              </a:rPr>
              <a:t>particular</a:t>
            </a:r>
            <a:r>
              <a:rPr sz="2400" spc="-80" dirty="0">
                <a:solidFill>
                  <a:srgbClr val="282833"/>
                </a:solidFill>
                <a:latin typeface="Arial"/>
                <a:cs typeface="Arial"/>
              </a:rPr>
              <a:t> </a:t>
            </a:r>
            <a:r>
              <a:rPr sz="2400" spc="-10" dirty="0">
                <a:solidFill>
                  <a:srgbClr val="282833"/>
                </a:solidFill>
                <a:latin typeface="Arial"/>
                <a:cs typeface="Arial"/>
              </a:rPr>
              <a:t>role, 	</a:t>
            </a:r>
            <a:r>
              <a:rPr sz="2400" dirty="0">
                <a:solidFill>
                  <a:srgbClr val="282833"/>
                </a:solidFill>
                <a:latin typeface="Arial"/>
                <a:cs typeface="Arial"/>
              </a:rPr>
              <a:t>such</a:t>
            </a:r>
            <a:r>
              <a:rPr sz="2400" spc="-75" dirty="0">
                <a:solidFill>
                  <a:srgbClr val="282833"/>
                </a:solidFill>
                <a:latin typeface="Arial"/>
                <a:cs typeface="Arial"/>
              </a:rPr>
              <a:t> </a:t>
            </a:r>
            <a:r>
              <a:rPr sz="2400" dirty="0">
                <a:solidFill>
                  <a:srgbClr val="282833"/>
                </a:solidFill>
                <a:latin typeface="Arial"/>
                <a:cs typeface="Arial"/>
              </a:rPr>
              <a:t>as</a:t>
            </a:r>
            <a:r>
              <a:rPr sz="2400" spc="-75" dirty="0">
                <a:solidFill>
                  <a:srgbClr val="282833"/>
                </a:solidFill>
                <a:latin typeface="Arial"/>
                <a:cs typeface="Arial"/>
              </a:rPr>
              <a:t> </a:t>
            </a:r>
            <a:r>
              <a:rPr sz="2400" dirty="0">
                <a:solidFill>
                  <a:srgbClr val="282833"/>
                </a:solidFill>
                <a:latin typeface="Arial"/>
                <a:cs typeface="Arial"/>
              </a:rPr>
              <a:t>developing</a:t>
            </a:r>
            <a:r>
              <a:rPr sz="2400" spc="-55" dirty="0">
                <a:solidFill>
                  <a:srgbClr val="282833"/>
                </a:solidFill>
                <a:latin typeface="Arial"/>
                <a:cs typeface="Arial"/>
              </a:rPr>
              <a:t> </a:t>
            </a:r>
            <a:r>
              <a:rPr sz="2400" dirty="0">
                <a:solidFill>
                  <a:srgbClr val="282833"/>
                </a:solidFill>
                <a:latin typeface="Arial"/>
                <a:cs typeface="Arial"/>
              </a:rPr>
              <a:t>the</a:t>
            </a:r>
            <a:r>
              <a:rPr sz="2400" spc="-75" dirty="0">
                <a:solidFill>
                  <a:srgbClr val="282833"/>
                </a:solidFill>
                <a:latin typeface="Arial"/>
                <a:cs typeface="Arial"/>
              </a:rPr>
              <a:t> </a:t>
            </a:r>
            <a:r>
              <a:rPr sz="2400" spc="-10" dirty="0">
                <a:solidFill>
                  <a:srgbClr val="282833"/>
                </a:solidFill>
                <a:latin typeface="Arial"/>
                <a:cs typeface="Arial"/>
              </a:rPr>
              <a:t>code.</a:t>
            </a:r>
            <a:endParaRPr sz="2400" dirty="0">
              <a:latin typeface="Arial"/>
              <a:cs typeface="Arial"/>
            </a:endParaRPr>
          </a:p>
          <a:p>
            <a:pPr marL="194310" marR="206375" indent="-181610">
              <a:spcBef>
                <a:spcPts val="575"/>
              </a:spcBef>
              <a:buClr>
                <a:srgbClr val="93A299"/>
              </a:buClr>
              <a:buSzPct val="83333"/>
              <a:buChar char="•"/>
              <a:tabLst>
                <a:tab pos="195580" algn="l"/>
              </a:tabLst>
            </a:pPr>
            <a:r>
              <a:rPr sz="2400" dirty="0">
                <a:solidFill>
                  <a:srgbClr val="282833"/>
                </a:solidFill>
                <a:latin typeface="Arial"/>
                <a:cs typeface="Arial"/>
              </a:rPr>
              <a:t>There</a:t>
            </a:r>
            <a:r>
              <a:rPr sz="2400" spc="-80" dirty="0">
                <a:solidFill>
                  <a:srgbClr val="282833"/>
                </a:solidFill>
                <a:latin typeface="Arial"/>
                <a:cs typeface="Arial"/>
              </a:rPr>
              <a:t> </a:t>
            </a:r>
            <a:r>
              <a:rPr sz="2400" dirty="0">
                <a:solidFill>
                  <a:srgbClr val="282833"/>
                </a:solidFill>
                <a:latin typeface="Arial"/>
                <a:cs typeface="Arial"/>
              </a:rPr>
              <a:t>may</a:t>
            </a:r>
            <a:r>
              <a:rPr sz="2400" spc="-80" dirty="0">
                <a:solidFill>
                  <a:srgbClr val="282833"/>
                </a:solidFill>
                <a:latin typeface="Arial"/>
                <a:cs typeface="Arial"/>
              </a:rPr>
              <a:t> </a:t>
            </a:r>
            <a:r>
              <a:rPr sz="2400" dirty="0">
                <a:solidFill>
                  <a:srgbClr val="282833"/>
                </a:solidFill>
                <a:latin typeface="Arial"/>
                <a:cs typeface="Arial"/>
              </a:rPr>
              <a:t>be</a:t>
            </a:r>
            <a:r>
              <a:rPr sz="2400" spc="-80" dirty="0">
                <a:solidFill>
                  <a:srgbClr val="282833"/>
                </a:solidFill>
                <a:latin typeface="Arial"/>
                <a:cs typeface="Arial"/>
              </a:rPr>
              <a:t> </a:t>
            </a:r>
            <a:r>
              <a:rPr sz="2400" spc="-10" dirty="0">
                <a:solidFill>
                  <a:srgbClr val="282833"/>
                </a:solidFill>
                <a:latin typeface="Arial"/>
                <a:cs typeface="Arial"/>
              </a:rPr>
              <a:t>communication</a:t>
            </a:r>
            <a:r>
              <a:rPr sz="2400" spc="-65" dirty="0">
                <a:solidFill>
                  <a:srgbClr val="282833"/>
                </a:solidFill>
                <a:latin typeface="Arial"/>
                <a:cs typeface="Arial"/>
              </a:rPr>
              <a:t> </a:t>
            </a:r>
            <a:r>
              <a:rPr sz="2400" dirty="0">
                <a:solidFill>
                  <a:srgbClr val="282833"/>
                </a:solidFill>
                <a:latin typeface="Arial"/>
                <a:cs typeface="Arial"/>
              </a:rPr>
              <a:t>flows</a:t>
            </a:r>
            <a:r>
              <a:rPr sz="2400" spc="-75" dirty="0">
                <a:solidFill>
                  <a:srgbClr val="282833"/>
                </a:solidFill>
                <a:latin typeface="Arial"/>
                <a:cs typeface="Arial"/>
              </a:rPr>
              <a:t> </a:t>
            </a:r>
            <a:r>
              <a:rPr sz="2400" dirty="0">
                <a:solidFill>
                  <a:srgbClr val="282833"/>
                </a:solidFill>
                <a:latin typeface="Arial"/>
                <a:cs typeface="Arial"/>
              </a:rPr>
              <a:t>between</a:t>
            </a:r>
            <a:r>
              <a:rPr sz="2400" spc="-65" dirty="0">
                <a:solidFill>
                  <a:srgbClr val="282833"/>
                </a:solidFill>
                <a:latin typeface="Arial"/>
                <a:cs typeface="Arial"/>
              </a:rPr>
              <a:t> </a:t>
            </a:r>
            <a:r>
              <a:rPr sz="2400" dirty="0">
                <a:solidFill>
                  <a:srgbClr val="282833"/>
                </a:solidFill>
                <a:latin typeface="Arial"/>
                <a:cs typeface="Arial"/>
              </a:rPr>
              <a:t>members</a:t>
            </a:r>
            <a:r>
              <a:rPr sz="2400" spc="-80" dirty="0">
                <a:solidFill>
                  <a:srgbClr val="282833"/>
                </a:solidFill>
                <a:latin typeface="Arial"/>
                <a:cs typeface="Arial"/>
              </a:rPr>
              <a:t> </a:t>
            </a:r>
            <a:r>
              <a:rPr sz="2400" spc="-25" dirty="0">
                <a:solidFill>
                  <a:srgbClr val="282833"/>
                </a:solidFill>
                <a:latin typeface="Arial"/>
                <a:cs typeface="Arial"/>
              </a:rPr>
              <a:t>or 	</a:t>
            </a:r>
            <a:r>
              <a:rPr sz="2400" dirty="0">
                <a:solidFill>
                  <a:srgbClr val="282833"/>
                </a:solidFill>
                <a:latin typeface="Arial"/>
                <a:cs typeface="Arial"/>
              </a:rPr>
              <a:t>from</a:t>
            </a:r>
            <a:r>
              <a:rPr sz="2400" spc="-65" dirty="0">
                <a:solidFill>
                  <a:srgbClr val="282833"/>
                </a:solidFill>
                <a:latin typeface="Arial"/>
                <a:cs typeface="Arial"/>
              </a:rPr>
              <a:t> </a:t>
            </a:r>
            <a:r>
              <a:rPr sz="2400" dirty="0">
                <a:solidFill>
                  <a:srgbClr val="282833"/>
                </a:solidFill>
                <a:latin typeface="Arial"/>
                <a:cs typeface="Arial"/>
              </a:rPr>
              <a:t>one</a:t>
            </a:r>
            <a:r>
              <a:rPr sz="2400" spc="-45" dirty="0">
                <a:solidFill>
                  <a:srgbClr val="282833"/>
                </a:solidFill>
                <a:latin typeface="Arial"/>
                <a:cs typeface="Arial"/>
              </a:rPr>
              <a:t> </a:t>
            </a:r>
            <a:r>
              <a:rPr sz="2400" dirty="0">
                <a:solidFill>
                  <a:srgbClr val="282833"/>
                </a:solidFill>
                <a:latin typeface="Arial"/>
                <a:cs typeface="Arial"/>
              </a:rPr>
              <a:t>central</a:t>
            </a:r>
            <a:r>
              <a:rPr sz="2400" spc="-45" dirty="0">
                <a:solidFill>
                  <a:srgbClr val="282833"/>
                </a:solidFill>
                <a:latin typeface="Arial"/>
                <a:cs typeface="Arial"/>
              </a:rPr>
              <a:t> </a:t>
            </a:r>
            <a:r>
              <a:rPr sz="2400" dirty="0">
                <a:solidFill>
                  <a:srgbClr val="282833"/>
                </a:solidFill>
                <a:latin typeface="Arial"/>
                <a:cs typeface="Arial"/>
              </a:rPr>
              <a:t>member</a:t>
            </a:r>
            <a:r>
              <a:rPr sz="2400" spc="-50" dirty="0">
                <a:solidFill>
                  <a:srgbClr val="282833"/>
                </a:solidFill>
                <a:latin typeface="Arial"/>
                <a:cs typeface="Arial"/>
              </a:rPr>
              <a:t> </a:t>
            </a:r>
            <a:r>
              <a:rPr sz="2400" dirty="0">
                <a:solidFill>
                  <a:srgbClr val="282833"/>
                </a:solidFill>
                <a:latin typeface="Arial"/>
                <a:cs typeface="Arial"/>
              </a:rPr>
              <a:t>to</a:t>
            </a:r>
            <a:r>
              <a:rPr sz="2400" spc="-60" dirty="0">
                <a:solidFill>
                  <a:srgbClr val="282833"/>
                </a:solidFill>
                <a:latin typeface="Arial"/>
                <a:cs typeface="Arial"/>
              </a:rPr>
              <a:t> </a:t>
            </a:r>
            <a:r>
              <a:rPr sz="2400" dirty="0">
                <a:solidFill>
                  <a:srgbClr val="282833"/>
                </a:solidFill>
                <a:latin typeface="Arial"/>
                <a:cs typeface="Arial"/>
              </a:rPr>
              <a:t>all</a:t>
            </a:r>
            <a:r>
              <a:rPr sz="2400" spc="-45" dirty="0">
                <a:solidFill>
                  <a:srgbClr val="282833"/>
                </a:solidFill>
                <a:latin typeface="Arial"/>
                <a:cs typeface="Arial"/>
              </a:rPr>
              <a:t> </a:t>
            </a:r>
            <a:r>
              <a:rPr sz="2400" dirty="0">
                <a:solidFill>
                  <a:srgbClr val="282833"/>
                </a:solidFill>
                <a:latin typeface="Arial"/>
                <a:cs typeface="Arial"/>
              </a:rPr>
              <a:t>other</a:t>
            </a:r>
            <a:r>
              <a:rPr sz="2400" spc="-50" dirty="0">
                <a:solidFill>
                  <a:srgbClr val="282833"/>
                </a:solidFill>
                <a:latin typeface="Arial"/>
                <a:cs typeface="Arial"/>
              </a:rPr>
              <a:t> </a:t>
            </a:r>
            <a:r>
              <a:rPr sz="2400" spc="-10" dirty="0">
                <a:solidFill>
                  <a:srgbClr val="282833"/>
                </a:solidFill>
                <a:latin typeface="Arial"/>
                <a:cs typeface="Arial"/>
              </a:rPr>
              <a:t>participants.</a:t>
            </a:r>
            <a:r>
              <a:rPr sz="2400" spc="-45" dirty="0">
                <a:solidFill>
                  <a:srgbClr val="282833"/>
                </a:solidFill>
                <a:latin typeface="Arial"/>
                <a:cs typeface="Arial"/>
              </a:rPr>
              <a:t> </a:t>
            </a:r>
            <a:r>
              <a:rPr sz="2400" spc="-20" dirty="0">
                <a:solidFill>
                  <a:srgbClr val="282833"/>
                </a:solidFill>
                <a:latin typeface="Arial"/>
                <a:cs typeface="Arial"/>
              </a:rPr>
              <a:t>Some 	</a:t>
            </a:r>
            <a:r>
              <a:rPr sz="2400" dirty="0">
                <a:solidFill>
                  <a:srgbClr val="282833"/>
                </a:solidFill>
                <a:latin typeface="Arial"/>
                <a:cs typeface="Arial"/>
              </a:rPr>
              <a:t>blockchain</a:t>
            </a:r>
            <a:r>
              <a:rPr sz="2400" spc="-80" dirty="0">
                <a:solidFill>
                  <a:srgbClr val="282833"/>
                </a:solidFill>
                <a:latin typeface="Arial"/>
                <a:cs typeface="Arial"/>
              </a:rPr>
              <a:t> </a:t>
            </a:r>
            <a:r>
              <a:rPr sz="2400" dirty="0">
                <a:solidFill>
                  <a:srgbClr val="282833"/>
                </a:solidFill>
                <a:latin typeface="Arial"/>
                <a:cs typeface="Arial"/>
              </a:rPr>
              <a:t>networks</a:t>
            </a:r>
            <a:r>
              <a:rPr sz="2400" spc="-75" dirty="0">
                <a:solidFill>
                  <a:srgbClr val="282833"/>
                </a:solidFill>
                <a:latin typeface="Arial"/>
                <a:cs typeface="Arial"/>
              </a:rPr>
              <a:t> </a:t>
            </a:r>
            <a:r>
              <a:rPr sz="2400" dirty="0">
                <a:solidFill>
                  <a:srgbClr val="282833"/>
                </a:solidFill>
                <a:latin typeface="Arial"/>
                <a:cs typeface="Arial"/>
              </a:rPr>
              <a:t>may</a:t>
            </a:r>
            <a:r>
              <a:rPr sz="2400" spc="-95" dirty="0">
                <a:solidFill>
                  <a:srgbClr val="282833"/>
                </a:solidFill>
                <a:latin typeface="Arial"/>
                <a:cs typeface="Arial"/>
              </a:rPr>
              <a:t> </a:t>
            </a:r>
            <a:r>
              <a:rPr sz="2400" dirty="0">
                <a:solidFill>
                  <a:srgbClr val="282833"/>
                </a:solidFill>
                <a:latin typeface="Arial"/>
                <a:cs typeface="Arial"/>
              </a:rPr>
              <a:t>have</a:t>
            </a:r>
            <a:r>
              <a:rPr sz="2400" spc="-75" dirty="0">
                <a:solidFill>
                  <a:srgbClr val="282833"/>
                </a:solidFill>
                <a:latin typeface="Arial"/>
                <a:cs typeface="Arial"/>
              </a:rPr>
              <a:t> </a:t>
            </a:r>
            <a:r>
              <a:rPr sz="2400" dirty="0">
                <a:solidFill>
                  <a:srgbClr val="282833"/>
                </a:solidFill>
                <a:latin typeface="Arial"/>
                <a:cs typeface="Arial"/>
              </a:rPr>
              <a:t>a</a:t>
            </a:r>
            <a:r>
              <a:rPr sz="2400" spc="-90" dirty="0">
                <a:solidFill>
                  <a:srgbClr val="282833"/>
                </a:solidFill>
                <a:latin typeface="Arial"/>
                <a:cs typeface="Arial"/>
              </a:rPr>
              <a:t> </a:t>
            </a:r>
            <a:r>
              <a:rPr sz="2400" dirty="0">
                <a:solidFill>
                  <a:srgbClr val="282833"/>
                </a:solidFill>
                <a:latin typeface="Arial"/>
                <a:cs typeface="Arial"/>
              </a:rPr>
              <a:t>natural</a:t>
            </a:r>
            <a:r>
              <a:rPr sz="2400" spc="-80" dirty="0">
                <a:solidFill>
                  <a:srgbClr val="282833"/>
                </a:solidFill>
                <a:latin typeface="Arial"/>
                <a:cs typeface="Arial"/>
              </a:rPr>
              <a:t> </a:t>
            </a:r>
            <a:r>
              <a:rPr sz="2400" dirty="0">
                <a:solidFill>
                  <a:srgbClr val="282833"/>
                </a:solidFill>
                <a:latin typeface="Arial"/>
                <a:cs typeface="Arial"/>
              </a:rPr>
              <a:t>central</a:t>
            </a:r>
            <a:r>
              <a:rPr sz="2400" spc="-75" dirty="0">
                <a:solidFill>
                  <a:srgbClr val="282833"/>
                </a:solidFill>
                <a:latin typeface="Arial"/>
                <a:cs typeface="Arial"/>
              </a:rPr>
              <a:t> </a:t>
            </a:r>
            <a:r>
              <a:rPr sz="2400" spc="-10" dirty="0">
                <a:solidFill>
                  <a:srgbClr val="282833"/>
                </a:solidFill>
                <a:latin typeface="Arial"/>
                <a:cs typeface="Arial"/>
              </a:rPr>
              <a:t>member 	</a:t>
            </a:r>
            <a:r>
              <a:rPr sz="2400" dirty="0">
                <a:solidFill>
                  <a:srgbClr val="282833"/>
                </a:solidFill>
                <a:latin typeface="Arial"/>
                <a:cs typeface="Arial"/>
              </a:rPr>
              <a:t>that</a:t>
            </a:r>
            <a:r>
              <a:rPr sz="2400" spc="-70" dirty="0">
                <a:solidFill>
                  <a:srgbClr val="282833"/>
                </a:solidFill>
                <a:latin typeface="Arial"/>
                <a:cs typeface="Arial"/>
              </a:rPr>
              <a:t> </a:t>
            </a:r>
            <a:r>
              <a:rPr sz="2400" dirty="0">
                <a:solidFill>
                  <a:srgbClr val="282833"/>
                </a:solidFill>
                <a:latin typeface="Arial"/>
                <a:cs typeface="Arial"/>
              </a:rPr>
              <a:t>has</a:t>
            </a:r>
            <a:r>
              <a:rPr sz="2400" spc="-65" dirty="0">
                <a:solidFill>
                  <a:srgbClr val="282833"/>
                </a:solidFill>
                <a:latin typeface="Arial"/>
                <a:cs typeface="Arial"/>
              </a:rPr>
              <a:t> </a:t>
            </a:r>
            <a:r>
              <a:rPr sz="2400" spc="-10" dirty="0">
                <a:solidFill>
                  <a:srgbClr val="282833"/>
                </a:solidFill>
                <a:latin typeface="Arial"/>
                <a:cs typeface="Arial"/>
              </a:rPr>
              <a:t>considerable</a:t>
            </a:r>
            <a:r>
              <a:rPr sz="2400" spc="-50" dirty="0">
                <a:solidFill>
                  <a:srgbClr val="282833"/>
                </a:solidFill>
                <a:latin typeface="Arial"/>
                <a:cs typeface="Arial"/>
              </a:rPr>
              <a:t> </a:t>
            </a:r>
            <a:r>
              <a:rPr sz="2400" dirty="0">
                <a:solidFill>
                  <a:srgbClr val="282833"/>
                </a:solidFill>
                <a:latin typeface="Arial"/>
                <a:cs typeface="Arial"/>
              </a:rPr>
              <a:t>control</a:t>
            </a:r>
            <a:r>
              <a:rPr sz="2400" spc="-65" dirty="0">
                <a:solidFill>
                  <a:srgbClr val="282833"/>
                </a:solidFill>
                <a:latin typeface="Arial"/>
                <a:cs typeface="Arial"/>
              </a:rPr>
              <a:t> </a:t>
            </a:r>
            <a:r>
              <a:rPr sz="2400" dirty="0">
                <a:solidFill>
                  <a:srgbClr val="282833"/>
                </a:solidFill>
                <a:latin typeface="Arial"/>
                <a:cs typeface="Arial"/>
              </a:rPr>
              <a:t>over</a:t>
            </a:r>
            <a:r>
              <a:rPr sz="2400" spc="-70" dirty="0">
                <a:solidFill>
                  <a:srgbClr val="282833"/>
                </a:solidFill>
                <a:latin typeface="Arial"/>
                <a:cs typeface="Arial"/>
              </a:rPr>
              <a:t> </a:t>
            </a:r>
            <a:r>
              <a:rPr sz="2400" dirty="0">
                <a:solidFill>
                  <a:srgbClr val="282833"/>
                </a:solidFill>
                <a:latin typeface="Arial"/>
                <a:cs typeface="Arial"/>
              </a:rPr>
              <a:t>some</a:t>
            </a:r>
            <a:r>
              <a:rPr sz="2400" spc="-65" dirty="0">
                <a:solidFill>
                  <a:srgbClr val="282833"/>
                </a:solidFill>
                <a:latin typeface="Arial"/>
                <a:cs typeface="Arial"/>
              </a:rPr>
              <a:t> </a:t>
            </a:r>
            <a:r>
              <a:rPr sz="2400" dirty="0">
                <a:solidFill>
                  <a:srgbClr val="282833"/>
                </a:solidFill>
                <a:latin typeface="Arial"/>
                <a:cs typeface="Arial"/>
              </a:rPr>
              <a:t>other</a:t>
            </a:r>
            <a:r>
              <a:rPr sz="2400" spc="-70" dirty="0">
                <a:solidFill>
                  <a:srgbClr val="282833"/>
                </a:solidFill>
                <a:latin typeface="Arial"/>
                <a:cs typeface="Arial"/>
              </a:rPr>
              <a:t> </a:t>
            </a:r>
            <a:r>
              <a:rPr sz="2400" dirty="0">
                <a:solidFill>
                  <a:srgbClr val="282833"/>
                </a:solidFill>
                <a:latin typeface="Arial"/>
                <a:cs typeface="Arial"/>
              </a:rPr>
              <a:t>members</a:t>
            </a:r>
            <a:r>
              <a:rPr sz="2400" spc="-65" dirty="0">
                <a:solidFill>
                  <a:srgbClr val="282833"/>
                </a:solidFill>
                <a:latin typeface="Arial"/>
                <a:cs typeface="Arial"/>
              </a:rPr>
              <a:t> </a:t>
            </a:r>
            <a:r>
              <a:rPr sz="2400" spc="-25" dirty="0">
                <a:solidFill>
                  <a:srgbClr val="282833"/>
                </a:solidFill>
                <a:latin typeface="Arial"/>
                <a:cs typeface="Arial"/>
              </a:rPr>
              <a:t>in 	</a:t>
            </a:r>
            <a:r>
              <a:rPr sz="2400" dirty="0">
                <a:solidFill>
                  <a:srgbClr val="282833"/>
                </a:solidFill>
                <a:latin typeface="Arial"/>
                <a:cs typeface="Arial"/>
              </a:rPr>
              <a:t>the</a:t>
            </a:r>
            <a:r>
              <a:rPr sz="2400" spc="-75" dirty="0">
                <a:solidFill>
                  <a:srgbClr val="282833"/>
                </a:solidFill>
                <a:latin typeface="Arial"/>
                <a:cs typeface="Arial"/>
              </a:rPr>
              <a:t> </a:t>
            </a:r>
            <a:r>
              <a:rPr sz="2400" dirty="0">
                <a:solidFill>
                  <a:srgbClr val="282833"/>
                </a:solidFill>
                <a:latin typeface="Arial"/>
                <a:cs typeface="Arial"/>
              </a:rPr>
              <a:t>network,</a:t>
            </a:r>
            <a:r>
              <a:rPr sz="2400" spc="-60" dirty="0">
                <a:solidFill>
                  <a:srgbClr val="282833"/>
                </a:solidFill>
                <a:latin typeface="Arial"/>
                <a:cs typeface="Arial"/>
              </a:rPr>
              <a:t> </a:t>
            </a:r>
            <a:r>
              <a:rPr sz="2400" spc="-20" dirty="0">
                <a:solidFill>
                  <a:srgbClr val="282833"/>
                </a:solidFill>
                <a:latin typeface="Arial"/>
                <a:cs typeface="Arial"/>
              </a:rPr>
              <a:t>particularly,</a:t>
            </a:r>
            <a:r>
              <a:rPr sz="2400" spc="-65" dirty="0">
                <a:solidFill>
                  <a:srgbClr val="282833"/>
                </a:solidFill>
                <a:latin typeface="Arial"/>
                <a:cs typeface="Arial"/>
              </a:rPr>
              <a:t> </a:t>
            </a:r>
            <a:r>
              <a:rPr sz="2400" dirty="0">
                <a:solidFill>
                  <a:srgbClr val="282833"/>
                </a:solidFill>
                <a:latin typeface="Arial"/>
                <a:cs typeface="Arial"/>
              </a:rPr>
              <a:t>for</a:t>
            </a:r>
            <a:r>
              <a:rPr sz="2400" spc="-75" dirty="0">
                <a:solidFill>
                  <a:srgbClr val="282833"/>
                </a:solidFill>
                <a:latin typeface="Arial"/>
                <a:cs typeface="Arial"/>
              </a:rPr>
              <a:t> </a:t>
            </a:r>
            <a:r>
              <a:rPr sz="2400" dirty="0">
                <a:solidFill>
                  <a:srgbClr val="282833"/>
                </a:solidFill>
                <a:latin typeface="Arial"/>
                <a:cs typeface="Arial"/>
              </a:rPr>
              <a:t>example,</a:t>
            </a:r>
            <a:r>
              <a:rPr sz="2400" spc="-60" dirty="0">
                <a:solidFill>
                  <a:srgbClr val="282833"/>
                </a:solidFill>
                <a:latin typeface="Arial"/>
                <a:cs typeface="Arial"/>
              </a:rPr>
              <a:t> </a:t>
            </a:r>
            <a:r>
              <a:rPr sz="2400" dirty="0">
                <a:solidFill>
                  <a:srgbClr val="282833"/>
                </a:solidFill>
                <a:latin typeface="Arial"/>
                <a:cs typeface="Arial"/>
              </a:rPr>
              <a:t>with</a:t>
            </a:r>
            <a:r>
              <a:rPr sz="2400" spc="-75" dirty="0">
                <a:solidFill>
                  <a:srgbClr val="282833"/>
                </a:solidFill>
                <a:latin typeface="Arial"/>
                <a:cs typeface="Arial"/>
              </a:rPr>
              <a:t> </a:t>
            </a:r>
            <a:r>
              <a:rPr sz="2400" spc="-10" dirty="0">
                <a:solidFill>
                  <a:srgbClr val="282833"/>
                </a:solidFill>
                <a:latin typeface="Arial"/>
                <a:cs typeface="Arial"/>
              </a:rPr>
              <a:t>government 	</a:t>
            </a:r>
            <a:r>
              <a:rPr sz="2400" dirty="0">
                <a:solidFill>
                  <a:srgbClr val="282833"/>
                </a:solidFill>
                <a:latin typeface="Arial"/>
                <a:cs typeface="Arial"/>
              </a:rPr>
              <a:t>controlled</a:t>
            </a:r>
            <a:r>
              <a:rPr sz="2400" spc="-130" dirty="0">
                <a:solidFill>
                  <a:srgbClr val="282833"/>
                </a:solidFill>
                <a:latin typeface="Arial"/>
                <a:cs typeface="Arial"/>
              </a:rPr>
              <a:t> </a:t>
            </a:r>
            <a:r>
              <a:rPr sz="2400" spc="-10" dirty="0">
                <a:solidFill>
                  <a:srgbClr val="282833"/>
                </a:solidFill>
                <a:latin typeface="Arial"/>
                <a:cs typeface="Arial"/>
              </a:rPr>
              <a:t>blockchains.</a:t>
            </a:r>
            <a:endParaRPr sz="24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677415" y="464312"/>
            <a:ext cx="8723630" cy="452755"/>
          </a:xfrm>
          <a:prstGeom prst="rect">
            <a:avLst/>
          </a:prstGeom>
        </p:spPr>
        <p:txBody>
          <a:bodyPr vert="horz" wrap="square" lIns="0" tIns="12700" rIns="0" bIns="0" rtlCol="0">
            <a:spAutoFit/>
          </a:bodyPr>
          <a:lstStyle/>
          <a:p>
            <a:pPr marL="12700">
              <a:spcBef>
                <a:spcPts val="100"/>
              </a:spcBef>
            </a:pPr>
            <a:r>
              <a:rPr sz="2800" spc="-114" dirty="0"/>
              <a:t>Blockchain</a:t>
            </a:r>
            <a:r>
              <a:rPr sz="2800" spc="-135" dirty="0"/>
              <a:t> </a:t>
            </a:r>
            <a:r>
              <a:rPr sz="2800" spc="-114" dirty="0"/>
              <a:t>Collaborative</a:t>
            </a:r>
            <a:r>
              <a:rPr sz="2800" spc="-130" dirty="0"/>
              <a:t> </a:t>
            </a:r>
            <a:r>
              <a:rPr sz="2800" spc="-105" dirty="0"/>
              <a:t>Network</a:t>
            </a:r>
            <a:r>
              <a:rPr sz="2800" spc="-125" dirty="0"/>
              <a:t> </a:t>
            </a:r>
            <a:r>
              <a:rPr sz="2800" spc="-110" dirty="0"/>
              <a:t>Development</a:t>
            </a:r>
            <a:r>
              <a:rPr sz="2800" spc="-125" dirty="0"/>
              <a:t> </a:t>
            </a:r>
            <a:r>
              <a:rPr sz="2800" spc="-30" dirty="0"/>
              <a:t>Framework</a:t>
            </a:r>
            <a:endParaRPr sz="2800"/>
          </a:p>
        </p:txBody>
      </p:sp>
      <p:sp>
        <p:nvSpPr>
          <p:cNvPr id="3" name="object 3"/>
          <p:cNvSpPr txBox="1"/>
          <p:nvPr/>
        </p:nvSpPr>
        <p:spPr>
          <a:xfrm>
            <a:off x="2059940" y="6263893"/>
            <a:ext cx="7056120" cy="513715"/>
          </a:xfrm>
          <a:prstGeom prst="rect">
            <a:avLst/>
          </a:prstGeom>
        </p:spPr>
        <p:txBody>
          <a:bodyPr vert="horz" wrap="square" lIns="0" tIns="12700" rIns="0" bIns="0" rtlCol="0">
            <a:spAutoFit/>
          </a:bodyPr>
          <a:lstStyle/>
          <a:p>
            <a:pPr marL="195580" marR="5080" indent="-182880">
              <a:spcBef>
                <a:spcPts val="100"/>
              </a:spcBef>
              <a:buClr>
                <a:srgbClr val="93A299"/>
              </a:buClr>
              <a:buSzPct val="84375"/>
              <a:buChar char="•"/>
              <a:tabLst>
                <a:tab pos="195580" algn="l"/>
              </a:tabLst>
            </a:pPr>
            <a:r>
              <a:rPr sz="1600" dirty="0">
                <a:solidFill>
                  <a:srgbClr val="282833"/>
                </a:solidFill>
                <a:latin typeface="Arial"/>
                <a:cs typeface="Arial"/>
              </a:rPr>
              <a:t>Adamopoulos,</a:t>
            </a:r>
            <a:r>
              <a:rPr sz="1600" spc="-60" dirty="0">
                <a:solidFill>
                  <a:srgbClr val="282833"/>
                </a:solidFill>
                <a:latin typeface="Arial"/>
                <a:cs typeface="Arial"/>
              </a:rPr>
              <a:t> </a:t>
            </a:r>
            <a:r>
              <a:rPr sz="1600" spc="-10" dirty="0">
                <a:solidFill>
                  <a:srgbClr val="282833"/>
                </a:solidFill>
                <a:latin typeface="Arial"/>
                <a:cs typeface="Arial"/>
              </a:rPr>
              <a:t>Davey,</a:t>
            </a:r>
            <a:r>
              <a:rPr sz="1600" spc="-50" dirty="0">
                <a:solidFill>
                  <a:srgbClr val="282833"/>
                </a:solidFill>
                <a:latin typeface="Arial"/>
                <a:cs typeface="Arial"/>
              </a:rPr>
              <a:t> </a:t>
            </a:r>
            <a:r>
              <a:rPr sz="1600" dirty="0">
                <a:solidFill>
                  <a:srgbClr val="282833"/>
                </a:solidFill>
                <a:latin typeface="Arial"/>
                <a:cs typeface="Arial"/>
              </a:rPr>
              <a:t>Bruno,</a:t>
            </a:r>
            <a:r>
              <a:rPr sz="1600" spc="-35" dirty="0">
                <a:solidFill>
                  <a:srgbClr val="282833"/>
                </a:solidFill>
                <a:latin typeface="Arial"/>
                <a:cs typeface="Arial"/>
              </a:rPr>
              <a:t> </a:t>
            </a:r>
            <a:r>
              <a:rPr sz="1600" dirty="0">
                <a:solidFill>
                  <a:srgbClr val="282833"/>
                </a:solidFill>
                <a:latin typeface="Arial"/>
                <a:cs typeface="Arial"/>
              </a:rPr>
              <a:t>Dick,</a:t>
            </a:r>
            <a:r>
              <a:rPr sz="1600" spc="-55" dirty="0">
                <a:solidFill>
                  <a:srgbClr val="282833"/>
                </a:solidFill>
                <a:latin typeface="Arial"/>
                <a:cs typeface="Arial"/>
              </a:rPr>
              <a:t> </a:t>
            </a:r>
            <a:r>
              <a:rPr sz="1600" dirty="0">
                <a:solidFill>
                  <a:srgbClr val="282833"/>
                </a:solidFill>
                <a:latin typeface="Arial"/>
                <a:cs typeface="Arial"/>
              </a:rPr>
              <a:t>2019.</a:t>
            </a:r>
            <a:r>
              <a:rPr sz="1600" spc="-40" dirty="0">
                <a:solidFill>
                  <a:srgbClr val="282833"/>
                </a:solidFill>
                <a:latin typeface="Arial"/>
                <a:cs typeface="Arial"/>
              </a:rPr>
              <a:t> </a:t>
            </a:r>
            <a:r>
              <a:rPr sz="1600" dirty="0">
                <a:solidFill>
                  <a:srgbClr val="282833"/>
                </a:solidFill>
                <a:latin typeface="Arial"/>
                <a:cs typeface="Arial"/>
              </a:rPr>
              <a:t>“Blockchain</a:t>
            </a:r>
            <a:r>
              <a:rPr sz="1600" spc="-60" dirty="0">
                <a:solidFill>
                  <a:srgbClr val="282833"/>
                </a:solidFill>
                <a:latin typeface="Arial"/>
                <a:cs typeface="Arial"/>
              </a:rPr>
              <a:t> </a:t>
            </a:r>
            <a:r>
              <a:rPr sz="1600" dirty="0">
                <a:solidFill>
                  <a:srgbClr val="282833"/>
                </a:solidFill>
                <a:latin typeface="Arial"/>
                <a:cs typeface="Arial"/>
              </a:rPr>
              <a:t>Collaborative</a:t>
            </a:r>
            <a:r>
              <a:rPr sz="1600" spc="-60" dirty="0">
                <a:solidFill>
                  <a:srgbClr val="282833"/>
                </a:solidFill>
                <a:latin typeface="Arial"/>
                <a:cs typeface="Arial"/>
              </a:rPr>
              <a:t> </a:t>
            </a:r>
            <a:r>
              <a:rPr sz="1600" spc="-10" dirty="0">
                <a:solidFill>
                  <a:srgbClr val="282833"/>
                </a:solidFill>
                <a:latin typeface="Arial"/>
                <a:cs typeface="Arial"/>
              </a:rPr>
              <a:t>Network </a:t>
            </a:r>
            <a:r>
              <a:rPr sz="1600" dirty="0">
                <a:solidFill>
                  <a:srgbClr val="282833"/>
                </a:solidFill>
                <a:latin typeface="Arial"/>
                <a:cs typeface="Arial"/>
              </a:rPr>
              <a:t>Development</a:t>
            </a:r>
            <a:r>
              <a:rPr sz="1600" spc="-55" dirty="0">
                <a:solidFill>
                  <a:srgbClr val="282833"/>
                </a:solidFill>
                <a:latin typeface="Arial"/>
                <a:cs typeface="Arial"/>
              </a:rPr>
              <a:t> </a:t>
            </a:r>
            <a:r>
              <a:rPr sz="1600" dirty="0">
                <a:solidFill>
                  <a:srgbClr val="282833"/>
                </a:solidFill>
                <a:latin typeface="Arial"/>
                <a:cs typeface="Arial"/>
              </a:rPr>
              <a:t>Framework”.</a:t>
            </a:r>
            <a:r>
              <a:rPr sz="1600" spc="-40" dirty="0">
                <a:solidFill>
                  <a:srgbClr val="282833"/>
                </a:solidFill>
                <a:latin typeface="Arial"/>
                <a:cs typeface="Arial"/>
              </a:rPr>
              <a:t> </a:t>
            </a:r>
            <a:r>
              <a:rPr sz="1600" spc="-10" dirty="0">
                <a:solidFill>
                  <a:srgbClr val="282833"/>
                </a:solidFill>
                <a:latin typeface="Arial"/>
                <a:cs typeface="Arial"/>
              </a:rPr>
              <a:t>SSRN.</a:t>
            </a:r>
            <a:endParaRPr sz="1600" dirty="0">
              <a:latin typeface="Arial"/>
              <a:cs typeface="Arial"/>
            </a:endParaRPr>
          </a:p>
        </p:txBody>
      </p:sp>
      <p:pic>
        <p:nvPicPr>
          <p:cNvPr id="6" name="object 6"/>
          <p:cNvPicPr/>
          <p:nvPr/>
        </p:nvPicPr>
        <p:blipFill>
          <a:blip r:embed="rId3" cstate="print"/>
          <a:stretch>
            <a:fillRect/>
          </a:stretch>
        </p:blipFill>
        <p:spPr>
          <a:xfrm>
            <a:off x="1613915" y="1053085"/>
            <a:ext cx="8964930" cy="5223509"/>
          </a:xfrm>
          <a:prstGeom prst="rect">
            <a:avLst/>
          </a:prstGeom>
        </p:spPr>
      </p:pic>
    </p:spTree>
    <p:extLst>
      <p:ext uri="{BB962C8B-B14F-4D97-AF65-F5344CB8AC3E}">
        <p14:creationId xmlns:p14="http://schemas.microsoft.com/office/powerpoint/2010/main" val="2303043590"/>
      </p:ext>
    </p:extLst>
  </p:cSld>
  <p:clrMapOvr>
    <a:overrideClrMapping bg1="lt1" tx1="dk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p:nvPr/>
        </p:nvSpPr>
        <p:spPr>
          <a:xfrm>
            <a:off x="2059940" y="696723"/>
            <a:ext cx="8379460" cy="5799023"/>
          </a:xfrm>
          <a:prstGeom prst="rect">
            <a:avLst/>
          </a:prstGeom>
        </p:spPr>
        <p:txBody>
          <a:bodyPr vert="horz" wrap="square" lIns="0" tIns="12700" rIns="0" bIns="0" rtlCol="0">
            <a:spAutoFit/>
          </a:bodyPr>
          <a:lstStyle/>
          <a:p>
            <a:pPr marL="12700">
              <a:spcBef>
                <a:spcPts val="100"/>
              </a:spcBef>
            </a:pPr>
            <a:r>
              <a:rPr lang="en-US" sz="4000" spc="-100" dirty="0">
                <a:solidFill>
                  <a:srgbClr val="D2523B"/>
                </a:solidFill>
                <a:latin typeface="Arial"/>
                <a:cs typeface="Arial"/>
              </a:rPr>
              <a:t>2. </a:t>
            </a:r>
            <a:r>
              <a:rPr sz="4000" spc="-100" dirty="0">
                <a:solidFill>
                  <a:srgbClr val="D2523B"/>
                </a:solidFill>
                <a:latin typeface="Arial"/>
                <a:cs typeface="Arial"/>
              </a:rPr>
              <a:t>Componential:</a:t>
            </a:r>
            <a:r>
              <a:rPr sz="4000" spc="-150" dirty="0">
                <a:solidFill>
                  <a:srgbClr val="D2523B"/>
                </a:solidFill>
                <a:latin typeface="Arial"/>
                <a:cs typeface="Arial"/>
              </a:rPr>
              <a:t> </a:t>
            </a:r>
            <a:r>
              <a:rPr sz="4000" spc="-100" dirty="0">
                <a:solidFill>
                  <a:srgbClr val="D2523B"/>
                </a:solidFill>
                <a:latin typeface="Arial"/>
                <a:cs typeface="Arial"/>
              </a:rPr>
              <a:t>Resources</a:t>
            </a:r>
            <a:r>
              <a:rPr sz="4000" spc="-140" dirty="0">
                <a:solidFill>
                  <a:srgbClr val="D2523B"/>
                </a:solidFill>
                <a:latin typeface="Arial"/>
                <a:cs typeface="Arial"/>
              </a:rPr>
              <a:t> </a:t>
            </a:r>
            <a:r>
              <a:rPr sz="4000" spc="-10" dirty="0">
                <a:solidFill>
                  <a:srgbClr val="D2523B"/>
                </a:solidFill>
                <a:latin typeface="Arial"/>
                <a:cs typeface="Arial"/>
              </a:rPr>
              <a:t>Required</a:t>
            </a:r>
            <a:endParaRPr sz="4000" dirty="0">
              <a:latin typeface="Arial"/>
              <a:cs typeface="Arial"/>
            </a:endParaRPr>
          </a:p>
          <a:p>
            <a:pPr marL="193675" marR="196850" indent="-181610">
              <a:spcBef>
                <a:spcPts val="2505"/>
              </a:spcBef>
              <a:buClr>
                <a:srgbClr val="93A299"/>
              </a:buClr>
              <a:buSzPct val="83333"/>
              <a:buChar char="•"/>
              <a:tabLst>
                <a:tab pos="194945" algn="l"/>
              </a:tabLst>
            </a:pPr>
            <a:r>
              <a:rPr sz="2400" dirty="0">
                <a:solidFill>
                  <a:srgbClr val="282833"/>
                </a:solidFill>
                <a:latin typeface="Arial"/>
                <a:cs typeface="Arial"/>
              </a:rPr>
              <a:t>The</a:t>
            </a:r>
            <a:r>
              <a:rPr sz="2400" spc="-75" dirty="0">
                <a:solidFill>
                  <a:srgbClr val="282833"/>
                </a:solidFill>
                <a:latin typeface="Arial"/>
                <a:cs typeface="Arial"/>
              </a:rPr>
              <a:t> </a:t>
            </a:r>
            <a:r>
              <a:rPr sz="2400" spc="-10" dirty="0">
                <a:solidFill>
                  <a:srgbClr val="282833"/>
                </a:solidFill>
                <a:latin typeface="Arial"/>
                <a:cs typeface="Arial"/>
              </a:rPr>
              <a:t>componential</a:t>
            </a:r>
            <a:r>
              <a:rPr sz="2400" spc="-55" dirty="0">
                <a:solidFill>
                  <a:srgbClr val="282833"/>
                </a:solidFill>
                <a:latin typeface="Arial"/>
                <a:cs typeface="Arial"/>
              </a:rPr>
              <a:t> </a:t>
            </a:r>
            <a:r>
              <a:rPr sz="2400" dirty="0">
                <a:solidFill>
                  <a:srgbClr val="282833"/>
                </a:solidFill>
                <a:latin typeface="Arial"/>
                <a:cs typeface="Arial"/>
              </a:rPr>
              <a:t>elements</a:t>
            </a:r>
            <a:r>
              <a:rPr sz="2400" spc="-70" dirty="0">
                <a:solidFill>
                  <a:srgbClr val="282833"/>
                </a:solidFill>
                <a:latin typeface="Arial"/>
                <a:cs typeface="Arial"/>
              </a:rPr>
              <a:t> </a:t>
            </a:r>
            <a:r>
              <a:rPr sz="2400" dirty="0">
                <a:solidFill>
                  <a:srgbClr val="282833"/>
                </a:solidFill>
                <a:latin typeface="Arial"/>
                <a:cs typeface="Arial"/>
              </a:rPr>
              <a:t>of</a:t>
            </a:r>
            <a:r>
              <a:rPr sz="2400" spc="-70" dirty="0">
                <a:solidFill>
                  <a:srgbClr val="282833"/>
                </a:solidFill>
                <a:latin typeface="Arial"/>
                <a:cs typeface="Arial"/>
              </a:rPr>
              <a:t> </a:t>
            </a:r>
            <a:r>
              <a:rPr sz="2400" dirty="0">
                <a:solidFill>
                  <a:srgbClr val="282833"/>
                </a:solidFill>
                <a:latin typeface="Arial"/>
                <a:cs typeface="Arial"/>
              </a:rPr>
              <a:t>the</a:t>
            </a:r>
            <a:r>
              <a:rPr sz="2400" spc="-75" dirty="0">
                <a:solidFill>
                  <a:srgbClr val="282833"/>
                </a:solidFill>
                <a:latin typeface="Arial"/>
                <a:cs typeface="Arial"/>
              </a:rPr>
              <a:t> </a:t>
            </a:r>
            <a:r>
              <a:rPr sz="2400" dirty="0">
                <a:solidFill>
                  <a:srgbClr val="282833"/>
                </a:solidFill>
                <a:latin typeface="Arial"/>
                <a:cs typeface="Arial"/>
              </a:rPr>
              <a:t>framework</a:t>
            </a:r>
            <a:r>
              <a:rPr sz="2400" spc="-70" dirty="0">
                <a:solidFill>
                  <a:srgbClr val="282833"/>
                </a:solidFill>
                <a:latin typeface="Arial"/>
                <a:cs typeface="Arial"/>
              </a:rPr>
              <a:t> </a:t>
            </a:r>
            <a:r>
              <a:rPr sz="2400" spc="-10" dirty="0">
                <a:solidFill>
                  <a:srgbClr val="282833"/>
                </a:solidFill>
                <a:latin typeface="Arial"/>
                <a:cs typeface="Arial"/>
              </a:rPr>
              <a:t>represent 	</a:t>
            </a:r>
            <a:r>
              <a:rPr sz="2400" dirty="0">
                <a:solidFill>
                  <a:srgbClr val="282833"/>
                </a:solidFill>
                <a:latin typeface="Arial"/>
                <a:cs typeface="Arial"/>
              </a:rPr>
              <a:t>the</a:t>
            </a:r>
            <a:r>
              <a:rPr sz="2400" spc="-70" dirty="0">
                <a:solidFill>
                  <a:srgbClr val="282833"/>
                </a:solidFill>
                <a:latin typeface="Arial"/>
                <a:cs typeface="Arial"/>
              </a:rPr>
              <a:t> </a:t>
            </a:r>
            <a:r>
              <a:rPr sz="2400" dirty="0">
                <a:solidFill>
                  <a:srgbClr val="282833"/>
                </a:solidFill>
                <a:latin typeface="Arial"/>
                <a:cs typeface="Arial"/>
              </a:rPr>
              <a:t>various</a:t>
            </a:r>
            <a:r>
              <a:rPr sz="2400" spc="-70" dirty="0">
                <a:solidFill>
                  <a:srgbClr val="282833"/>
                </a:solidFill>
                <a:latin typeface="Arial"/>
                <a:cs typeface="Arial"/>
              </a:rPr>
              <a:t> </a:t>
            </a:r>
            <a:r>
              <a:rPr sz="2400" dirty="0">
                <a:solidFill>
                  <a:srgbClr val="282833"/>
                </a:solidFill>
                <a:latin typeface="Arial"/>
                <a:cs typeface="Arial"/>
              </a:rPr>
              <a:t>resources</a:t>
            </a:r>
            <a:r>
              <a:rPr sz="2400" spc="-50" dirty="0">
                <a:solidFill>
                  <a:srgbClr val="282833"/>
                </a:solidFill>
                <a:latin typeface="Arial"/>
                <a:cs typeface="Arial"/>
              </a:rPr>
              <a:t> </a:t>
            </a:r>
            <a:r>
              <a:rPr sz="2400" dirty="0">
                <a:solidFill>
                  <a:srgbClr val="282833"/>
                </a:solidFill>
                <a:latin typeface="Arial"/>
                <a:cs typeface="Arial"/>
              </a:rPr>
              <a:t>that</a:t>
            </a:r>
            <a:r>
              <a:rPr sz="2400" spc="-65" dirty="0">
                <a:solidFill>
                  <a:srgbClr val="282833"/>
                </a:solidFill>
                <a:latin typeface="Arial"/>
                <a:cs typeface="Arial"/>
              </a:rPr>
              <a:t> </a:t>
            </a:r>
            <a:r>
              <a:rPr sz="2400" dirty="0">
                <a:solidFill>
                  <a:srgbClr val="282833"/>
                </a:solidFill>
                <a:latin typeface="Arial"/>
                <a:cs typeface="Arial"/>
              </a:rPr>
              <a:t>are</a:t>
            </a:r>
            <a:r>
              <a:rPr sz="2400" spc="-70" dirty="0">
                <a:solidFill>
                  <a:srgbClr val="282833"/>
                </a:solidFill>
                <a:latin typeface="Arial"/>
                <a:cs typeface="Arial"/>
              </a:rPr>
              <a:t> </a:t>
            </a:r>
            <a:r>
              <a:rPr sz="2400" dirty="0">
                <a:solidFill>
                  <a:srgbClr val="282833"/>
                </a:solidFill>
                <a:latin typeface="Arial"/>
                <a:cs typeface="Arial"/>
              </a:rPr>
              <a:t>needed</a:t>
            </a:r>
            <a:r>
              <a:rPr sz="2400" spc="-50" dirty="0">
                <a:solidFill>
                  <a:srgbClr val="282833"/>
                </a:solidFill>
                <a:latin typeface="Arial"/>
                <a:cs typeface="Arial"/>
              </a:rPr>
              <a:t> </a:t>
            </a:r>
            <a:r>
              <a:rPr sz="2400" dirty="0">
                <a:solidFill>
                  <a:srgbClr val="282833"/>
                </a:solidFill>
                <a:latin typeface="Arial"/>
                <a:cs typeface="Arial"/>
              </a:rPr>
              <a:t>to</a:t>
            </a:r>
            <a:r>
              <a:rPr sz="2400" spc="-70" dirty="0">
                <a:solidFill>
                  <a:srgbClr val="282833"/>
                </a:solidFill>
                <a:latin typeface="Arial"/>
                <a:cs typeface="Arial"/>
              </a:rPr>
              <a:t> </a:t>
            </a:r>
            <a:r>
              <a:rPr sz="2400" dirty="0">
                <a:solidFill>
                  <a:srgbClr val="282833"/>
                </a:solidFill>
                <a:latin typeface="Arial"/>
                <a:cs typeface="Arial"/>
              </a:rPr>
              <a:t>create</a:t>
            </a:r>
            <a:r>
              <a:rPr sz="2400" spc="-70" dirty="0">
                <a:solidFill>
                  <a:srgbClr val="282833"/>
                </a:solidFill>
                <a:latin typeface="Arial"/>
                <a:cs typeface="Arial"/>
              </a:rPr>
              <a:t> </a:t>
            </a:r>
            <a:r>
              <a:rPr sz="2400" spc="-25" dirty="0">
                <a:solidFill>
                  <a:srgbClr val="282833"/>
                </a:solidFill>
                <a:latin typeface="Arial"/>
                <a:cs typeface="Arial"/>
              </a:rPr>
              <a:t>and 	</a:t>
            </a:r>
            <a:r>
              <a:rPr sz="2400" dirty="0">
                <a:solidFill>
                  <a:srgbClr val="282833"/>
                </a:solidFill>
                <a:latin typeface="Arial"/>
                <a:cs typeface="Arial"/>
              </a:rPr>
              <a:t>maintain</a:t>
            </a:r>
            <a:r>
              <a:rPr sz="2400" spc="-70" dirty="0">
                <a:solidFill>
                  <a:srgbClr val="282833"/>
                </a:solidFill>
                <a:latin typeface="Arial"/>
                <a:cs typeface="Arial"/>
              </a:rPr>
              <a:t> </a:t>
            </a:r>
            <a:r>
              <a:rPr sz="2400" dirty="0">
                <a:solidFill>
                  <a:srgbClr val="282833"/>
                </a:solidFill>
                <a:latin typeface="Arial"/>
                <a:cs typeface="Arial"/>
              </a:rPr>
              <a:t>the</a:t>
            </a:r>
            <a:r>
              <a:rPr sz="2400" spc="-85" dirty="0">
                <a:solidFill>
                  <a:srgbClr val="282833"/>
                </a:solidFill>
                <a:latin typeface="Arial"/>
                <a:cs typeface="Arial"/>
              </a:rPr>
              <a:t> </a:t>
            </a:r>
            <a:r>
              <a:rPr sz="2400" dirty="0">
                <a:solidFill>
                  <a:srgbClr val="282833"/>
                </a:solidFill>
                <a:latin typeface="Arial"/>
                <a:cs typeface="Arial"/>
              </a:rPr>
              <a:t>operation</a:t>
            </a:r>
            <a:r>
              <a:rPr sz="2400" spc="-70" dirty="0">
                <a:solidFill>
                  <a:srgbClr val="282833"/>
                </a:solidFill>
                <a:latin typeface="Arial"/>
                <a:cs typeface="Arial"/>
              </a:rPr>
              <a:t> </a:t>
            </a:r>
            <a:r>
              <a:rPr sz="2400" dirty="0">
                <a:solidFill>
                  <a:srgbClr val="282833"/>
                </a:solidFill>
                <a:latin typeface="Arial"/>
                <a:cs typeface="Arial"/>
              </a:rPr>
              <a:t>of</a:t>
            </a:r>
            <a:r>
              <a:rPr sz="2400" spc="-85" dirty="0">
                <a:solidFill>
                  <a:srgbClr val="282833"/>
                </a:solidFill>
                <a:latin typeface="Arial"/>
                <a:cs typeface="Arial"/>
              </a:rPr>
              <a:t> </a:t>
            </a:r>
            <a:r>
              <a:rPr sz="2400" dirty="0">
                <a:solidFill>
                  <a:srgbClr val="282833"/>
                </a:solidFill>
                <a:latin typeface="Arial"/>
                <a:cs typeface="Arial"/>
              </a:rPr>
              <a:t>the</a:t>
            </a:r>
            <a:r>
              <a:rPr sz="2400" spc="-90" dirty="0">
                <a:solidFill>
                  <a:srgbClr val="282833"/>
                </a:solidFill>
                <a:latin typeface="Arial"/>
                <a:cs typeface="Arial"/>
              </a:rPr>
              <a:t> </a:t>
            </a:r>
            <a:r>
              <a:rPr sz="2400" dirty="0">
                <a:solidFill>
                  <a:srgbClr val="282833"/>
                </a:solidFill>
                <a:latin typeface="Arial"/>
                <a:cs typeface="Arial"/>
              </a:rPr>
              <a:t>blockchain</a:t>
            </a:r>
            <a:r>
              <a:rPr sz="2400" spc="-70" dirty="0">
                <a:solidFill>
                  <a:srgbClr val="282833"/>
                </a:solidFill>
                <a:latin typeface="Arial"/>
                <a:cs typeface="Arial"/>
              </a:rPr>
              <a:t> </a:t>
            </a:r>
            <a:r>
              <a:rPr sz="2400" spc="-10" dirty="0">
                <a:solidFill>
                  <a:srgbClr val="282833"/>
                </a:solidFill>
                <a:latin typeface="Arial"/>
                <a:cs typeface="Arial"/>
              </a:rPr>
              <a:t>collaborative 	</a:t>
            </a:r>
            <a:r>
              <a:rPr sz="2400" dirty="0">
                <a:solidFill>
                  <a:srgbClr val="282833"/>
                </a:solidFill>
                <a:latin typeface="Arial"/>
                <a:cs typeface="Arial"/>
              </a:rPr>
              <a:t>network</a:t>
            </a:r>
            <a:r>
              <a:rPr sz="2400" spc="-40" dirty="0">
                <a:solidFill>
                  <a:srgbClr val="282833"/>
                </a:solidFill>
                <a:latin typeface="Arial"/>
                <a:cs typeface="Arial"/>
              </a:rPr>
              <a:t> </a:t>
            </a:r>
            <a:r>
              <a:rPr sz="2400" dirty="0">
                <a:solidFill>
                  <a:srgbClr val="282833"/>
                </a:solidFill>
                <a:latin typeface="Arial"/>
                <a:cs typeface="Arial"/>
              </a:rPr>
              <a:t>–</a:t>
            </a:r>
            <a:r>
              <a:rPr sz="2400" spc="-45" dirty="0">
                <a:solidFill>
                  <a:srgbClr val="282833"/>
                </a:solidFill>
                <a:latin typeface="Arial"/>
                <a:cs typeface="Arial"/>
              </a:rPr>
              <a:t> </a:t>
            </a:r>
            <a:r>
              <a:rPr sz="2400" dirty="0">
                <a:solidFill>
                  <a:srgbClr val="282833"/>
                </a:solidFill>
                <a:latin typeface="Arial"/>
                <a:cs typeface="Arial"/>
              </a:rPr>
              <a:t>the</a:t>
            </a:r>
            <a:r>
              <a:rPr sz="2400" spc="-35" dirty="0">
                <a:solidFill>
                  <a:srgbClr val="282833"/>
                </a:solidFill>
                <a:latin typeface="Arial"/>
                <a:cs typeface="Arial"/>
              </a:rPr>
              <a:t> </a:t>
            </a:r>
            <a:r>
              <a:rPr sz="2400" spc="-10" dirty="0">
                <a:solidFill>
                  <a:srgbClr val="282833"/>
                </a:solidFill>
                <a:latin typeface="Arial"/>
                <a:cs typeface="Arial"/>
              </a:rPr>
              <a:t>‘what’</a:t>
            </a:r>
            <a:r>
              <a:rPr sz="2400" spc="-120" dirty="0">
                <a:solidFill>
                  <a:srgbClr val="282833"/>
                </a:solidFill>
                <a:latin typeface="Arial"/>
                <a:cs typeface="Arial"/>
              </a:rPr>
              <a:t> </a:t>
            </a:r>
            <a:r>
              <a:rPr sz="2400" dirty="0">
                <a:solidFill>
                  <a:srgbClr val="282833"/>
                </a:solidFill>
                <a:latin typeface="Arial"/>
                <a:cs typeface="Arial"/>
              </a:rPr>
              <a:t>of</a:t>
            </a:r>
            <a:r>
              <a:rPr sz="2400" spc="-35" dirty="0">
                <a:solidFill>
                  <a:srgbClr val="282833"/>
                </a:solidFill>
                <a:latin typeface="Arial"/>
                <a:cs typeface="Arial"/>
              </a:rPr>
              <a:t> </a:t>
            </a:r>
            <a:r>
              <a:rPr sz="2400" dirty="0">
                <a:solidFill>
                  <a:srgbClr val="282833"/>
                </a:solidFill>
                <a:latin typeface="Arial"/>
                <a:cs typeface="Arial"/>
              </a:rPr>
              <a:t>the</a:t>
            </a:r>
            <a:r>
              <a:rPr sz="2400" spc="-35" dirty="0">
                <a:solidFill>
                  <a:srgbClr val="282833"/>
                </a:solidFill>
                <a:latin typeface="Arial"/>
                <a:cs typeface="Arial"/>
              </a:rPr>
              <a:t> </a:t>
            </a:r>
            <a:r>
              <a:rPr sz="2400" spc="-10" dirty="0">
                <a:solidFill>
                  <a:srgbClr val="282833"/>
                </a:solidFill>
                <a:latin typeface="Arial"/>
                <a:cs typeface="Arial"/>
              </a:rPr>
              <a:t>network.</a:t>
            </a:r>
            <a:endParaRPr sz="2400" dirty="0">
              <a:latin typeface="Arial"/>
              <a:cs typeface="Arial"/>
            </a:endParaRPr>
          </a:p>
          <a:p>
            <a:pPr marL="194310" indent="-181610">
              <a:spcBef>
                <a:spcPts val="2305"/>
              </a:spcBef>
              <a:buClr>
                <a:srgbClr val="93A299"/>
              </a:buClr>
              <a:buSzPct val="83333"/>
              <a:buFont typeface="Arial"/>
              <a:buChar char="•"/>
              <a:tabLst>
                <a:tab pos="194310" algn="l"/>
              </a:tabLst>
            </a:pPr>
            <a:r>
              <a:rPr sz="2400" i="1" dirty="0">
                <a:solidFill>
                  <a:srgbClr val="282833"/>
                </a:solidFill>
                <a:latin typeface="Arial"/>
                <a:cs typeface="Arial"/>
              </a:rPr>
              <a:t>Network:</a:t>
            </a:r>
            <a:r>
              <a:rPr sz="2400" i="1" spc="-135" dirty="0">
                <a:solidFill>
                  <a:srgbClr val="282833"/>
                </a:solidFill>
                <a:latin typeface="Arial"/>
                <a:cs typeface="Arial"/>
              </a:rPr>
              <a:t> </a:t>
            </a:r>
            <a:r>
              <a:rPr sz="2400" i="1" dirty="0">
                <a:solidFill>
                  <a:srgbClr val="282833"/>
                </a:solidFill>
                <a:latin typeface="Arial"/>
                <a:cs typeface="Arial"/>
              </a:rPr>
              <a:t>Blockchain</a:t>
            </a:r>
            <a:r>
              <a:rPr sz="2400" i="1" spc="-130" dirty="0">
                <a:solidFill>
                  <a:srgbClr val="282833"/>
                </a:solidFill>
                <a:latin typeface="Arial"/>
                <a:cs typeface="Arial"/>
              </a:rPr>
              <a:t> </a:t>
            </a:r>
            <a:r>
              <a:rPr sz="2400" i="1" spc="-10" dirty="0">
                <a:solidFill>
                  <a:srgbClr val="282833"/>
                </a:solidFill>
                <a:latin typeface="Arial"/>
                <a:cs typeface="Arial"/>
              </a:rPr>
              <a:t>Platform</a:t>
            </a:r>
            <a:endParaRPr sz="2400" dirty="0">
              <a:latin typeface="Arial"/>
              <a:cs typeface="Arial"/>
            </a:endParaRPr>
          </a:p>
          <a:p>
            <a:pPr marL="195580" marR="332105">
              <a:spcBef>
                <a:spcPts val="10"/>
              </a:spcBef>
            </a:pPr>
            <a:r>
              <a:rPr sz="2200" dirty="0">
                <a:solidFill>
                  <a:srgbClr val="282833"/>
                </a:solidFill>
                <a:latin typeface="Arial"/>
                <a:cs typeface="Arial"/>
              </a:rPr>
              <a:t>There</a:t>
            </a:r>
            <a:r>
              <a:rPr sz="2200" spc="-35" dirty="0">
                <a:solidFill>
                  <a:srgbClr val="282833"/>
                </a:solidFill>
                <a:latin typeface="Arial"/>
                <a:cs typeface="Arial"/>
              </a:rPr>
              <a:t> </a:t>
            </a:r>
            <a:r>
              <a:rPr sz="2200" dirty="0">
                <a:solidFill>
                  <a:srgbClr val="282833"/>
                </a:solidFill>
                <a:latin typeface="Arial"/>
                <a:cs typeface="Arial"/>
              </a:rPr>
              <a:t>are</a:t>
            </a:r>
            <a:r>
              <a:rPr sz="2200" spc="-45" dirty="0">
                <a:solidFill>
                  <a:srgbClr val="282833"/>
                </a:solidFill>
                <a:latin typeface="Arial"/>
                <a:cs typeface="Arial"/>
              </a:rPr>
              <a:t> </a:t>
            </a:r>
            <a:r>
              <a:rPr sz="2200" dirty="0">
                <a:solidFill>
                  <a:srgbClr val="282833"/>
                </a:solidFill>
                <a:latin typeface="Arial"/>
                <a:cs typeface="Arial"/>
              </a:rPr>
              <a:t>a</a:t>
            </a:r>
            <a:r>
              <a:rPr sz="2200" spc="-45" dirty="0">
                <a:solidFill>
                  <a:srgbClr val="282833"/>
                </a:solidFill>
                <a:latin typeface="Arial"/>
                <a:cs typeface="Arial"/>
              </a:rPr>
              <a:t> </a:t>
            </a:r>
            <a:r>
              <a:rPr sz="2200" dirty="0">
                <a:solidFill>
                  <a:srgbClr val="282833"/>
                </a:solidFill>
                <a:latin typeface="Arial"/>
                <a:cs typeface="Arial"/>
              </a:rPr>
              <a:t>number</a:t>
            </a:r>
            <a:r>
              <a:rPr sz="2200" spc="-35" dirty="0">
                <a:solidFill>
                  <a:srgbClr val="282833"/>
                </a:solidFill>
                <a:latin typeface="Arial"/>
                <a:cs typeface="Arial"/>
              </a:rPr>
              <a:t> </a:t>
            </a:r>
            <a:r>
              <a:rPr sz="2200" dirty="0">
                <a:solidFill>
                  <a:srgbClr val="282833"/>
                </a:solidFill>
                <a:latin typeface="Arial"/>
                <a:cs typeface="Arial"/>
              </a:rPr>
              <a:t>of</a:t>
            </a:r>
            <a:r>
              <a:rPr sz="2200" spc="-45" dirty="0">
                <a:solidFill>
                  <a:srgbClr val="282833"/>
                </a:solidFill>
                <a:latin typeface="Arial"/>
                <a:cs typeface="Arial"/>
              </a:rPr>
              <a:t> </a:t>
            </a:r>
            <a:r>
              <a:rPr sz="2200" dirty="0">
                <a:solidFill>
                  <a:srgbClr val="282833"/>
                </a:solidFill>
                <a:latin typeface="Arial"/>
                <a:cs typeface="Arial"/>
              </a:rPr>
              <a:t>blockchain</a:t>
            </a:r>
            <a:r>
              <a:rPr sz="2200" spc="-60" dirty="0">
                <a:solidFill>
                  <a:srgbClr val="282833"/>
                </a:solidFill>
                <a:latin typeface="Arial"/>
                <a:cs typeface="Arial"/>
              </a:rPr>
              <a:t> </a:t>
            </a:r>
            <a:r>
              <a:rPr sz="2200" dirty="0">
                <a:solidFill>
                  <a:srgbClr val="282833"/>
                </a:solidFill>
                <a:latin typeface="Arial"/>
                <a:cs typeface="Arial"/>
              </a:rPr>
              <a:t>platforms</a:t>
            </a:r>
            <a:r>
              <a:rPr sz="2200" spc="-45" dirty="0">
                <a:solidFill>
                  <a:srgbClr val="282833"/>
                </a:solidFill>
                <a:latin typeface="Arial"/>
                <a:cs typeface="Arial"/>
              </a:rPr>
              <a:t> </a:t>
            </a:r>
            <a:r>
              <a:rPr sz="2200" dirty="0">
                <a:solidFill>
                  <a:srgbClr val="282833"/>
                </a:solidFill>
                <a:latin typeface="Arial"/>
                <a:cs typeface="Arial"/>
              </a:rPr>
              <a:t>available</a:t>
            </a:r>
            <a:r>
              <a:rPr sz="2200" spc="-60" dirty="0">
                <a:solidFill>
                  <a:srgbClr val="282833"/>
                </a:solidFill>
                <a:latin typeface="Arial"/>
                <a:cs typeface="Arial"/>
              </a:rPr>
              <a:t> </a:t>
            </a:r>
            <a:r>
              <a:rPr sz="2200" dirty="0">
                <a:solidFill>
                  <a:srgbClr val="282833"/>
                </a:solidFill>
                <a:latin typeface="Arial"/>
                <a:cs typeface="Arial"/>
              </a:rPr>
              <a:t>so</a:t>
            </a:r>
            <a:r>
              <a:rPr sz="2200" spc="-45" dirty="0">
                <a:solidFill>
                  <a:srgbClr val="282833"/>
                </a:solidFill>
                <a:latin typeface="Arial"/>
                <a:cs typeface="Arial"/>
              </a:rPr>
              <a:t> </a:t>
            </a:r>
            <a:r>
              <a:rPr sz="2200" spc="-50" dirty="0">
                <a:solidFill>
                  <a:srgbClr val="282833"/>
                </a:solidFill>
                <a:latin typeface="Arial"/>
                <a:cs typeface="Arial"/>
              </a:rPr>
              <a:t>a </a:t>
            </a:r>
            <a:r>
              <a:rPr sz="2200" dirty="0">
                <a:solidFill>
                  <a:srgbClr val="282833"/>
                </a:solidFill>
                <a:latin typeface="Arial"/>
                <a:cs typeface="Arial"/>
              </a:rPr>
              <a:t>choice</a:t>
            </a:r>
            <a:r>
              <a:rPr sz="2200" spc="-45" dirty="0">
                <a:solidFill>
                  <a:srgbClr val="282833"/>
                </a:solidFill>
                <a:latin typeface="Arial"/>
                <a:cs typeface="Arial"/>
              </a:rPr>
              <a:t> </a:t>
            </a:r>
            <a:r>
              <a:rPr sz="2200" dirty="0">
                <a:solidFill>
                  <a:srgbClr val="282833"/>
                </a:solidFill>
                <a:latin typeface="Arial"/>
                <a:cs typeface="Arial"/>
              </a:rPr>
              <a:t>must</a:t>
            </a:r>
            <a:r>
              <a:rPr sz="2200" spc="-40" dirty="0">
                <a:solidFill>
                  <a:srgbClr val="282833"/>
                </a:solidFill>
                <a:latin typeface="Arial"/>
                <a:cs typeface="Arial"/>
              </a:rPr>
              <a:t> </a:t>
            </a:r>
            <a:r>
              <a:rPr sz="2200" dirty="0">
                <a:solidFill>
                  <a:srgbClr val="282833"/>
                </a:solidFill>
                <a:latin typeface="Arial"/>
                <a:cs typeface="Arial"/>
              </a:rPr>
              <a:t>be</a:t>
            </a:r>
            <a:r>
              <a:rPr sz="2200" spc="-35" dirty="0">
                <a:solidFill>
                  <a:srgbClr val="282833"/>
                </a:solidFill>
                <a:latin typeface="Arial"/>
                <a:cs typeface="Arial"/>
              </a:rPr>
              <a:t> </a:t>
            </a:r>
            <a:r>
              <a:rPr sz="2200" dirty="0">
                <a:solidFill>
                  <a:srgbClr val="282833"/>
                </a:solidFill>
                <a:latin typeface="Arial"/>
                <a:cs typeface="Arial"/>
              </a:rPr>
              <a:t>made</a:t>
            </a:r>
            <a:r>
              <a:rPr sz="2200" spc="-30" dirty="0">
                <a:solidFill>
                  <a:srgbClr val="282833"/>
                </a:solidFill>
                <a:latin typeface="Arial"/>
                <a:cs typeface="Arial"/>
              </a:rPr>
              <a:t> </a:t>
            </a:r>
            <a:r>
              <a:rPr sz="2200" dirty="0">
                <a:solidFill>
                  <a:srgbClr val="282833"/>
                </a:solidFill>
                <a:latin typeface="Arial"/>
                <a:cs typeface="Arial"/>
              </a:rPr>
              <a:t>as</a:t>
            </a:r>
            <a:r>
              <a:rPr sz="2200" spc="-45" dirty="0">
                <a:solidFill>
                  <a:srgbClr val="282833"/>
                </a:solidFill>
                <a:latin typeface="Arial"/>
                <a:cs typeface="Arial"/>
              </a:rPr>
              <a:t> </a:t>
            </a:r>
            <a:r>
              <a:rPr sz="2200" dirty="0">
                <a:solidFill>
                  <a:srgbClr val="282833"/>
                </a:solidFill>
                <a:latin typeface="Arial"/>
                <a:cs typeface="Arial"/>
              </a:rPr>
              <a:t>to</a:t>
            </a:r>
            <a:r>
              <a:rPr sz="2200" spc="-30" dirty="0">
                <a:solidFill>
                  <a:srgbClr val="282833"/>
                </a:solidFill>
                <a:latin typeface="Arial"/>
                <a:cs typeface="Arial"/>
              </a:rPr>
              <a:t> </a:t>
            </a:r>
            <a:r>
              <a:rPr sz="2200" dirty="0">
                <a:solidFill>
                  <a:srgbClr val="282833"/>
                </a:solidFill>
                <a:latin typeface="Arial"/>
                <a:cs typeface="Arial"/>
              </a:rPr>
              <a:t>which</a:t>
            </a:r>
            <a:r>
              <a:rPr sz="2200" spc="-55" dirty="0">
                <a:solidFill>
                  <a:srgbClr val="282833"/>
                </a:solidFill>
                <a:latin typeface="Arial"/>
                <a:cs typeface="Arial"/>
              </a:rPr>
              <a:t> </a:t>
            </a:r>
            <a:r>
              <a:rPr sz="2200" dirty="0">
                <a:solidFill>
                  <a:srgbClr val="282833"/>
                </a:solidFill>
                <a:latin typeface="Arial"/>
                <a:cs typeface="Arial"/>
              </a:rPr>
              <a:t>platform</a:t>
            </a:r>
            <a:r>
              <a:rPr sz="2200" spc="-30" dirty="0">
                <a:solidFill>
                  <a:srgbClr val="282833"/>
                </a:solidFill>
                <a:latin typeface="Arial"/>
                <a:cs typeface="Arial"/>
              </a:rPr>
              <a:t> </a:t>
            </a:r>
            <a:r>
              <a:rPr sz="2200" dirty="0">
                <a:solidFill>
                  <a:srgbClr val="282833"/>
                </a:solidFill>
                <a:latin typeface="Arial"/>
                <a:cs typeface="Arial"/>
              </a:rPr>
              <a:t>the</a:t>
            </a:r>
            <a:r>
              <a:rPr sz="2200" spc="-35" dirty="0">
                <a:solidFill>
                  <a:srgbClr val="282833"/>
                </a:solidFill>
                <a:latin typeface="Arial"/>
                <a:cs typeface="Arial"/>
              </a:rPr>
              <a:t> </a:t>
            </a:r>
            <a:r>
              <a:rPr sz="2200" spc="-10" dirty="0">
                <a:solidFill>
                  <a:srgbClr val="282833"/>
                </a:solidFill>
                <a:latin typeface="Arial"/>
                <a:cs typeface="Arial"/>
              </a:rPr>
              <a:t>collaborative </a:t>
            </a:r>
            <a:r>
              <a:rPr sz="2200" dirty="0">
                <a:solidFill>
                  <a:srgbClr val="282833"/>
                </a:solidFill>
                <a:latin typeface="Arial"/>
                <a:cs typeface="Arial"/>
              </a:rPr>
              <a:t>network</a:t>
            </a:r>
            <a:r>
              <a:rPr sz="2200" spc="-35" dirty="0">
                <a:solidFill>
                  <a:srgbClr val="282833"/>
                </a:solidFill>
                <a:latin typeface="Arial"/>
                <a:cs typeface="Arial"/>
              </a:rPr>
              <a:t> </a:t>
            </a:r>
            <a:r>
              <a:rPr sz="2200" dirty="0">
                <a:solidFill>
                  <a:srgbClr val="282833"/>
                </a:solidFill>
                <a:latin typeface="Arial"/>
                <a:cs typeface="Arial"/>
              </a:rPr>
              <a:t>will</a:t>
            </a:r>
            <a:r>
              <a:rPr sz="2200" spc="-60" dirty="0">
                <a:solidFill>
                  <a:srgbClr val="282833"/>
                </a:solidFill>
                <a:latin typeface="Arial"/>
                <a:cs typeface="Arial"/>
              </a:rPr>
              <a:t> </a:t>
            </a:r>
            <a:r>
              <a:rPr sz="2200" spc="-10" dirty="0">
                <a:solidFill>
                  <a:srgbClr val="282833"/>
                </a:solidFill>
                <a:latin typeface="Arial"/>
                <a:cs typeface="Arial"/>
              </a:rPr>
              <a:t>utilize.</a:t>
            </a:r>
            <a:endParaRPr sz="2200" dirty="0">
              <a:latin typeface="Arial"/>
              <a:cs typeface="Arial"/>
            </a:endParaRPr>
          </a:p>
          <a:p>
            <a:pPr marL="195580" marR="312420"/>
            <a:r>
              <a:rPr sz="2200" dirty="0">
                <a:solidFill>
                  <a:srgbClr val="282833"/>
                </a:solidFill>
                <a:latin typeface="Arial"/>
                <a:cs typeface="Arial"/>
              </a:rPr>
              <a:t>If</a:t>
            </a:r>
            <a:r>
              <a:rPr sz="2200" spc="-35" dirty="0">
                <a:solidFill>
                  <a:srgbClr val="282833"/>
                </a:solidFill>
                <a:latin typeface="Arial"/>
                <a:cs typeface="Arial"/>
              </a:rPr>
              <a:t> </a:t>
            </a:r>
            <a:r>
              <a:rPr sz="2200" dirty="0">
                <a:solidFill>
                  <a:srgbClr val="282833"/>
                </a:solidFill>
                <a:latin typeface="Arial"/>
                <a:cs typeface="Arial"/>
              </a:rPr>
              <a:t>smart</a:t>
            </a:r>
            <a:r>
              <a:rPr sz="2200" spc="-30" dirty="0">
                <a:solidFill>
                  <a:srgbClr val="282833"/>
                </a:solidFill>
                <a:latin typeface="Arial"/>
                <a:cs typeface="Arial"/>
              </a:rPr>
              <a:t> </a:t>
            </a:r>
            <a:r>
              <a:rPr sz="2200" dirty="0">
                <a:solidFill>
                  <a:srgbClr val="282833"/>
                </a:solidFill>
                <a:latin typeface="Arial"/>
                <a:cs typeface="Arial"/>
              </a:rPr>
              <a:t>contracts</a:t>
            </a:r>
            <a:r>
              <a:rPr sz="2200" spc="-30" dirty="0">
                <a:solidFill>
                  <a:srgbClr val="282833"/>
                </a:solidFill>
                <a:latin typeface="Arial"/>
                <a:cs typeface="Arial"/>
              </a:rPr>
              <a:t> </a:t>
            </a:r>
            <a:r>
              <a:rPr sz="2200" dirty="0">
                <a:solidFill>
                  <a:srgbClr val="282833"/>
                </a:solidFill>
                <a:latin typeface="Arial"/>
                <a:cs typeface="Arial"/>
              </a:rPr>
              <a:t>are</a:t>
            </a:r>
            <a:r>
              <a:rPr sz="2200" spc="-35" dirty="0">
                <a:solidFill>
                  <a:srgbClr val="282833"/>
                </a:solidFill>
                <a:latin typeface="Arial"/>
                <a:cs typeface="Arial"/>
              </a:rPr>
              <a:t> </a:t>
            </a:r>
            <a:r>
              <a:rPr sz="2200" dirty="0">
                <a:solidFill>
                  <a:srgbClr val="282833"/>
                </a:solidFill>
                <a:latin typeface="Arial"/>
                <a:cs typeface="Arial"/>
              </a:rPr>
              <a:t>required,</a:t>
            </a:r>
            <a:r>
              <a:rPr sz="2200" spc="-30" dirty="0">
                <a:solidFill>
                  <a:srgbClr val="282833"/>
                </a:solidFill>
                <a:latin typeface="Arial"/>
                <a:cs typeface="Arial"/>
              </a:rPr>
              <a:t> </a:t>
            </a:r>
            <a:r>
              <a:rPr sz="2200" dirty="0">
                <a:solidFill>
                  <a:srgbClr val="282833"/>
                </a:solidFill>
                <a:latin typeface="Arial"/>
                <a:cs typeface="Arial"/>
              </a:rPr>
              <a:t>the</a:t>
            </a:r>
            <a:r>
              <a:rPr sz="2200" spc="-30" dirty="0">
                <a:solidFill>
                  <a:srgbClr val="282833"/>
                </a:solidFill>
                <a:latin typeface="Arial"/>
                <a:cs typeface="Arial"/>
              </a:rPr>
              <a:t> </a:t>
            </a:r>
            <a:r>
              <a:rPr sz="2200" dirty="0">
                <a:solidFill>
                  <a:srgbClr val="282833"/>
                </a:solidFill>
                <a:latin typeface="Arial"/>
                <a:cs typeface="Arial"/>
              </a:rPr>
              <a:t>choice</a:t>
            </a:r>
            <a:r>
              <a:rPr sz="2200" spc="-50" dirty="0">
                <a:solidFill>
                  <a:srgbClr val="282833"/>
                </a:solidFill>
                <a:latin typeface="Arial"/>
                <a:cs typeface="Arial"/>
              </a:rPr>
              <a:t> </a:t>
            </a:r>
            <a:r>
              <a:rPr sz="2200" dirty="0">
                <a:solidFill>
                  <a:srgbClr val="282833"/>
                </a:solidFill>
                <a:latin typeface="Arial"/>
                <a:cs typeface="Arial"/>
              </a:rPr>
              <a:t>will</a:t>
            </a:r>
            <a:r>
              <a:rPr sz="2200" spc="-50" dirty="0">
                <a:solidFill>
                  <a:srgbClr val="282833"/>
                </a:solidFill>
                <a:latin typeface="Arial"/>
                <a:cs typeface="Arial"/>
              </a:rPr>
              <a:t> </a:t>
            </a:r>
            <a:r>
              <a:rPr sz="2200" dirty="0">
                <a:solidFill>
                  <a:srgbClr val="282833"/>
                </a:solidFill>
                <a:latin typeface="Arial"/>
                <a:cs typeface="Arial"/>
              </a:rPr>
              <a:t>need</a:t>
            </a:r>
            <a:r>
              <a:rPr sz="2200" spc="-35" dirty="0">
                <a:solidFill>
                  <a:srgbClr val="282833"/>
                </a:solidFill>
                <a:latin typeface="Arial"/>
                <a:cs typeface="Arial"/>
              </a:rPr>
              <a:t> </a:t>
            </a:r>
            <a:r>
              <a:rPr sz="2200" dirty="0">
                <a:solidFill>
                  <a:srgbClr val="282833"/>
                </a:solidFill>
                <a:latin typeface="Arial"/>
                <a:cs typeface="Arial"/>
              </a:rPr>
              <a:t>to</a:t>
            </a:r>
            <a:r>
              <a:rPr sz="2200" spc="-30" dirty="0">
                <a:solidFill>
                  <a:srgbClr val="282833"/>
                </a:solidFill>
                <a:latin typeface="Arial"/>
                <a:cs typeface="Arial"/>
              </a:rPr>
              <a:t> </a:t>
            </a:r>
            <a:r>
              <a:rPr sz="2200" dirty="0">
                <a:solidFill>
                  <a:srgbClr val="282833"/>
                </a:solidFill>
                <a:latin typeface="Arial"/>
                <a:cs typeface="Arial"/>
              </a:rPr>
              <a:t>be</a:t>
            </a:r>
            <a:r>
              <a:rPr sz="2200" spc="-30" dirty="0">
                <a:solidFill>
                  <a:srgbClr val="282833"/>
                </a:solidFill>
                <a:latin typeface="Arial"/>
                <a:cs typeface="Arial"/>
              </a:rPr>
              <a:t> </a:t>
            </a:r>
            <a:r>
              <a:rPr sz="2200" spc="-50" dirty="0">
                <a:solidFill>
                  <a:srgbClr val="282833"/>
                </a:solidFill>
                <a:latin typeface="Arial"/>
                <a:cs typeface="Arial"/>
              </a:rPr>
              <a:t>a </a:t>
            </a:r>
            <a:r>
              <a:rPr sz="2200" dirty="0">
                <a:solidFill>
                  <a:srgbClr val="282833"/>
                </a:solidFill>
                <a:latin typeface="Arial"/>
                <a:cs typeface="Arial"/>
              </a:rPr>
              <a:t>platform</a:t>
            </a:r>
            <a:r>
              <a:rPr sz="2200" spc="-55" dirty="0">
                <a:solidFill>
                  <a:srgbClr val="282833"/>
                </a:solidFill>
                <a:latin typeface="Arial"/>
                <a:cs typeface="Arial"/>
              </a:rPr>
              <a:t> </a:t>
            </a:r>
            <a:r>
              <a:rPr sz="2200" dirty="0">
                <a:solidFill>
                  <a:srgbClr val="282833"/>
                </a:solidFill>
                <a:latin typeface="Arial"/>
                <a:cs typeface="Arial"/>
              </a:rPr>
              <a:t>that</a:t>
            </a:r>
            <a:r>
              <a:rPr sz="2200" spc="-50" dirty="0">
                <a:solidFill>
                  <a:srgbClr val="282833"/>
                </a:solidFill>
                <a:latin typeface="Arial"/>
                <a:cs typeface="Arial"/>
              </a:rPr>
              <a:t> </a:t>
            </a:r>
            <a:r>
              <a:rPr sz="2200" dirty="0">
                <a:solidFill>
                  <a:srgbClr val="282833"/>
                </a:solidFill>
                <a:latin typeface="Arial"/>
                <a:cs typeface="Arial"/>
              </a:rPr>
              <a:t>supports</a:t>
            </a:r>
            <a:r>
              <a:rPr sz="2200" spc="-50" dirty="0">
                <a:solidFill>
                  <a:srgbClr val="282833"/>
                </a:solidFill>
                <a:latin typeface="Arial"/>
                <a:cs typeface="Arial"/>
              </a:rPr>
              <a:t> </a:t>
            </a:r>
            <a:r>
              <a:rPr sz="2200" dirty="0">
                <a:solidFill>
                  <a:srgbClr val="282833"/>
                </a:solidFill>
                <a:latin typeface="Arial"/>
                <a:cs typeface="Arial"/>
              </a:rPr>
              <a:t>smart</a:t>
            </a:r>
            <a:r>
              <a:rPr sz="2200" spc="-50" dirty="0">
                <a:solidFill>
                  <a:srgbClr val="282833"/>
                </a:solidFill>
                <a:latin typeface="Arial"/>
                <a:cs typeface="Arial"/>
              </a:rPr>
              <a:t> </a:t>
            </a:r>
            <a:r>
              <a:rPr sz="2200" dirty="0">
                <a:solidFill>
                  <a:srgbClr val="282833"/>
                </a:solidFill>
                <a:latin typeface="Arial"/>
                <a:cs typeface="Arial"/>
              </a:rPr>
              <a:t>contracts</a:t>
            </a:r>
            <a:r>
              <a:rPr sz="2200" spc="-50" dirty="0">
                <a:solidFill>
                  <a:srgbClr val="282833"/>
                </a:solidFill>
                <a:latin typeface="Arial"/>
                <a:cs typeface="Arial"/>
              </a:rPr>
              <a:t> </a:t>
            </a:r>
            <a:r>
              <a:rPr sz="2200" dirty="0">
                <a:solidFill>
                  <a:srgbClr val="282833"/>
                </a:solidFill>
                <a:latin typeface="Arial"/>
                <a:cs typeface="Arial"/>
              </a:rPr>
              <a:t>such</a:t>
            </a:r>
            <a:r>
              <a:rPr sz="2200" spc="-60" dirty="0">
                <a:solidFill>
                  <a:srgbClr val="282833"/>
                </a:solidFill>
                <a:latin typeface="Arial"/>
                <a:cs typeface="Arial"/>
              </a:rPr>
              <a:t> </a:t>
            </a:r>
            <a:r>
              <a:rPr sz="2200" dirty="0">
                <a:solidFill>
                  <a:srgbClr val="282833"/>
                </a:solidFill>
                <a:latin typeface="Arial"/>
                <a:cs typeface="Arial"/>
              </a:rPr>
              <a:t>as</a:t>
            </a:r>
            <a:r>
              <a:rPr sz="2200" spc="-60" dirty="0">
                <a:solidFill>
                  <a:srgbClr val="282833"/>
                </a:solidFill>
                <a:latin typeface="Arial"/>
                <a:cs typeface="Arial"/>
              </a:rPr>
              <a:t> </a:t>
            </a:r>
            <a:r>
              <a:rPr sz="2200" dirty="0">
                <a:solidFill>
                  <a:srgbClr val="282833"/>
                </a:solidFill>
                <a:latin typeface="Arial"/>
                <a:cs typeface="Arial"/>
              </a:rPr>
              <a:t>Ethereum</a:t>
            </a:r>
            <a:r>
              <a:rPr sz="2200" spc="-50" dirty="0">
                <a:solidFill>
                  <a:srgbClr val="282833"/>
                </a:solidFill>
                <a:latin typeface="Arial"/>
                <a:cs typeface="Arial"/>
              </a:rPr>
              <a:t> </a:t>
            </a:r>
            <a:r>
              <a:rPr sz="2200" spc="-25" dirty="0">
                <a:solidFill>
                  <a:srgbClr val="282833"/>
                </a:solidFill>
                <a:latin typeface="Arial"/>
                <a:cs typeface="Arial"/>
              </a:rPr>
              <a:t>or </a:t>
            </a:r>
            <a:r>
              <a:rPr sz="2200" spc="-10" dirty="0">
                <a:solidFill>
                  <a:srgbClr val="282833"/>
                </a:solidFill>
                <a:latin typeface="Arial"/>
                <a:cs typeface="Arial"/>
              </a:rPr>
              <a:t>Hyperledger.</a:t>
            </a:r>
            <a:endParaRPr sz="2200" dirty="0">
              <a:latin typeface="Arial"/>
              <a:cs typeface="Arial"/>
            </a:endParaRPr>
          </a:p>
          <a:p>
            <a:pPr marL="195580" marR="5080"/>
            <a:r>
              <a:rPr sz="2200" dirty="0">
                <a:solidFill>
                  <a:srgbClr val="282833"/>
                </a:solidFill>
                <a:latin typeface="Arial"/>
                <a:cs typeface="Arial"/>
              </a:rPr>
              <a:t>The</a:t>
            </a:r>
            <a:r>
              <a:rPr sz="2200" spc="-25" dirty="0">
                <a:solidFill>
                  <a:srgbClr val="282833"/>
                </a:solidFill>
                <a:latin typeface="Arial"/>
                <a:cs typeface="Arial"/>
              </a:rPr>
              <a:t> </a:t>
            </a:r>
            <a:r>
              <a:rPr sz="2200" dirty="0">
                <a:solidFill>
                  <a:srgbClr val="282833"/>
                </a:solidFill>
                <a:latin typeface="Arial"/>
                <a:cs typeface="Arial"/>
              </a:rPr>
              <a:t>platform</a:t>
            </a:r>
            <a:r>
              <a:rPr sz="2200" spc="-15" dirty="0">
                <a:solidFill>
                  <a:srgbClr val="282833"/>
                </a:solidFill>
                <a:latin typeface="Arial"/>
                <a:cs typeface="Arial"/>
              </a:rPr>
              <a:t> </a:t>
            </a:r>
            <a:r>
              <a:rPr sz="2200" dirty="0">
                <a:solidFill>
                  <a:srgbClr val="282833"/>
                </a:solidFill>
                <a:latin typeface="Arial"/>
                <a:cs typeface="Arial"/>
              </a:rPr>
              <a:t>choice</a:t>
            </a:r>
            <a:r>
              <a:rPr sz="2200" spc="-40" dirty="0">
                <a:solidFill>
                  <a:srgbClr val="282833"/>
                </a:solidFill>
                <a:latin typeface="Arial"/>
                <a:cs typeface="Arial"/>
              </a:rPr>
              <a:t> </a:t>
            </a:r>
            <a:r>
              <a:rPr sz="2200" dirty="0">
                <a:solidFill>
                  <a:srgbClr val="282833"/>
                </a:solidFill>
                <a:latin typeface="Arial"/>
                <a:cs typeface="Arial"/>
              </a:rPr>
              <a:t>may</a:t>
            </a:r>
            <a:r>
              <a:rPr sz="2200" spc="-25" dirty="0">
                <a:solidFill>
                  <a:srgbClr val="282833"/>
                </a:solidFill>
                <a:latin typeface="Arial"/>
                <a:cs typeface="Arial"/>
              </a:rPr>
              <a:t> </a:t>
            </a:r>
            <a:r>
              <a:rPr sz="2200" dirty="0">
                <a:solidFill>
                  <a:srgbClr val="282833"/>
                </a:solidFill>
                <a:latin typeface="Arial"/>
                <a:cs typeface="Arial"/>
              </a:rPr>
              <a:t>also</a:t>
            </a:r>
            <a:r>
              <a:rPr sz="2200" spc="-20" dirty="0">
                <a:solidFill>
                  <a:srgbClr val="282833"/>
                </a:solidFill>
                <a:latin typeface="Arial"/>
                <a:cs typeface="Arial"/>
              </a:rPr>
              <a:t> </a:t>
            </a:r>
            <a:r>
              <a:rPr sz="2200" dirty="0">
                <a:solidFill>
                  <a:srgbClr val="282833"/>
                </a:solidFill>
                <a:latin typeface="Arial"/>
                <a:cs typeface="Arial"/>
              </a:rPr>
              <a:t>be</a:t>
            </a:r>
            <a:r>
              <a:rPr sz="2200" spc="-25" dirty="0">
                <a:solidFill>
                  <a:srgbClr val="282833"/>
                </a:solidFill>
                <a:latin typeface="Arial"/>
                <a:cs typeface="Arial"/>
              </a:rPr>
              <a:t> </a:t>
            </a:r>
            <a:r>
              <a:rPr sz="2200" dirty="0">
                <a:solidFill>
                  <a:srgbClr val="282833"/>
                </a:solidFill>
                <a:latin typeface="Arial"/>
                <a:cs typeface="Arial"/>
              </a:rPr>
              <a:t>influenced</a:t>
            </a:r>
            <a:r>
              <a:rPr sz="2200" spc="-25" dirty="0">
                <a:solidFill>
                  <a:srgbClr val="282833"/>
                </a:solidFill>
                <a:latin typeface="Arial"/>
                <a:cs typeface="Arial"/>
              </a:rPr>
              <a:t> </a:t>
            </a:r>
            <a:r>
              <a:rPr sz="2200" dirty="0">
                <a:solidFill>
                  <a:srgbClr val="282833"/>
                </a:solidFill>
                <a:latin typeface="Arial"/>
                <a:cs typeface="Arial"/>
              </a:rPr>
              <a:t>by</a:t>
            </a:r>
            <a:r>
              <a:rPr sz="2200" spc="-25" dirty="0">
                <a:solidFill>
                  <a:srgbClr val="282833"/>
                </a:solidFill>
                <a:latin typeface="Arial"/>
                <a:cs typeface="Arial"/>
              </a:rPr>
              <a:t> </a:t>
            </a:r>
            <a:r>
              <a:rPr sz="2200" dirty="0">
                <a:solidFill>
                  <a:srgbClr val="282833"/>
                </a:solidFill>
                <a:latin typeface="Arial"/>
                <a:cs typeface="Arial"/>
              </a:rPr>
              <a:t>the</a:t>
            </a:r>
            <a:r>
              <a:rPr sz="2200" spc="-20" dirty="0">
                <a:solidFill>
                  <a:srgbClr val="282833"/>
                </a:solidFill>
                <a:latin typeface="Arial"/>
                <a:cs typeface="Arial"/>
              </a:rPr>
              <a:t> </a:t>
            </a:r>
            <a:r>
              <a:rPr sz="2200" spc="-10" dirty="0">
                <a:solidFill>
                  <a:srgbClr val="282833"/>
                </a:solidFill>
                <a:latin typeface="Arial"/>
                <a:cs typeface="Arial"/>
              </a:rPr>
              <a:t>permission </a:t>
            </a:r>
            <a:r>
              <a:rPr sz="2200" dirty="0">
                <a:solidFill>
                  <a:srgbClr val="282833"/>
                </a:solidFill>
                <a:latin typeface="Arial"/>
                <a:cs typeface="Arial"/>
              </a:rPr>
              <a:t>controls</a:t>
            </a:r>
            <a:r>
              <a:rPr sz="2200" spc="-60" dirty="0">
                <a:solidFill>
                  <a:srgbClr val="282833"/>
                </a:solidFill>
                <a:latin typeface="Arial"/>
                <a:cs typeface="Arial"/>
              </a:rPr>
              <a:t> </a:t>
            </a:r>
            <a:r>
              <a:rPr sz="2200" dirty="0">
                <a:solidFill>
                  <a:srgbClr val="282833"/>
                </a:solidFill>
                <a:latin typeface="Arial"/>
                <a:cs typeface="Arial"/>
              </a:rPr>
              <a:t>required</a:t>
            </a:r>
            <a:r>
              <a:rPr sz="2200" spc="-50" dirty="0">
                <a:solidFill>
                  <a:srgbClr val="282833"/>
                </a:solidFill>
                <a:latin typeface="Arial"/>
                <a:cs typeface="Arial"/>
              </a:rPr>
              <a:t> </a:t>
            </a:r>
            <a:r>
              <a:rPr sz="2200" dirty="0">
                <a:solidFill>
                  <a:srgbClr val="282833"/>
                </a:solidFill>
                <a:latin typeface="Arial"/>
                <a:cs typeface="Arial"/>
              </a:rPr>
              <a:t>in</a:t>
            </a:r>
            <a:r>
              <a:rPr sz="2200" spc="-60" dirty="0">
                <a:solidFill>
                  <a:srgbClr val="282833"/>
                </a:solidFill>
                <a:latin typeface="Arial"/>
                <a:cs typeface="Arial"/>
              </a:rPr>
              <a:t> </a:t>
            </a:r>
            <a:r>
              <a:rPr sz="2200" dirty="0">
                <a:solidFill>
                  <a:srgbClr val="282833"/>
                </a:solidFill>
                <a:latin typeface="Arial"/>
                <a:cs typeface="Arial"/>
              </a:rPr>
              <a:t>the</a:t>
            </a:r>
            <a:r>
              <a:rPr sz="2200" spc="-60" dirty="0">
                <a:solidFill>
                  <a:srgbClr val="282833"/>
                </a:solidFill>
                <a:latin typeface="Arial"/>
                <a:cs typeface="Arial"/>
              </a:rPr>
              <a:t> </a:t>
            </a:r>
            <a:r>
              <a:rPr sz="2200" spc="-10" dirty="0">
                <a:solidFill>
                  <a:srgbClr val="282833"/>
                </a:solidFill>
                <a:latin typeface="Arial"/>
                <a:cs typeface="Arial"/>
              </a:rPr>
              <a:t>blockchain.</a:t>
            </a:r>
            <a:endParaRPr sz="22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p:nvPr/>
        </p:nvSpPr>
        <p:spPr>
          <a:xfrm>
            <a:off x="2059941" y="696722"/>
            <a:ext cx="8066405" cy="5810250"/>
          </a:xfrm>
          <a:prstGeom prst="rect">
            <a:avLst/>
          </a:prstGeom>
        </p:spPr>
        <p:txBody>
          <a:bodyPr vert="horz" wrap="square" lIns="0" tIns="12700" rIns="0" bIns="0" rtlCol="0">
            <a:spAutoFit/>
          </a:bodyPr>
          <a:lstStyle/>
          <a:p>
            <a:pPr marL="12700">
              <a:spcBef>
                <a:spcPts val="100"/>
              </a:spcBef>
            </a:pPr>
            <a:r>
              <a:rPr lang="en-US" sz="4000" spc="-100" dirty="0">
                <a:solidFill>
                  <a:srgbClr val="D2523B"/>
                </a:solidFill>
                <a:latin typeface="Arial"/>
                <a:cs typeface="Arial"/>
              </a:rPr>
              <a:t>2. </a:t>
            </a:r>
            <a:r>
              <a:rPr sz="4000" spc="-105" dirty="0">
                <a:solidFill>
                  <a:srgbClr val="D2523B"/>
                </a:solidFill>
                <a:latin typeface="Arial"/>
                <a:cs typeface="Arial"/>
              </a:rPr>
              <a:t>Componential:</a:t>
            </a:r>
            <a:r>
              <a:rPr sz="4000" spc="-80" dirty="0">
                <a:solidFill>
                  <a:srgbClr val="D2523B"/>
                </a:solidFill>
                <a:latin typeface="Arial"/>
                <a:cs typeface="Arial"/>
              </a:rPr>
              <a:t> </a:t>
            </a:r>
            <a:r>
              <a:rPr sz="4000" spc="-10" dirty="0">
                <a:solidFill>
                  <a:srgbClr val="D2523B"/>
                </a:solidFill>
                <a:latin typeface="Arial"/>
                <a:cs typeface="Arial"/>
              </a:rPr>
              <a:t>Network</a:t>
            </a:r>
            <a:endParaRPr sz="4000" dirty="0">
              <a:latin typeface="Arial"/>
              <a:cs typeface="Arial"/>
            </a:endParaRPr>
          </a:p>
          <a:p>
            <a:pPr marL="194310" indent="-181610">
              <a:spcBef>
                <a:spcPts val="1905"/>
              </a:spcBef>
              <a:buClr>
                <a:srgbClr val="93A299"/>
              </a:buClr>
              <a:buSzPct val="83333"/>
              <a:buFont typeface="Arial"/>
              <a:buChar char="•"/>
              <a:tabLst>
                <a:tab pos="194310" algn="l"/>
              </a:tabLst>
            </a:pPr>
            <a:r>
              <a:rPr sz="2400" i="1" spc="-10" dirty="0">
                <a:solidFill>
                  <a:srgbClr val="282833"/>
                </a:solidFill>
                <a:latin typeface="Arial"/>
                <a:cs typeface="Arial"/>
              </a:rPr>
              <a:t>Currency</a:t>
            </a:r>
            <a:endParaRPr sz="2400" dirty="0">
              <a:latin typeface="Arial"/>
              <a:cs typeface="Arial"/>
            </a:endParaRPr>
          </a:p>
          <a:p>
            <a:pPr marL="194945" marR="100965">
              <a:spcBef>
                <a:spcPts val="10"/>
              </a:spcBef>
            </a:pPr>
            <a:r>
              <a:rPr sz="2200" dirty="0">
                <a:solidFill>
                  <a:srgbClr val="282833"/>
                </a:solidFill>
                <a:latin typeface="Arial"/>
                <a:cs typeface="Arial"/>
              </a:rPr>
              <a:t>In</a:t>
            </a:r>
            <a:r>
              <a:rPr sz="2200" spc="-40" dirty="0">
                <a:solidFill>
                  <a:srgbClr val="282833"/>
                </a:solidFill>
                <a:latin typeface="Arial"/>
                <a:cs typeface="Arial"/>
              </a:rPr>
              <a:t> </a:t>
            </a:r>
            <a:r>
              <a:rPr sz="2200" dirty="0">
                <a:solidFill>
                  <a:srgbClr val="282833"/>
                </a:solidFill>
                <a:latin typeface="Arial"/>
                <a:cs typeface="Arial"/>
              </a:rPr>
              <a:t>some</a:t>
            </a:r>
            <a:r>
              <a:rPr sz="2200" spc="-35" dirty="0">
                <a:solidFill>
                  <a:srgbClr val="282833"/>
                </a:solidFill>
                <a:latin typeface="Arial"/>
                <a:cs typeface="Arial"/>
              </a:rPr>
              <a:t> </a:t>
            </a:r>
            <a:r>
              <a:rPr sz="2200" dirty="0">
                <a:solidFill>
                  <a:srgbClr val="282833"/>
                </a:solidFill>
                <a:latin typeface="Arial"/>
                <a:cs typeface="Arial"/>
              </a:rPr>
              <a:t>collaborative</a:t>
            </a:r>
            <a:r>
              <a:rPr sz="2200" spc="-35" dirty="0">
                <a:solidFill>
                  <a:srgbClr val="282833"/>
                </a:solidFill>
                <a:latin typeface="Arial"/>
                <a:cs typeface="Arial"/>
              </a:rPr>
              <a:t> </a:t>
            </a:r>
            <a:r>
              <a:rPr sz="2200" dirty="0">
                <a:solidFill>
                  <a:srgbClr val="282833"/>
                </a:solidFill>
                <a:latin typeface="Arial"/>
                <a:cs typeface="Arial"/>
              </a:rPr>
              <a:t>networks</a:t>
            </a:r>
            <a:r>
              <a:rPr sz="2200" spc="-35" dirty="0">
                <a:solidFill>
                  <a:srgbClr val="282833"/>
                </a:solidFill>
                <a:latin typeface="Arial"/>
                <a:cs typeface="Arial"/>
              </a:rPr>
              <a:t> </a:t>
            </a:r>
            <a:r>
              <a:rPr sz="2200" dirty="0">
                <a:solidFill>
                  <a:srgbClr val="282833"/>
                </a:solidFill>
                <a:latin typeface="Arial"/>
                <a:cs typeface="Arial"/>
              </a:rPr>
              <a:t>a</a:t>
            </a:r>
            <a:r>
              <a:rPr sz="2200" spc="-35" dirty="0">
                <a:solidFill>
                  <a:srgbClr val="282833"/>
                </a:solidFill>
                <a:latin typeface="Arial"/>
                <a:cs typeface="Arial"/>
              </a:rPr>
              <a:t> </a:t>
            </a:r>
            <a:r>
              <a:rPr sz="2200" dirty="0">
                <a:solidFill>
                  <a:srgbClr val="282833"/>
                </a:solidFill>
                <a:latin typeface="Arial"/>
                <a:cs typeface="Arial"/>
              </a:rPr>
              <a:t>currency</a:t>
            </a:r>
            <a:r>
              <a:rPr sz="2200" spc="-35" dirty="0">
                <a:solidFill>
                  <a:srgbClr val="282833"/>
                </a:solidFill>
                <a:latin typeface="Arial"/>
                <a:cs typeface="Arial"/>
              </a:rPr>
              <a:t> </a:t>
            </a:r>
            <a:r>
              <a:rPr sz="2200" dirty="0">
                <a:solidFill>
                  <a:srgbClr val="282833"/>
                </a:solidFill>
                <a:latin typeface="Arial"/>
                <a:cs typeface="Arial"/>
              </a:rPr>
              <a:t>or</a:t>
            </a:r>
            <a:r>
              <a:rPr sz="2200" spc="-25" dirty="0">
                <a:solidFill>
                  <a:srgbClr val="282833"/>
                </a:solidFill>
                <a:latin typeface="Arial"/>
                <a:cs typeface="Arial"/>
              </a:rPr>
              <a:t> </a:t>
            </a:r>
            <a:r>
              <a:rPr sz="2200" dirty="0">
                <a:solidFill>
                  <a:srgbClr val="282833"/>
                </a:solidFill>
                <a:latin typeface="Arial"/>
                <a:cs typeface="Arial"/>
              </a:rPr>
              <a:t>token</a:t>
            </a:r>
            <a:r>
              <a:rPr sz="2200" spc="-40" dirty="0">
                <a:solidFill>
                  <a:srgbClr val="282833"/>
                </a:solidFill>
                <a:latin typeface="Arial"/>
                <a:cs typeface="Arial"/>
              </a:rPr>
              <a:t> </a:t>
            </a:r>
            <a:r>
              <a:rPr sz="2200" dirty="0">
                <a:solidFill>
                  <a:srgbClr val="282833"/>
                </a:solidFill>
                <a:latin typeface="Arial"/>
                <a:cs typeface="Arial"/>
              </a:rPr>
              <a:t>will</a:t>
            </a:r>
            <a:r>
              <a:rPr sz="2200" spc="-50" dirty="0">
                <a:solidFill>
                  <a:srgbClr val="282833"/>
                </a:solidFill>
                <a:latin typeface="Arial"/>
                <a:cs typeface="Arial"/>
              </a:rPr>
              <a:t> </a:t>
            </a:r>
            <a:r>
              <a:rPr sz="2200" dirty="0">
                <a:solidFill>
                  <a:srgbClr val="282833"/>
                </a:solidFill>
                <a:latin typeface="Arial"/>
                <a:cs typeface="Arial"/>
              </a:rPr>
              <a:t>be</a:t>
            </a:r>
            <a:r>
              <a:rPr sz="2200" spc="-40" dirty="0">
                <a:solidFill>
                  <a:srgbClr val="282833"/>
                </a:solidFill>
                <a:latin typeface="Arial"/>
                <a:cs typeface="Arial"/>
              </a:rPr>
              <a:t> </a:t>
            </a:r>
            <a:r>
              <a:rPr sz="2200" spc="-50" dirty="0">
                <a:solidFill>
                  <a:srgbClr val="282833"/>
                </a:solidFill>
                <a:latin typeface="Arial"/>
                <a:cs typeface="Arial"/>
              </a:rPr>
              <a:t>a </a:t>
            </a:r>
            <a:r>
              <a:rPr sz="2200" dirty="0">
                <a:solidFill>
                  <a:srgbClr val="282833"/>
                </a:solidFill>
                <a:latin typeface="Arial"/>
                <a:cs typeface="Arial"/>
              </a:rPr>
              <a:t>key</a:t>
            </a:r>
            <a:r>
              <a:rPr sz="2200" spc="-50" dirty="0">
                <a:solidFill>
                  <a:srgbClr val="282833"/>
                </a:solidFill>
                <a:latin typeface="Arial"/>
                <a:cs typeface="Arial"/>
              </a:rPr>
              <a:t> </a:t>
            </a:r>
            <a:r>
              <a:rPr sz="2200" dirty="0">
                <a:solidFill>
                  <a:srgbClr val="282833"/>
                </a:solidFill>
                <a:latin typeface="Arial"/>
                <a:cs typeface="Arial"/>
              </a:rPr>
              <a:t>element</a:t>
            </a:r>
            <a:r>
              <a:rPr sz="2200" spc="-40" dirty="0">
                <a:solidFill>
                  <a:srgbClr val="282833"/>
                </a:solidFill>
                <a:latin typeface="Arial"/>
                <a:cs typeface="Arial"/>
              </a:rPr>
              <a:t> </a:t>
            </a:r>
            <a:r>
              <a:rPr sz="2200" dirty="0">
                <a:solidFill>
                  <a:srgbClr val="282833"/>
                </a:solidFill>
                <a:latin typeface="Arial"/>
                <a:cs typeface="Arial"/>
              </a:rPr>
              <a:t>in</a:t>
            </a:r>
            <a:r>
              <a:rPr sz="2200" spc="-45" dirty="0">
                <a:solidFill>
                  <a:srgbClr val="282833"/>
                </a:solidFill>
                <a:latin typeface="Arial"/>
                <a:cs typeface="Arial"/>
              </a:rPr>
              <a:t> </a:t>
            </a:r>
            <a:r>
              <a:rPr sz="2200" dirty="0">
                <a:solidFill>
                  <a:srgbClr val="282833"/>
                </a:solidFill>
                <a:latin typeface="Arial"/>
                <a:cs typeface="Arial"/>
              </a:rPr>
              <a:t>providing</a:t>
            </a:r>
            <a:r>
              <a:rPr sz="2200" spc="-50" dirty="0">
                <a:solidFill>
                  <a:srgbClr val="282833"/>
                </a:solidFill>
                <a:latin typeface="Arial"/>
                <a:cs typeface="Arial"/>
              </a:rPr>
              <a:t> </a:t>
            </a:r>
            <a:r>
              <a:rPr sz="2200" dirty="0">
                <a:solidFill>
                  <a:srgbClr val="282833"/>
                </a:solidFill>
                <a:latin typeface="Arial"/>
                <a:cs typeface="Arial"/>
              </a:rPr>
              <a:t>a</a:t>
            </a:r>
            <a:r>
              <a:rPr sz="2200" spc="-40" dirty="0">
                <a:solidFill>
                  <a:srgbClr val="282833"/>
                </a:solidFill>
                <a:latin typeface="Arial"/>
                <a:cs typeface="Arial"/>
              </a:rPr>
              <a:t> </a:t>
            </a:r>
            <a:r>
              <a:rPr sz="2200" dirty="0">
                <a:solidFill>
                  <a:srgbClr val="282833"/>
                </a:solidFill>
                <a:latin typeface="Arial"/>
                <a:cs typeface="Arial"/>
              </a:rPr>
              <a:t>trading</a:t>
            </a:r>
            <a:r>
              <a:rPr sz="2200" spc="-45" dirty="0">
                <a:solidFill>
                  <a:srgbClr val="282833"/>
                </a:solidFill>
                <a:latin typeface="Arial"/>
                <a:cs typeface="Arial"/>
              </a:rPr>
              <a:t> </a:t>
            </a:r>
            <a:r>
              <a:rPr sz="2200" dirty="0">
                <a:solidFill>
                  <a:srgbClr val="282833"/>
                </a:solidFill>
                <a:latin typeface="Arial"/>
                <a:cs typeface="Arial"/>
              </a:rPr>
              <a:t>or</a:t>
            </a:r>
            <a:r>
              <a:rPr sz="2200" spc="-45" dirty="0">
                <a:solidFill>
                  <a:srgbClr val="282833"/>
                </a:solidFill>
                <a:latin typeface="Arial"/>
                <a:cs typeface="Arial"/>
              </a:rPr>
              <a:t> </a:t>
            </a:r>
            <a:r>
              <a:rPr sz="2200" dirty="0">
                <a:solidFill>
                  <a:srgbClr val="282833"/>
                </a:solidFill>
                <a:latin typeface="Arial"/>
                <a:cs typeface="Arial"/>
              </a:rPr>
              <a:t>payment</a:t>
            </a:r>
            <a:r>
              <a:rPr sz="2200" spc="-40" dirty="0">
                <a:solidFill>
                  <a:srgbClr val="282833"/>
                </a:solidFill>
                <a:latin typeface="Arial"/>
                <a:cs typeface="Arial"/>
              </a:rPr>
              <a:t> </a:t>
            </a:r>
            <a:r>
              <a:rPr sz="2200" spc="-10" dirty="0">
                <a:solidFill>
                  <a:srgbClr val="282833"/>
                </a:solidFill>
                <a:latin typeface="Arial"/>
                <a:cs typeface="Arial"/>
              </a:rPr>
              <a:t>mechanism </a:t>
            </a:r>
            <a:r>
              <a:rPr sz="2200" dirty="0">
                <a:solidFill>
                  <a:srgbClr val="282833"/>
                </a:solidFill>
                <a:latin typeface="Arial"/>
                <a:cs typeface="Arial"/>
              </a:rPr>
              <a:t>between</a:t>
            </a:r>
            <a:r>
              <a:rPr sz="2200" spc="-65" dirty="0">
                <a:solidFill>
                  <a:srgbClr val="282833"/>
                </a:solidFill>
                <a:latin typeface="Arial"/>
                <a:cs typeface="Arial"/>
              </a:rPr>
              <a:t> </a:t>
            </a:r>
            <a:r>
              <a:rPr sz="2200" dirty="0">
                <a:solidFill>
                  <a:srgbClr val="282833"/>
                </a:solidFill>
                <a:latin typeface="Arial"/>
                <a:cs typeface="Arial"/>
              </a:rPr>
              <a:t>participants,</a:t>
            </a:r>
            <a:r>
              <a:rPr sz="2200" spc="-60" dirty="0">
                <a:solidFill>
                  <a:srgbClr val="282833"/>
                </a:solidFill>
                <a:latin typeface="Arial"/>
                <a:cs typeface="Arial"/>
              </a:rPr>
              <a:t> </a:t>
            </a:r>
            <a:r>
              <a:rPr sz="2200" dirty="0">
                <a:solidFill>
                  <a:srgbClr val="282833"/>
                </a:solidFill>
                <a:latin typeface="Arial"/>
                <a:cs typeface="Arial"/>
              </a:rPr>
              <a:t>whereas</a:t>
            </a:r>
            <a:r>
              <a:rPr sz="2200" spc="-60" dirty="0">
                <a:solidFill>
                  <a:srgbClr val="282833"/>
                </a:solidFill>
                <a:latin typeface="Arial"/>
                <a:cs typeface="Arial"/>
              </a:rPr>
              <a:t> </a:t>
            </a:r>
            <a:r>
              <a:rPr sz="2200" dirty="0">
                <a:solidFill>
                  <a:srgbClr val="282833"/>
                </a:solidFill>
                <a:latin typeface="Arial"/>
                <a:cs typeface="Arial"/>
              </a:rPr>
              <a:t>for</a:t>
            </a:r>
            <a:r>
              <a:rPr sz="2200" spc="-55" dirty="0">
                <a:solidFill>
                  <a:srgbClr val="282833"/>
                </a:solidFill>
                <a:latin typeface="Arial"/>
                <a:cs typeface="Arial"/>
              </a:rPr>
              <a:t> </a:t>
            </a:r>
            <a:r>
              <a:rPr sz="2200" dirty="0">
                <a:solidFill>
                  <a:srgbClr val="282833"/>
                </a:solidFill>
                <a:latin typeface="Arial"/>
                <a:cs typeface="Arial"/>
              </a:rPr>
              <a:t>other</a:t>
            </a:r>
            <a:r>
              <a:rPr sz="2200" spc="-60" dirty="0">
                <a:solidFill>
                  <a:srgbClr val="282833"/>
                </a:solidFill>
                <a:latin typeface="Arial"/>
                <a:cs typeface="Arial"/>
              </a:rPr>
              <a:t> </a:t>
            </a:r>
            <a:r>
              <a:rPr sz="2200" dirty="0">
                <a:solidFill>
                  <a:srgbClr val="282833"/>
                </a:solidFill>
                <a:latin typeface="Arial"/>
                <a:cs typeface="Arial"/>
              </a:rPr>
              <a:t>networks</a:t>
            </a:r>
            <a:r>
              <a:rPr sz="2200" spc="-60" dirty="0">
                <a:solidFill>
                  <a:srgbClr val="282833"/>
                </a:solidFill>
                <a:latin typeface="Arial"/>
                <a:cs typeface="Arial"/>
              </a:rPr>
              <a:t> </a:t>
            </a:r>
            <a:r>
              <a:rPr sz="2200" dirty="0">
                <a:solidFill>
                  <a:srgbClr val="282833"/>
                </a:solidFill>
                <a:latin typeface="Arial"/>
                <a:cs typeface="Arial"/>
              </a:rPr>
              <a:t>a</a:t>
            </a:r>
            <a:r>
              <a:rPr sz="2200" spc="-65" dirty="0">
                <a:solidFill>
                  <a:srgbClr val="282833"/>
                </a:solidFill>
                <a:latin typeface="Arial"/>
                <a:cs typeface="Arial"/>
              </a:rPr>
              <a:t> </a:t>
            </a:r>
            <a:r>
              <a:rPr sz="2200" dirty="0">
                <a:solidFill>
                  <a:srgbClr val="282833"/>
                </a:solidFill>
                <a:latin typeface="Arial"/>
                <a:cs typeface="Arial"/>
              </a:rPr>
              <a:t>currency</a:t>
            </a:r>
            <a:r>
              <a:rPr sz="2200" spc="-60" dirty="0">
                <a:solidFill>
                  <a:srgbClr val="282833"/>
                </a:solidFill>
                <a:latin typeface="Arial"/>
                <a:cs typeface="Arial"/>
              </a:rPr>
              <a:t> </a:t>
            </a:r>
            <a:r>
              <a:rPr sz="2200" spc="-25" dirty="0">
                <a:solidFill>
                  <a:srgbClr val="282833"/>
                </a:solidFill>
                <a:latin typeface="Arial"/>
                <a:cs typeface="Arial"/>
              </a:rPr>
              <a:t>is </a:t>
            </a:r>
            <a:r>
              <a:rPr sz="2200" dirty="0">
                <a:solidFill>
                  <a:srgbClr val="282833"/>
                </a:solidFill>
                <a:latin typeface="Arial"/>
                <a:cs typeface="Arial"/>
              </a:rPr>
              <a:t>not</a:t>
            </a:r>
            <a:r>
              <a:rPr sz="2200" spc="-30" dirty="0">
                <a:solidFill>
                  <a:srgbClr val="282833"/>
                </a:solidFill>
                <a:latin typeface="Arial"/>
                <a:cs typeface="Arial"/>
              </a:rPr>
              <a:t> </a:t>
            </a:r>
            <a:r>
              <a:rPr sz="2200" spc="-10" dirty="0">
                <a:solidFill>
                  <a:srgbClr val="282833"/>
                </a:solidFill>
                <a:latin typeface="Arial"/>
                <a:cs typeface="Arial"/>
              </a:rPr>
              <a:t>relevant.</a:t>
            </a:r>
            <a:endParaRPr sz="2200" dirty="0">
              <a:latin typeface="Arial"/>
              <a:cs typeface="Arial"/>
            </a:endParaRPr>
          </a:p>
          <a:p>
            <a:pPr marL="194310" indent="-181610">
              <a:spcBef>
                <a:spcPts val="570"/>
              </a:spcBef>
              <a:buClr>
                <a:srgbClr val="93A299"/>
              </a:buClr>
              <a:buSzPct val="83333"/>
              <a:buFont typeface="Arial"/>
              <a:buChar char="•"/>
              <a:tabLst>
                <a:tab pos="194310" algn="l"/>
              </a:tabLst>
            </a:pPr>
            <a:r>
              <a:rPr sz="2400" i="1" dirty="0">
                <a:solidFill>
                  <a:srgbClr val="282833"/>
                </a:solidFill>
                <a:latin typeface="Arial"/>
                <a:cs typeface="Arial"/>
              </a:rPr>
              <a:t>Consensus</a:t>
            </a:r>
            <a:r>
              <a:rPr sz="2400" i="1" spc="-140" dirty="0">
                <a:solidFill>
                  <a:srgbClr val="282833"/>
                </a:solidFill>
                <a:latin typeface="Arial"/>
                <a:cs typeface="Arial"/>
              </a:rPr>
              <a:t> </a:t>
            </a:r>
            <a:r>
              <a:rPr sz="2400" i="1" spc="-10" dirty="0">
                <a:solidFill>
                  <a:srgbClr val="282833"/>
                </a:solidFill>
                <a:latin typeface="Arial"/>
                <a:cs typeface="Arial"/>
              </a:rPr>
              <a:t>Mechanism</a:t>
            </a:r>
            <a:endParaRPr sz="2400" dirty="0">
              <a:latin typeface="Arial"/>
              <a:cs typeface="Arial"/>
            </a:endParaRPr>
          </a:p>
          <a:p>
            <a:pPr marL="195580" marR="387985">
              <a:spcBef>
                <a:spcPts val="5"/>
              </a:spcBef>
            </a:pPr>
            <a:r>
              <a:rPr sz="2200" dirty="0">
                <a:solidFill>
                  <a:srgbClr val="282833"/>
                </a:solidFill>
                <a:latin typeface="Arial"/>
                <a:cs typeface="Arial"/>
              </a:rPr>
              <a:t>Choice</a:t>
            </a:r>
            <a:r>
              <a:rPr sz="2200" spc="-50" dirty="0">
                <a:solidFill>
                  <a:srgbClr val="282833"/>
                </a:solidFill>
                <a:latin typeface="Arial"/>
                <a:cs typeface="Arial"/>
              </a:rPr>
              <a:t> </a:t>
            </a:r>
            <a:r>
              <a:rPr sz="2200" dirty="0">
                <a:solidFill>
                  <a:srgbClr val="282833"/>
                </a:solidFill>
                <a:latin typeface="Arial"/>
                <a:cs typeface="Arial"/>
              </a:rPr>
              <a:t>of</a:t>
            </a:r>
            <a:r>
              <a:rPr sz="2200" spc="-45" dirty="0">
                <a:solidFill>
                  <a:srgbClr val="282833"/>
                </a:solidFill>
                <a:latin typeface="Arial"/>
                <a:cs typeface="Arial"/>
              </a:rPr>
              <a:t> </a:t>
            </a:r>
            <a:r>
              <a:rPr sz="2200" dirty="0">
                <a:solidFill>
                  <a:srgbClr val="282833"/>
                </a:solidFill>
                <a:latin typeface="Arial"/>
                <a:cs typeface="Arial"/>
              </a:rPr>
              <a:t>consensus</a:t>
            </a:r>
            <a:r>
              <a:rPr sz="2200" spc="-60" dirty="0">
                <a:solidFill>
                  <a:srgbClr val="282833"/>
                </a:solidFill>
                <a:latin typeface="Arial"/>
                <a:cs typeface="Arial"/>
              </a:rPr>
              <a:t> </a:t>
            </a:r>
            <a:r>
              <a:rPr sz="2200" dirty="0">
                <a:solidFill>
                  <a:srgbClr val="282833"/>
                </a:solidFill>
                <a:latin typeface="Arial"/>
                <a:cs typeface="Arial"/>
              </a:rPr>
              <a:t>mechanism.</a:t>
            </a:r>
            <a:r>
              <a:rPr sz="2200" spc="-45" dirty="0">
                <a:solidFill>
                  <a:srgbClr val="282833"/>
                </a:solidFill>
                <a:latin typeface="Arial"/>
                <a:cs typeface="Arial"/>
              </a:rPr>
              <a:t> </a:t>
            </a:r>
            <a:r>
              <a:rPr sz="2200" dirty="0">
                <a:solidFill>
                  <a:srgbClr val="282833"/>
                </a:solidFill>
                <a:latin typeface="Arial"/>
                <a:cs typeface="Arial"/>
              </a:rPr>
              <a:t>Proof</a:t>
            </a:r>
            <a:r>
              <a:rPr sz="2200" spc="-50" dirty="0">
                <a:solidFill>
                  <a:srgbClr val="282833"/>
                </a:solidFill>
                <a:latin typeface="Arial"/>
                <a:cs typeface="Arial"/>
              </a:rPr>
              <a:t> </a:t>
            </a:r>
            <a:r>
              <a:rPr sz="2200" dirty="0">
                <a:solidFill>
                  <a:srgbClr val="282833"/>
                </a:solidFill>
                <a:latin typeface="Arial"/>
                <a:cs typeface="Arial"/>
              </a:rPr>
              <a:t>of</a:t>
            </a:r>
            <a:r>
              <a:rPr sz="2200" spc="-45" dirty="0">
                <a:solidFill>
                  <a:srgbClr val="282833"/>
                </a:solidFill>
                <a:latin typeface="Arial"/>
                <a:cs typeface="Arial"/>
              </a:rPr>
              <a:t> </a:t>
            </a:r>
            <a:r>
              <a:rPr sz="2200" spc="-10" dirty="0">
                <a:solidFill>
                  <a:srgbClr val="282833"/>
                </a:solidFill>
                <a:latin typeface="Arial"/>
                <a:cs typeface="Arial"/>
              </a:rPr>
              <a:t>authority,</a:t>
            </a:r>
            <a:r>
              <a:rPr sz="2200" spc="-45" dirty="0">
                <a:solidFill>
                  <a:srgbClr val="282833"/>
                </a:solidFill>
                <a:latin typeface="Arial"/>
                <a:cs typeface="Arial"/>
              </a:rPr>
              <a:t> </a:t>
            </a:r>
            <a:r>
              <a:rPr sz="2200" dirty="0">
                <a:solidFill>
                  <a:srgbClr val="282833"/>
                </a:solidFill>
                <a:latin typeface="Arial"/>
                <a:cs typeface="Arial"/>
              </a:rPr>
              <a:t>proof</a:t>
            </a:r>
            <a:r>
              <a:rPr sz="2200" spc="-40" dirty="0">
                <a:solidFill>
                  <a:srgbClr val="282833"/>
                </a:solidFill>
                <a:latin typeface="Arial"/>
                <a:cs typeface="Arial"/>
              </a:rPr>
              <a:t> </a:t>
            </a:r>
            <a:r>
              <a:rPr sz="2200" spc="-25" dirty="0">
                <a:solidFill>
                  <a:srgbClr val="282833"/>
                </a:solidFill>
                <a:latin typeface="Arial"/>
                <a:cs typeface="Arial"/>
              </a:rPr>
              <a:t>of </a:t>
            </a:r>
            <a:r>
              <a:rPr sz="2200" dirty="0">
                <a:solidFill>
                  <a:srgbClr val="282833"/>
                </a:solidFill>
                <a:latin typeface="Arial"/>
                <a:cs typeface="Arial"/>
              </a:rPr>
              <a:t>work,</a:t>
            </a:r>
            <a:r>
              <a:rPr sz="2200" spc="-35" dirty="0">
                <a:solidFill>
                  <a:srgbClr val="282833"/>
                </a:solidFill>
                <a:latin typeface="Arial"/>
                <a:cs typeface="Arial"/>
              </a:rPr>
              <a:t> </a:t>
            </a:r>
            <a:r>
              <a:rPr sz="2200" dirty="0">
                <a:solidFill>
                  <a:srgbClr val="282833"/>
                </a:solidFill>
                <a:latin typeface="Arial"/>
                <a:cs typeface="Arial"/>
              </a:rPr>
              <a:t>proof</a:t>
            </a:r>
            <a:r>
              <a:rPr sz="2200" spc="-20" dirty="0">
                <a:solidFill>
                  <a:srgbClr val="282833"/>
                </a:solidFill>
                <a:latin typeface="Arial"/>
                <a:cs typeface="Arial"/>
              </a:rPr>
              <a:t> </a:t>
            </a:r>
            <a:r>
              <a:rPr sz="2200" dirty="0">
                <a:solidFill>
                  <a:srgbClr val="282833"/>
                </a:solidFill>
                <a:latin typeface="Arial"/>
                <a:cs typeface="Arial"/>
              </a:rPr>
              <a:t>of</a:t>
            </a:r>
            <a:r>
              <a:rPr sz="2200" spc="-30" dirty="0">
                <a:solidFill>
                  <a:srgbClr val="282833"/>
                </a:solidFill>
                <a:latin typeface="Arial"/>
                <a:cs typeface="Arial"/>
              </a:rPr>
              <a:t> </a:t>
            </a:r>
            <a:r>
              <a:rPr sz="2200" dirty="0">
                <a:solidFill>
                  <a:srgbClr val="282833"/>
                </a:solidFill>
                <a:latin typeface="Arial"/>
                <a:cs typeface="Arial"/>
              </a:rPr>
              <a:t>stake</a:t>
            </a:r>
            <a:r>
              <a:rPr sz="2200" spc="-35" dirty="0">
                <a:solidFill>
                  <a:srgbClr val="282833"/>
                </a:solidFill>
                <a:latin typeface="Arial"/>
                <a:cs typeface="Arial"/>
              </a:rPr>
              <a:t> </a:t>
            </a:r>
            <a:r>
              <a:rPr sz="2200" spc="-20" dirty="0">
                <a:solidFill>
                  <a:srgbClr val="282833"/>
                </a:solidFill>
                <a:latin typeface="Arial"/>
                <a:cs typeface="Arial"/>
              </a:rPr>
              <a:t>etc.</a:t>
            </a:r>
            <a:endParaRPr sz="2200" dirty="0">
              <a:latin typeface="Arial"/>
              <a:cs typeface="Arial"/>
            </a:endParaRPr>
          </a:p>
          <a:p>
            <a:pPr marL="194310" indent="-181610">
              <a:spcBef>
                <a:spcPts val="570"/>
              </a:spcBef>
              <a:buClr>
                <a:srgbClr val="93A299"/>
              </a:buClr>
              <a:buSzPct val="83333"/>
              <a:buFont typeface="Arial"/>
              <a:buChar char="•"/>
              <a:tabLst>
                <a:tab pos="194310" algn="l"/>
              </a:tabLst>
            </a:pPr>
            <a:r>
              <a:rPr sz="2400" i="1" dirty="0">
                <a:solidFill>
                  <a:srgbClr val="282833"/>
                </a:solidFill>
                <a:latin typeface="Arial"/>
                <a:cs typeface="Arial"/>
              </a:rPr>
              <a:t>Block</a:t>
            </a:r>
            <a:r>
              <a:rPr sz="2400" i="1" spc="-80" dirty="0">
                <a:solidFill>
                  <a:srgbClr val="282833"/>
                </a:solidFill>
                <a:latin typeface="Arial"/>
                <a:cs typeface="Arial"/>
              </a:rPr>
              <a:t> </a:t>
            </a:r>
            <a:r>
              <a:rPr sz="2400" i="1" spc="-10" dirty="0">
                <a:solidFill>
                  <a:srgbClr val="282833"/>
                </a:solidFill>
                <a:latin typeface="Arial"/>
                <a:cs typeface="Arial"/>
              </a:rPr>
              <a:t>Production</a:t>
            </a:r>
            <a:endParaRPr sz="2400" dirty="0">
              <a:latin typeface="Arial"/>
              <a:cs typeface="Arial"/>
            </a:endParaRPr>
          </a:p>
          <a:p>
            <a:pPr marL="195580" marR="5080">
              <a:spcBef>
                <a:spcPts val="5"/>
              </a:spcBef>
            </a:pPr>
            <a:r>
              <a:rPr sz="2200" dirty="0">
                <a:solidFill>
                  <a:srgbClr val="282833"/>
                </a:solidFill>
                <a:latin typeface="Arial"/>
                <a:cs typeface="Arial"/>
              </a:rPr>
              <a:t>Some</a:t>
            </a:r>
            <a:r>
              <a:rPr sz="2200" spc="-55" dirty="0">
                <a:solidFill>
                  <a:srgbClr val="282833"/>
                </a:solidFill>
                <a:latin typeface="Arial"/>
                <a:cs typeface="Arial"/>
              </a:rPr>
              <a:t> </a:t>
            </a:r>
            <a:r>
              <a:rPr sz="2200" dirty="0">
                <a:solidFill>
                  <a:srgbClr val="282833"/>
                </a:solidFill>
                <a:latin typeface="Arial"/>
                <a:cs typeface="Arial"/>
              </a:rPr>
              <a:t>networks</a:t>
            </a:r>
            <a:r>
              <a:rPr sz="2200" spc="-50" dirty="0">
                <a:solidFill>
                  <a:srgbClr val="282833"/>
                </a:solidFill>
                <a:latin typeface="Arial"/>
                <a:cs typeface="Arial"/>
              </a:rPr>
              <a:t> </a:t>
            </a:r>
            <a:r>
              <a:rPr sz="2200" dirty="0">
                <a:solidFill>
                  <a:srgbClr val="282833"/>
                </a:solidFill>
                <a:latin typeface="Arial"/>
                <a:cs typeface="Arial"/>
              </a:rPr>
              <a:t>may</a:t>
            </a:r>
            <a:r>
              <a:rPr sz="2200" spc="-50" dirty="0">
                <a:solidFill>
                  <a:srgbClr val="282833"/>
                </a:solidFill>
                <a:latin typeface="Arial"/>
                <a:cs typeface="Arial"/>
              </a:rPr>
              <a:t> </a:t>
            </a:r>
            <a:r>
              <a:rPr sz="2200" dirty="0">
                <a:solidFill>
                  <a:srgbClr val="282833"/>
                </a:solidFill>
                <a:latin typeface="Arial"/>
                <a:cs typeface="Arial"/>
              </a:rPr>
              <a:t>have</a:t>
            </a:r>
            <a:r>
              <a:rPr sz="2200" spc="-50" dirty="0">
                <a:solidFill>
                  <a:srgbClr val="282833"/>
                </a:solidFill>
                <a:latin typeface="Arial"/>
                <a:cs typeface="Arial"/>
              </a:rPr>
              <a:t> </a:t>
            </a:r>
            <a:r>
              <a:rPr sz="2200" dirty="0">
                <a:solidFill>
                  <a:srgbClr val="282833"/>
                </a:solidFill>
                <a:latin typeface="Arial"/>
                <a:cs typeface="Arial"/>
              </a:rPr>
              <a:t>all</a:t>
            </a:r>
            <a:r>
              <a:rPr sz="2200" spc="-55" dirty="0">
                <a:solidFill>
                  <a:srgbClr val="282833"/>
                </a:solidFill>
                <a:latin typeface="Arial"/>
                <a:cs typeface="Arial"/>
              </a:rPr>
              <a:t> </a:t>
            </a:r>
            <a:r>
              <a:rPr sz="2200" dirty="0">
                <a:solidFill>
                  <a:srgbClr val="282833"/>
                </a:solidFill>
                <a:latin typeface="Arial"/>
                <a:cs typeface="Arial"/>
              </a:rPr>
              <a:t>participants</a:t>
            </a:r>
            <a:r>
              <a:rPr sz="2200" spc="-50" dirty="0">
                <a:solidFill>
                  <a:srgbClr val="282833"/>
                </a:solidFill>
                <a:latin typeface="Arial"/>
                <a:cs typeface="Arial"/>
              </a:rPr>
              <a:t> </a:t>
            </a:r>
            <a:r>
              <a:rPr sz="2200" dirty="0">
                <a:solidFill>
                  <a:srgbClr val="282833"/>
                </a:solidFill>
                <a:latin typeface="Arial"/>
                <a:cs typeface="Arial"/>
              </a:rPr>
              <a:t>contribute</a:t>
            </a:r>
            <a:r>
              <a:rPr sz="2200" spc="-50" dirty="0">
                <a:solidFill>
                  <a:srgbClr val="282833"/>
                </a:solidFill>
                <a:latin typeface="Arial"/>
                <a:cs typeface="Arial"/>
              </a:rPr>
              <a:t> </a:t>
            </a:r>
            <a:r>
              <a:rPr sz="2200" spc="-25" dirty="0">
                <a:solidFill>
                  <a:srgbClr val="282833"/>
                </a:solidFill>
                <a:latin typeface="Arial"/>
                <a:cs typeface="Arial"/>
              </a:rPr>
              <a:t>as </a:t>
            </a:r>
            <a:r>
              <a:rPr sz="2200" spc="-10" dirty="0">
                <a:solidFill>
                  <a:srgbClr val="282833"/>
                </a:solidFill>
                <a:latin typeface="Arial"/>
                <a:cs typeface="Arial"/>
              </a:rPr>
              <a:t>miners/producers/validators </a:t>
            </a:r>
            <a:r>
              <a:rPr sz="2200" dirty="0">
                <a:solidFill>
                  <a:srgbClr val="282833"/>
                </a:solidFill>
                <a:latin typeface="Arial"/>
                <a:cs typeface="Arial"/>
              </a:rPr>
              <a:t>to</a:t>
            </a:r>
            <a:r>
              <a:rPr sz="2200" spc="-5" dirty="0">
                <a:solidFill>
                  <a:srgbClr val="282833"/>
                </a:solidFill>
                <a:latin typeface="Arial"/>
                <a:cs typeface="Arial"/>
              </a:rPr>
              <a:t> </a:t>
            </a:r>
            <a:r>
              <a:rPr sz="2200" dirty="0">
                <a:solidFill>
                  <a:srgbClr val="282833"/>
                </a:solidFill>
                <a:latin typeface="Arial"/>
                <a:cs typeface="Arial"/>
              </a:rPr>
              <a:t>avoid</a:t>
            </a:r>
            <a:r>
              <a:rPr sz="2200" spc="-15" dirty="0">
                <a:solidFill>
                  <a:srgbClr val="282833"/>
                </a:solidFill>
                <a:latin typeface="Arial"/>
                <a:cs typeface="Arial"/>
              </a:rPr>
              <a:t> </a:t>
            </a:r>
            <a:r>
              <a:rPr sz="2200" dirty="0">
                <a:solidFill>
                  <a:srgbClr val="282833"/>
                </a:solidFill>
                <a:latin typeface="Arial"/>
                <a:cs typeface="Arial"/>
              </a:rPr>
              <a:t>the</a:t>
            </a:r>
            <a:r>
              <a:rPr sz="2200" spc="-10" dirty="0">
                <a:solidFill>
                  <a:srgbClr val="282833"/>
                </a:solidFill>
                <a:latin typeface="Arial"/>
                <a:cs typeface="Arial"/>
              </a:rPr>
              <a:t> </a:t>
            </a:r>
            <a:r>
              <a:rPr sz="2200" dirty="0">
                <a:solidFill>
                  <a:srgbClr val="282833"/>
                </a:solidFill>
                <a:latin typeface="Arial"/>
                <a:cs typeface="Arial"/>
              </a:rPr>
              <a:t>possibility</a:t>
            </a:r>
            <a:r>
              <a:rPr sz="2200" spc="-30" dirty="0">
                <a:solidFill>
                  <a:srgbClr val="282833"/>
                </a:solidFill>
                <a:latin typeface="Arial"/>
                <a:cs typeface="Arial"/>
              </a:rPr>
              <a:t> </a:t>
            </a:r>
            <a:r>
              <a:rPr sz="2200" dirty="0">
                <a:solidFill>
                  <a:srgbClr val="282833"/>
                </a:solidFill>
                <a:latin typeface="Arial"/>
                <a:cs typeface="Arial"/>
              </a:rPr>
              <a:t>of</a:t>
            </a:r>
            <a:r>
              <a:rPr sz="2200" spc="-5" dirty="0">
                <a:solidFill>
                  <a:srgbClr val="282833"/>
                </a:solidFill>
                <a:latin typeface="Arial"/>
                <a:cs typeface="Arial"/>
              </a:rPr>
              <a:t> </a:t>
            </a:r>
            <a:r>
              <a:rPr sz="2200" spc="-25" dirty="0">
                <a:solidFill>
                  <a:srgbClr val="282833"/>
                </a:solidFill>
                <a:latin typeface="Arial"/>
                <a:cs typeface="Arial"/>
              </a:rPr>
              <a:t>any</a:t>
            </a:r>
            <a:r>
              <a:rPr sz="2200" spc="550" dirty="0">
                <a:solidFill>
                  <a:srgbClr val="282833"/>
                </a:solidFill>
                <a:latin typeface="Arial"/>
                <a:cs typeface="Arial"/>
              </a:rPr>
              <a:t> </a:t>
            </a:r>
            <a:r>
              <a:rPr sz="2200" dirty="0">
                <a:solidFill>
                  <a:srgbClr val="282833"/>
                </a:solidFill>
                <a:latin typeface="Arial"/>
                <a:cs typeface="Arial"/>
              </a:rPr>
              <a:t>single</a:t>
            </a:r>
            <a:r>
              <a:rPr sz="2200" spc="-45" dirty="0">
                <a:solidFill>
                  <a:srgbClr val="282833"/>
                </a:solidFill>
                <a:latin typeface="Arial"/>
                <a:cs typeface="Arial"/>
              </a:rPr>
              <a:t> </a:t>
            </a:r>
            <a:r>
              <a:rPr sz="2200" dirty="0">
                <a:solidFill>
                  <a:srgbClr val="282833"/>
                </a:solidFill>
                <a:latin typeface="Arial"/>
                <a:cs typeface="Arial"/>
              </a:rPr>
              <a:t>participant</a:t>
            </a:r>
            <a:r>
              <a:rPr sz="2200" spc="-25" dirty="0">
                <a:solidFill>
                  <a:srgbClr val="282833"/>
                </a:solidFill>
                <a:latin typeface="Arial"/>
                <a:cs typeface="Arial"/>
              </a:rPr>
              <a:t> </a:t>
            </a:r>
            <a:r>
              <a:rPr sz="2200" dirty="0">
                <a:solidFill>
                  <a:srgbClr val="282833"/>
                </a:solidFill>
                <a:latin typeface="Arial"/>
                <a:cs typeface="Arial"/>
              </a:rPr>
              <a:t>controlling</a:t>
            </a:r>
            <a:r>
              <a:rPr sz="2200" spc="-35" dirty="0">
                <a:solidFill>
                  <a:srgbClr val="282833"/>
                </a:solidFill>
                <a:latin typeface="Arial"/>
                <a:cs typeface="Arial"/>
              </a:rPr>
              <a:t> </a:t>
            </a:r>
            <a:r>
              <a:rPr sz="2200" dirty="0">
                <a:solidFill>
                  <a:srgbClr val="282833"/>
                </a:solidFill>
                <a:latin typeface="Arial"/>
                <a:cs typeface="Arial"/>
              </a:rPr>
              <a:t>the</a:t>
            </a:r>
            <a:r>
              <a:rPr sz="2200" spc="-20" dirty="0">
                <a:solidFill>
                  <a:srgbClr val="282833"/>
                </a:solidFill>
                <a:latin typeface="Arial"/>
                <a:cs typeface="Arial"/>
              </a:rPr>
              <a:t> </a:t>
            </a:r>
            <a:r>
              <a:rPr sz="2200" dirty="0">
                <a:solidFill>
                  <a:srgbClr val="282833"/>
                </a:solidFill>
                <a:latin typeface="Arial"/>
                <a:cs typeface="Arial"/>
              </a:rPr>
              <a:t>blockchain.</a:t>
            </a:r>
            <a:r>
              <a:rPr sz="2200" spc="-50" dirty="0">
                <a:solidFill>
                  <a:srgbClr val="282833"/>
                </a:solidFill>
                <a:latin typeface="Arial"/>
                <a:cs typeface="Arial"/>
              </a:rPr>
              <a:t> </a:t>
            </a:r>
            <a:r>
              <a:rPr sz="2200" dirty="0">
                <a:solidFill>
                  <a:srgbClr val="282833"/>
                </a:solidFill>
                <a:latin typeface="Arial"/>
                <a:cs typeface="Arial"/>
              </a:rPr>
              <a:t>In</a:t>
            </a:r>
            <a:r>
              <a:rPr sz="2200" spc="-25" dirty="0">
                <a:solidFill>
                  <a:srgbClr val="282833"/>
                </a:solidFill>
                <a:latin typeface="Arial"/>
                <a:cs typeface="Arial"/>
              </a:rPr>
              <a:t> </a:t>
            </a:r>
            <a:r>
              <a:rPr sz="2200" dirty="0">
                <a:solidFill>
                  <a:srgbClr val="282833"/>
                </a:solidFill>
                <a:latin typeface="Arial"/>
                <a:cs typeface="Arial"/>
              </a:rPr>
              <a:t>other</a:t>
            </a:r>
            <a:r>
              <a:rPr sz="2200" spc="-25" dirty="0">
                <a:solidFill>
                  <a:srgbClr val="282833"/>
                </a:solidFill>
                <a:latin typeface="Arial"/>
                <a:cs typeface="Arial"/>
              </a:rPr>
              <a:t> </a:t>
            </a:r>
            <a:r>
              <a:rPr sz="2200" spc="-10" dirty="0">
                <a:solidFill>
                  <a:srgbClr val="282833"/>
                </a:solidFill>
                <a:latin typeface="Arial"/>
                <a:cs typeface="Arial"/>
              </a:rPr>
              <a:t>networks, </a:t>
            </a:r>
            <a:r>
              <a:rPr sz="2200" dirty="0">
                <a:solidFill>
                  <a:srgbClr val="282833"/>
                </a:solidFill>
                <a:latin typeface="Arial"/>
                <a:cs typeface="Arial"/>
              </a:rPr>
              <a:t>one</a:t>
            </a:r>
            <a:r>
              <a:rPr sz="2200" spc="-30" dirty="0">
                <a:solidFill>
                  <a:srgbClr val="282833"/>
                </a:solidFill>
                <a:latin typeface="Arial"/>
                <a:cs typeface="Arial"/>
              </a:rPr>
              <a:t> </a:t>
            </a:r>
            <a:r>
              <a:rPr sz="2200" dirty="0">
                <a:solidFill>
                  <a:srgbClr val="282833"/>
                </a:solidFill>
                <a:latin typeface="Arial"/>
                <a:cs typeface="Arial"/>
              </a:rPr>
              <a:t>or</a:t>
            </a:r>
            <a:r>
              <a:rPr sz="2200" spc="-30" dirty="0">
                <a:solidFill>
                  <a:srgbClr val="282833"/>
                </a:solidFill>
                <a:latin typeface="Arial"/>
                <a:cs typeface="Arial"/>
              </a:rPr>
              <a:t> </a:t>
            </a:r>
            <a:r>
              <a:rPr sz="2200" dirty="0">
                <a:solidFill>
                  <a:srgbClr val="282833"/>
                </a:solidFill>
                <a:latin typeface="Arial"/>
                <a:cs typeface="Arial"/>
              </a:rPr>
              <a:t>a</a:t>
            </a:r>
            <a:r>
              <a:rPr sz="2200" spc="-30" dirty="0">
                <a:solidFill>
                  <a:srgbClr val="282833"/>
                </a:solidFill>
                <a:latin typeface="Arial"/>
                <a:cs typeface="Arial"/>
              </a:rPr>
              <a:t> </a:t>
            </a:r>
            <a:r>
              <a:rPr sz="2200" dirty="0">
                <a:solidFill>
                  <a:srgbClr val="282833"/>
                </a:solidFill>
                <a:latin typeface="Arial"/>
                <a:cs typeface="Arial"/>
              </a:rPr>
              <a:t>few</a:t>
            </a:r>
            <a:r>
              <a:rPr sz="2200" spc="-30" dirty="0">
                <a:solidFill>
                  <a:srgbClr val="282833"/>
                </a:solidFill>
                <a:latin typeface="Arial"/>
                <a:cs typeface="Arial"/>
              </a:rPr>
              <a:t> </a:t>
            </a:r>
            <a:r>
              <a:rPr sz="2200" dirty="0">
                <a:solidFill>
                  <a:srgbClr val="282833"/>
                </a:solidFill>
                <a:latin typeface="Arial"/>
                <a:cs typeface="Arial"/>
              </a:rPr>
              <a:t>trusted</a:t>
            </a:r>
            <a:r>
              <a:rPr sz="2200" spc="-30" dirty="0">
                <a:solidFill>
                  <a:srgbClr val="282833"/>
                </a:solidFill>
                <a:latin typeface="Arial"/>
                <a:cs typeface="Arial"/>
              </a:rPr>
              <a:t> </a:t>
            </a:r>
            <a:r>
              <a:rPr sz="2200" dirty="0">
                <a:solidFill>
                  <a:srgbClr val="282833"/>
                </a:solidFill>
                <a:latin typeface="Arial"/>
                <a:cs typeface="Arial"/>
              </a:rPr>
              <a:t>members</a:t>
            </a:r>
            <a:r>
              <a:rPr sz="2200" spc="-30" dirty="0">
                <a:solidFill>
                  <a:srgbClr val="282833"/>
                </a:solidFill>
                <a:latin typeface="Arial"/>
                <a:cs typeface="Arial"/>
              </a:rPr>
              <a:t> </a:t>
            </a:r>
            <a:r>
              <a:rPr sz="2200" dirty="0">
                <a:solidFill>
                  <a:srgbClr val="282833"/>
                </a:solidFill>
                <a:latin typeface="Arial"/>
                <a:cs typeface="Arial"/>
              </a:rPr>
              <a:t>may</a:t>
            </a:r>
            <a:r>
              <a:rPr sz="2200" spc="-30" dirty="0">
                <a:solidFill>
                  <a:srgbClr val="282833"/>
                </a:solidFill>
                <a:latin typeface="Arial"/>
                <a:cs typeface="Arial"/>
              </a:rPr>
              <a:t> </a:t>
            </a:r>
            <a:r>
              <a:rPr sz="2200" dirty="0">
                <a:solidFill>
                  <a:srgbClr val="282833"/>
                </a:solidFill>
                <a:latin typeface="Arial"/>
                <a:cs typeface="Arial"/>
              </a:rPr>
              <a:t>operate</a:t>
            </a:r>
            <a:r>
              <a:rPr sz="2200" spc="-30" dirty="0">
                <a:solidFill>
                  <a:srgbClr val="282833"/>
                </a:solidFill>
                <a:latin typeface="Arial"/>
                <a:cs typeface="Arial"/>
              </a:rPr>
              <a:t> </a:t>
            </a:r>
            <a:r>
              <a:rPr sz="2200" dirty="0">
                <a:solidFill>
                  <a:srgbClr val="282833"/>
                </a:solidFill>
                <a:latin typeface="Arial"/>
                <a:cs typeface="Arial"/>
              </a:rPr>
              <a:t>as</a:t>
            </a:r>
            <a:r>
              <a:rPr sz="2200" spc="-30" dirty="0">
                <a:solidFill>
                  <a:srgbClr val="282833"/>
                </a:solidFill>
                <a:latin typeface="Arial"/>
                <a:cs typeface="Arial"/>
              </a:rPr>
              <a:t> </a:t>
            </a:r>
            <a:r>
              <a:rPr sz="2200" dirty="0">
                <a:solidFill>
                  <a:srgbClr val="282833"/>
                </a:solidFill>
                <a:latin typeface="Arial"/>
                <a:cs typeface="Arial"/>
              </a:rPr>
              <a:t>block</a:t>
            </a:r>
            <a:r>
              <a:rPr sz="2200" spc="-45" dirty="0">
                <a:solidFill>
                  <a:srgbClr val="282833"/>
                </a:solidFill>
                <a:latin typeface="Arial"/>
                <a:cs typeface="Arial"/>
              </a:rPr>
              <a:t> </a:t>
            </a:r>
            <a:r>
              <a:rPr sz="2200" spc="-10" dirty="0">
                <a:solidFill>
                  <a:srgbClr val="282833"/>
                </a:solidFill>
                <a:latin typeface="Arial"/>
                <a:cs typeface="Arial"/>
              </a:rPr>
              <a:t>producers. </a:t>
            </a:r>
            <a:r>
              <a:rPr sz="2200" spc="-45" dirty="0">
                <a:solidFill>
                  <a:srgbClr val="282833"/>
                </a:solidFill>
                <a:latin typeface="Arial"/>
                <a:cs typeface="Arial"/>
              </a:rPr>
              <a:t>Yet</a:t>
            </a:r>
            <a:r>
              <a:rPr sz="2200" spc="-30" dirty="0">
                <a:solidFill>
                  <a:srgbClr val="282833"/>
                </a:solidFill>
                <a:latin typeface="Arial"/>
                <a:cs typeface="Arial"/>
              </a:rPr>
              <a:t> </a:t>
            </a:r>
            <a:r>
              <a:rPr sz="2200" dirty="0">
                <a:solidFill>
                  <a:srgbClr val="282833"/>
                </a:solidFill>
                <a:latin typeface="Arial"/>
                <a:cs typeface="Arial"/>
              </a:rPr>
              <a:t>another</a:t>
            </a:r>
            <a:r>
              <a:rPr sz="2200" spc="-20" dirty="0">
                <a:solidFill>
                  <a:srgbClr val="282833"/>
                </a:solidFill>
                <a:latin typeface="Arial"/>
                <a:cs typeface="Arial"/>
              </a:rPr>
              <a:t> </a:t>
            </a:r>
            <a:r>
              <a:rPr sz="2200" dirty="0">
                <a:solidFill>
                  <a:srgbClr val="282833"/>
                </a:solidFill>
                <a:latin typeface="Arial"/>
                <a:cs typeface="Arial"/>
              </a:rPr>
              <a:t>option</a:t>
            </a:r>
            <a:r>
              <a:rPr sz="2200" spc="-30" dirty="0">
                <a:solidFill>
                  <a:srgbClr val="282833"/>
                </a:solidFill>
                <a:latin typeface="Arial"/>
                <a:cs typeface="Arial"/>
              </a:rPr>
              <a:t> </a:t>
            </a:r>
            <a:r>
              <a:rPr sz="2200" dirty="0">
                <a:solidFill>
                  <a:srgbClr val="282833"/>
                </a:solidFill>
                <a:latin typeface="Arial"/>
                <a:cs typeface="Arial"/>
              </a:rPr>
              <a:t>is</a:t>
            </a:r>
            <a:r>
              <a:rPr sz="2200" spc="-30" dirty="0">
                <a:solidFill>
                  <a:srgbClr val="282833"/>
                </a:solidFill>
                <a:latin typeface="Arial"/>
                <a:cs typeface="Arial"/>
              </a:rPr>
              <a:t> </a:t>
            </a:r>
            <a:r>
              <a:rPr sz="2200" dirty="0">
                <a:solidFill>
                  <a:srgbClr val="282833"/>
                </a:solidFill>
                <a:latin typeface="Arial"/>
                <a:cs typeface="Arial"/>
              </a:rPr>
              <a:t>to</a:t>
            </a:r>
            <a:r>
              <a:rPr sz="2200" spc="-30" dirty="0">
                <a:solidFill>
                  <a:srgbClr val="282833"/>
                </a:solidFill>
                <a:latin typeface="Arial"/>
                <a:cs typeface="Arial"/>
              </a:rPr>
              <a:t> </a:t>
            </a:r>
            <a:r>
              <a:rPr sz="2200" dirty="0">
                <a:solidFill>
                  <a:srgbClr val="282833"/>
                </a:solidFill>
                <a:latin typeface="Arial"/>
                <a:cs typeface="Arial"/>
              </a:rPr>
              <a:t>outsource</a:t>
            </a:r>
            <a:r>
              <a:rPr sz="2200" spc="-30" dirty="0">
                <a:solidFill>
                  <a:srgbClr val="282833"/>
                </a:solidFill>
                <a:latin typeface="Arial"/>
                <a:cs typeface="Arial"/>
              </a:rPr>
              <a:t> </a:t>
            </a:r>
            <a:r>
              <a:rPr sz="2200" dirty="0">
                <a:solidFill>
                  <a:srgbClr val="282833"/>
                </a:solidFill>
                <a:latin typeface="Arial"/>
                <a:cs typeface="Arial"/>
              </a:rPr>
              <a:t>to</a:t>
            </a:r>
            <a:r>
              <a:rPr sz="2200" spc="-30" dirty="0">
                <a:solidFill>
                  <a:srgbClr val="282833"/>
                </a:solidFill>
                <a:latin typeface="Arial"/>
                <a:cs typeface="Arial"/>
              </a:rPr>
              <a:t> </a:t>
            </a:r>
            <a:r>
              <a:rPr sz="2200" dirty="0">
                <a:solidFill>
                  <a:srgbClr val="282833"/>
                </a:solidFill>
                <a:latin typeface="Arial"/>
                <a:cs typeface="Arial"/>
              </a:rPr>
              <a:t>a</a:t>
            </a:r>
            <a:r>
              <a:rPr sz="2200" spc="-30" dirty="0">
                <a:solidFill>
                  <a:srgbClr val="282833"/>
                </a:solidFill>
                <a:latin typeface="Arial"/>
                <a:cs typeface="Arial"/>
              </a:rPr>
              <a:t> </a:t>
            </a:r>
            <a:r>
              <a:rPr sz="2200" dirty="0">
                <a:solidFill>
                  <a:srgbClr val="282833"/>
                </a:solidFill>
                <a:latin typeface="Arial"/>
                <a:cs typeface="Arial"/>
              </a:rPr>
              <a:t>“blockchain</a:t>
            </a:r>
            <a:r>
              <a:rPr sz="2200" spc="-45" dirty="0">
                <a:solidFill>
                  <a:srgbClr val="282833"/>
                </a:solidFill>
                <a:latin typeface="Arial"/>
                <a:cs typeface="Arial"/>
              </a:rPr>
              <a:t> </a:t>
            </a:r>
            <a:r>
              <a:rPr sz="2200" dirty="0">
                <a:solidFill>
                  <a:srgbClr val="282833"/>
                </a:solidFill>
                <a:latin typeface="Arial"/>
                <a:cs typeface="Arial"/>
              </a:rPr>
              <a:t>as</a:t>
            </a:r>
            <a:r>
              <a:rPr sz="2200" spc="-30" dirty="0">
                <a:solidFill>
                  <a:srgbClr val="282833"/>
                </a:solidFill>
                <a:latin typeface="Arial"/>
                <a:cs typeface="Arial"/>
              </a:rPr>
              <a:t> </a:t>
            </a:r>
            <a:r>
              <a:rPr sz="2200" dirty="0">
                <a:solidFill>
                  <a:srgbClr val="282833"/>
                </a:solidFill>
                <a:latin typeface="Arial"/>
                <a:cs typeface="Arial"/>
              </a:rPr>
              <a:t>a</a:t>
            </a:r>
            <a:r>
              <a:rPr sz="2200" spc="-30" dirty="0">
                <a:solidFill>
                  <a:srgbClr val="282833"/>
                </a:solidFill>
                <a:latin typeface="Arial"/>
                <a:cs typeface="Arial"/>
              </a:rPr>
              <a:t> </a:t>
            </a:r>
            <a:r>
              <a:rPr sz="2200" spc="-10" dirty="0">
                <a:solidFill>
                  <a:srgbClr val="282833"/>
                </a:solidFill>
                <a:latin typeface="Arial"/>
                <a:cs typeface="Arial"/>
              </a:rPr>
              <a:t>service”</a:t>
            </a:r>
            <a:endParaRPr sz="22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9E79D22-E379-A788-B98F-C7FF88C77EB5}"/>
              </a:ext>
            </a:extLst>
          </p:cNvPr>
          <p:cNvSpPr txBox="1"/>
          <p:nvPr/>
        </p:nvSpPr>
        <p:spPr>
          <a:xfrm>
            <a:off x="342900" y="304800"/>
            <a:ext cx="11506200" cy="8266366"/>
          </a:xfrm>
          <a:prstGeom prst="rect">
            <a:avLst/>
          </a:prstGeom>
        </p:spPr>
        <p:txBody>
          <a:bodyPr vert="horz" wrap="square" lIns="0" tIns="12700" rIns="0" bIns="0" rtlCol="0">
            <a:spAutoFit/>
          </a:bodyPr>
          <a:lstStyle/>
          <a:p>
            <a:pPr marL="12700">
              <a:spcBef>
                <a:spcPts val="100"/>
              </a:spcBef>
            </a:pPr>
            <a:r>
              <a:rPr lang="en-US" sz="3200" spc="-100" dirty="0">
                <a:solidFill>
                  <a:srgbClr val="D2523B"/>
                </a:solidFill>
                <a:latin typeface="Arial"/>
                <a:cs typeface="Arial"/>
              </a:rPr>
              <a:t>2. </a:t>
            </a:r>
            <a:r>
              <a:rPr sz="3200" spc="-105" dirty="0">
                <a:solidFill>
                  <a:srgbClr val="D2523B"/>
                </a:solidFill>
                <a:latin typeface="Arial"/>
                <a:cs typeface="Arial"/>
              </a:rPr>
              <a:t>Componential:</a:t>
            </a:r>
            <a:r>
              <a:rPr sz="3200" spc="-80" dirty="0">
                <a:solidFill>
                  <a:srgbClr val="D2523B"/>
                </a:solidFill>
                <a:latin typeface="Arial"/>
                <a:cs typeface="Arial"/>
              </a:rPr>
              <a:t> </a:t>
            </a:r>
            <a:r>
              <a:rPr sz="3200" spc="-10" dirty="0">
                <a:solidFill>
                  <a:srgbClr val="D2523B"/>
                </a:solidFill>
                <a:latin typeface="Arial"/>
                <a:cs typeface="Arial"/>
              </a:rPr>
              <a:t>Network</a:t>
            </a:r>
            <a:r>
              <a:rPr lang="en-US" sz="3200" spc="-10" dirty="0">
                <a:solidFill>
                  <a:srgbClr val="D2523B"/>
                </a:solidFill>
                <a:latin typeface="Arial"/>
                <a:cs typeface="Arial"/>
              </a:rPr>
              <a:t> (</a:t>
            </a:r>
            <a:r>
              <a:rPr lang="en-US" sz="3200" spc="-10" dirty="0" err="1">
                <a:solidFill>
                  <a:srgbClr val="D2523B"/>
                </a:solidFill>
                <a:latin typeface="Arial"/>
                <a:cs typeface="Arial"/>
              </a:rPr>
              <a:t>VeChain</a:t>
            </a:r>
            <a:r>
              <a:rPr lang="en-US" sz="3200" spc="-10" dirty="0">
                <a:solidFill>
                  <a:srgbClr val="D2523B"/>
                </a:solidFill>
                <a:latin typeface="Arial"/>
                <a:cs typeface="Arial"/>
              </a:rPr>
              <a:t>)</a:t>
            </a:r>
          </a:p>
          <a:p>
            <a:pPr marL="12700">
              <a:spcBef>
                <a:spcPts val="100"/>
              </a:spcBef>
            </a:pPr>
            <a:endParaRPr lang="en-US" sz="2000" dirty="0">
              <a:solidFill>
                <a:srgbClr val="282833"/>
              </a:solidFill>
              <a:latin typeface="Arial"/>
              <a:cs typeface="Arial"/>
            </a:endParaRPr>
          </a:p>
          <a:p>
            <a:pPr marL="12700">
              <a:spcBef>
                <a:spcPts val="100"/>
              </a:spcBef>
            </a:pPr>
            <a:r>
              <a:rPr lang="en-US" sz="2000" b="1" dirty="0">
                <a:solidFill>
                  <a:srgbClr val="282833"/>
                </a:solidFill>
                <a:latin typeface="Arial"/>
                <a:cs typeface="Arial"/>
              </a:rPr>
              <a:t>Network: Blockchain Platform:</a:t>
            </a:r>
          </a:p>
          <a:p>
            <a:r>
              <a:rPr lang="en-US" sz="2000" dirty="0" err="1"/>
              <a:t>VeChain</a:t>
            </a:r>
            <a:r>
              <a:rPr lang="en-US" sz="2000" dirty="0"/>
              <a:t> uses a hybrid blockchain model, incorporating elements of both public and permissioned blockchains. Here are the details:</a:t>
            </a:r>
          </a:p>
          <a:p>
            <a:pPr>
              <a:buFont typeface="+mj-lt"/>
              <a:buAutoNum type="arabicPeriod"/>
            </a:pPr>
            <a:r>
              <a:rPr lang="en-US" sz="2000" b="1" dirty="0"/>
              <a:t>Public Blockchain</a:t>
            </a:r>
            <a:r>
              <a:rPr lang="en-US" sz="2000" dirty="0"/>
              <a:t>: </a:t>
            </a:r>
            <a:r>
              <a:rPr lang="en-US" sz="2000" dirty="0" err="1"/>
              <a:t>VeChainThor</a:t>
            </a:r>
            <a:r>
              <a:rPr lang="en-US" sz="2000" dirty="0"/>
              <a:t>, the blockchain that </a:t>
            </a:r>
            <a:r>
              <a:rPr lang="en-US" sz="2000" dirty="0" err="1"/>
              <a:t>VeChain</a:t>
            </a:r>
            <a:r>
              <a:rPr lang="en-US" sz="2000" dirty="0"/>
              <a:t> operates on, is fundamentally a public blockchain. This means that anyone can join the network, read the data on the blockchain, and participate in the consensus process. This aspect ensures transparency and decentralization, key features of public blockchains.</a:t>
            </a:r>
          </a:p>
          <a:p>
            <a:pPr>
              <a:buFont typeface="+mj-lt"/>
              <a:buAutoNum type="arabicPeriod"/>
            </a:pPr>
            <a:r>
              <a:rPr lang="en-US" sz="2000" b="1" dirty="0"/>
              <a:t>Permissioned Features</a:t>
            </a:r>
            <a:r>
              <a:rPr lang="en-US" sz="2000" dirty="0"/>
              <a:t>: While </a:t>
            </a:r>
            <a:r>
              <a:rPr lang="en-US" sz="2000" dirty="0" err="1"/>
              <a:t>VeChainThor</a:t>
            </a:r>
            <a:r>
              <a:rPr lang="en-US" sz="2000" dirty="0"/>
              <a:t> is a public blockchain, it includes permissioned features to enhance security and efficiency, particularly for enterprise use cases. The permissioned aspects allow certain nodes and participants to have special roles and permissions, enabling better control and compliance with regulatory requirements.</a:t>
            </a:r>
          </a:p>
          <a:p>
            <a:pPr marL="12700">
              <a:spcBef>
                <a:spcPts val="100"/>
              </a:spcBef>
            </a:pPr>
            <a:endParaRPr lang="en-US" sz="2000" dirty="0"/>
          </a:p>
          <a:p>
            <a:pPr marL="12700">
              <a:spcBef>
                <a:spcPts val="100"/>
              </a:spcBef>
            </a:pPr>
            <a:r>
              <a:rPr lang="en-US" sz="2000" b="1" dirty="0"/>
              <a:t>Currency</a:t>
            </a:r>
            <a:r>
              <a:rPr lang="en-US" sz="2000" dirty="0"/>
              <a:t>: </a:t>
            </a:r>
          </a:p>
          <a:p>
            <a:pPr marL="12700">
              <a:spcBef>
                <a:spcPts val="100"/>
              </a:spcBef>
            </a:pPr>
            <a:r>
              <a:rPr lang="en-US" sz="2000" dirty="0" err="1"/>
              <a:t>VeChain</a:t>
            </a:r>
            <a:r>
              <a:rPr lang="en-US" sz="2000" dirty="0"/>
              <a:t> utilizes a dual-token system comprising VET and VTHO. VET is the primary token used for transactions and other activities on the </a:t>
            </a:r>
            <a:r>
              <a:rPr lang="en-US" sz="2000" dirty="0" err="1"/>
              <a:t>VeChain</a:t>
            </a:r>
            <a:r>
              <a:rPr lang="en-US" sz="2000" dirty="0"/>
              <a:t> platform. It represents the right to use the </a:t>
            </a:r>
            <a:r>
              <a:rPr lang="en-US" sz="2000" dirty="0" err="1"/>
              <a:t>VeChain</a:t>
            </a:r>
            <a:r>
              <a:rPr lang="en-US" sz="2000" dirty="0"/>
              <a:t> blockchain and is used for staking and governance. VTHO, on the other hand, is used to pay for the execution of transactions and smart contracts. This dual-token model stabilizes transaction costs and separates the cost of using the blockchain from market speculation.</a:t>
            </a:r>
          </a:p>
          <a:p>
            <a:pPr marL="12700">
              <a:spcBef>
                <a:spcPts val="100"/>
              </a:spcBef>
            </a:pPr>
            <a:endParaRPr lang="en-US" dirty="0">
              <a:solidFill>
                <a:srgbClr val="282833"/>
              </a:solidFill>
              <a:latin typeface="Arial"/>
              <a:cs typeface="Arial"/>
            </a:endParaRPr>
          </a:p>
          <a:p>
            <a:pPr marL="12700">
              <a:spcBef>
                <a:spcPts val="100"/>
              </a:spcBef>
            </a:pPr>
            <a:endParaRPr lang="en-US" dirty="0">
              <a:solidFill>
                <a:srgbClr val="282833"/>
              </a:solidFill>
              <a:latin typeface="Arial"/>
              <a:cs typeface="Arial"/>
            </a:endParaRPr>
          </a:p>
          <a:p>
            <a:pPr marL="12700">
              <a:spcBef>
                <a:spcPts val="100"/>
              </a:spcBef>
            </a:pPr>
            <a:endParaRPr lang="en-US" dirty="0">
              <a:solidFill>
                <a:srgbClr val="282833"/>
              </a:solidFill>
              <a:latin typeface="Arial"/>
              <a:cs typeface="Arial"/>
            </a:endParaRPr>
          </a:p>
          <a:p>
            <a:pPr marL="12700">
              <a:spcBef>
                <a:spcPts val="100"/>
              </a:spcBef>
            </a:pPr>
            <a:endParaRPr lang="en-US" dirty="0">
              <a:solidFill>
                <a:srgbClr val="282833"/>
              </a:solidFill>
              <a:latin typeface="Arial"/>
              <a:cs typeface="Arial"/>
            </a:endParaRPr>
          </a:p>
          <a:p>
            <a:pPr marL="12700">
              <a:spcBef>
                <a:spcPts val="100"/>
              </a:spcBef>
            </a:pPr>
            <a:endParaRPr sz="3200" dirty="0">
              <a:latin typeface="Arial"/>
              <a:cs typeface="Arial"/>
            </a:endParaRPr>
          </a:p>
        </p:txBody>
      </p:sp>
    </p:spTree>
    <p:extLst>
      <p:ext uri="{BB962C8B-B14F-4D97-AF65-F5344CB8AC3E}">
        <p14:creationId xmlns:p14="http://schemas.microsoft.com/office/powerpoint/2010/main" val="4005173696"/>
      </p:ext>
    </p:extLst>
  </p:cSld>
  <p:clrMapOvr>
    <a:overrideClrMapping bg1="lt1" tx1="dk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9E79D22-E379-A788-B98F-C7FF88C77EB5}"/>
              </a:ext>
            </a:extLst>
          </p:cNvPr>
          <p:cNvSpPr txBox="1"/>
          <p:nvPr/>
        </p:nvSpPr>
        <p:spPr>
          <a:xfrm>
            <a:off x="533401" y="696722"/>
            <a:ext cx="11049000" cy="6694140"/>
          </a:xfrm>
          <a:prstGeom prst="rect">
            <a:avLst/>
          </a:prstGeom>
        </p:spPr>
        <p:txBody>
          <a:bodyPr vert="horz" wrap="square" lIns="0" tIns="12700" rIns="0" bIns="0" rtlCol="0">
            <a:spAutoFit/>
          </a:bodyPr>
          <a:lstStyle/>
          <a:p>
            <a:pPr marL="12700">
              <a:spcBef>
                <a:spcPts val="100"/>
              </a:spcBef>
            </a:pPr>
            <a:r>
              <a:rPr lang="en-US" sz="3600" spc="-100" dirty="0">
                <a:solidFill>
                  <a:srgbClr val="D2523B"/>
                </a:solidFill>
                <a:latin typeface="Arial"/>
                <a:cs typeface="Arial"/>
              </a:rPr>
              <a:t>2. </a:t>
            </a:r>
            <a:r>
              <a:rPr lang="en-US" sz="3600" spc="-105" dirty="0">
                <a:solidFill>
                  <a:srgbClr val="D2523B"/>
                </a:solidFill>
                <a:latin typeface="Arial"/>
                <a:cs typeface="Arial"/>
              </a:rPr>
              <a:t>Componential:</a:t>
            </a:r>
            <a:r>
              <a:rPr lang="en-US" sz="3600" spc="-80" dirty="0">
                <a:solidFill>
                  <a:srgbClr val="D2523B"/>
                </a:solidFill>
                <a:latin typeface="Arial"/>
                <a:cs typeface="Arial"/>
              </a:rPr>
              <a:t> </a:t>
            </a:r>
            <a:r>
              <a:rPr lang="en-US" sz="3600" spc="-10" dirty="0">
                <a:solidFill>
                  <a:srgbClr val="D2523B"/>
                </a:solidFill>
                <a:latin typeface="Arial"/>
                <a:cs typeface="Arial"/>
              </a:rPr>
              <a:t>Network (</a:t>
            </a:r>
            <a:r>
              <a:rPr lang="en-US" sz="3600" spc="-10" dirty="0" err="1">
                <a:solidFill>
                  <a:srgbClr val="D2523B"/>
                </a:solidFill>
                <a:latin typeface="Arial"/>
                <a:cs typeface="Arial"/>
              </a:rPr>
              <a:t>VeChain</a:t>
            </a:r>
            <a:r>
              <a:rPr lang="en-US" sz="3600" spc="-10" dirty="0">
                <a:solidFill>
                  <a:srgbClr val="D2523B"/>
                </a:solidFill>
                <a:latin typeface="Arial"/>
                <a:cs typeface="Arial"/>
              </a:rPr>
              <a:t>)</a:t>
            </a:r>
          </a:p>
          <a:p>
            <a:pPr marL="12700">
              <a:spcBef>
                <a:spcPts val="100"/>
              </a:spcBef>
            </a:pPr>
            <a:endParaRPr lang="en-US" sz="2400" dirty="0">
              <a:solidFill>
                <a:srgbClr val="282833"/>
              </a:solidFill>
              <a:latin typeface="Arial"/>
              <a:cs typeface="Arial"/>
            </a:endParaRPr>
          </a:p>
          <a:p>
            <a:r>
              <a:rPr lang="en-US" sz="2000" b="1" dirty="0"/>
              <a:t>Consensus Mechanism</a:t>
            </a:r>
            <a:r>
              <a:rPr lang="en-US" sz="2000" dirty="0"/>
              <a:t>:</a:t>
            </a:r>
          </a:p>
          <a:p>
            <a:r>
              <a:rPr lang="en-US" sz="2000" dirty="0" err="1"/>
              <a:t>VeChain</a:t>
            </a:r>
            <a:r>
              <a:rPr lang="en-US" sz="2000" dirty="0"/>
              <a:t> employs a Proof of Authority (</a:t>
            </a:r>
            <a:r>
              <a:rPr lang="en-US" sz="2000" dirty="0" err="1"/>
              <a:t>PoA</a:t>
            </a:r>
            <a:r>
              <a:rPr lang="en-US" sz="2000" dirty="0"/>
              <a:t>) consensus mechanism. In this system, 101 Authority </a:t>
            </a:r>
            <a:r>
              <a:rPr lang="en-US" sz="2000" dirty="0" err="1"/>
              <a:t>Masternodes</a:t>
            </a:r>
            <a:r>
              <a:rPr lang="en-US" sz="2000" dirty="0"/>
              <a:t>, chosen based on strict KYC procedures, are responsible for reaching consensus on transactions and blocks. This approach is chosen to balance decentralization, security, and speed, optimizing the blockchain for enterprise use. The </a:t>
            </a:r>
            <a:r>
              <a:rPr lang="en-US" sz="2000" dirty="0" err="1"/>
              <a:t>PoA</a:t>
            </a:r>
            <a:r>
              <a:rPr lang="en-US" sz="2000" dirty="0"/>
              <a:t> system is energy-efficient and ensures a high throughput, making it suitable for a variety of business applications.</a:t>
            </a:r>
          </a:p>
          <a:p>
            <a:endParaRPr lang="en-US" sz="2000" dirty="0"/>
          </a:p>
          <a:p>
            <a:r>
              <a:rPr lang="en-US" sz="2000" b="1" dirty="0"/>
              <a:t>Block Production</a:t>
            </a:r>
            <a:r>
              <a:rPr lang="en-US" sz="2000" dirty="0"/>
              <a:t>: </a:t>
            </a:r>
          </a:p>
          <a:p>
            <a:r>
              <a:rPr lang="en-US" sz="2000" dirty="0"/>
              <a:t>In the </a:t>
            </a:r>
            <a:r>
              <a:rPr lang="en-US" sz="2000" dirty="0" err="1"/>
              <a:t>VeChainThor</a:t>
            </a:r>
            <a:r>
              <a:rPr lang="en-US" sz="2000" dirty="0"/>
              <a:t> blockchain, blocks are produced by the Authority </a:t>
            </a:r>
            <a:r>
              <a:rPr lang="en-US" sz="2000" dirty="0" err="1"/>
              <a:t>Masternodes</a:t>
            </a:r>
            <a:r>
              <a:rPr lang="en-US" sz="2000" dirty="0"/>
              <a:t> every 10 seconds, ensuring a fast and efficient transaction process. This rapid block production is essential for applications requiring quick transaction times, like supply chain tracking. The block producers (Authority </a:t>
            </a:r>
            <a:r>
              <a:rPr lang="en-US" sz="2000" dirty="0" err="1"/>
              <a:t>Masternodes</a:t>
            </a:r>
            <a:r>
              <a:rPr lang="en-US" sz="2000" dirty="0"/>
              <a:t>) are incentivized to maintain the network's integrity and security, as their reputation and identities are known.</a:t>
            </a:r>
          </a:p>
          <a:p>
            <a:endParaRPr lang="en-US" sz="1400" dirty="0"/>
          </a:p>
          <a:p>
            <a:pPr marL="12700">
              <a:spcBef>
                <a:spcPts val="100"/>
              </a:spcBef>
            </a:pPr>
            <a:endParaRPr lang="en-US" sz="2000" dirty="0">
              <a:solidFill>
                <a:srgbClr val="282833"/>
              </a:solidFill>
              <a:latin typeface="Arial"/>
              <a:cs typeface="Arial"/>
            </a:endParaRPr>
          </a:p>
          <a:p>
            <a:pPr marL="12700">
              <a:spcBef>
                <a:spcPts val="100"/>
              </a:spcBef>
            </a:pPr>
            <a:endParaRPr lang="en-US" sz="2000" dirty="0">
              <a:solidFill>
                <a:srgbClr val="282833"/>
              </a:solidFill>
              <a:latin typeface="Arial"/>
              <a:cs typeface="Arial"/>
            </a:endParaRPr>
          </a:p>
          <a:p>
            <a:pPr marL="12700">
              <a:spcBef>
                <a:spcPts val="100"/>
              </a:spcBef>
            </a:pPr>
            <a:endParaRPr lang="en-US" sz="2000" dirty="0">
              <a:solidFill>
                <a:srgbClr val="282833"/>
              </a:solidFill>
              <a:latin typeface="Arial"/>
              <a:cs typeface="Arial"/>
            </a:endParaRPr>
          </a:p>
          <a:p>
            <a:pPr marL="12700">
              <a:spcBef>
                <a:spcPts val="100"/>
              </a:spcBef>
            </a:pPr>
            <a:endParaRPr lang="en-US" sz="3600" dirty="0">
              <a:latin typeface="Arial"/>
              <a:cs typeface="Arial"/>
            </a:endParaRPr>
          </a:p>
        </p:txBody>
      </p:sp>
    </p:spTree>
    <p:extLst>
      <p:ext uri="{BB962C8B-B14F-4D97-AF65-F5344CB8AC3E}">
        <p14:creationId xmlns:p14="http://schemas.microsoft.com/office/powerpoint/2010/main" val="3361029890"/>
      </p:ext>
    </p:extLst>
  </p:cSld>
  <p:clrMapOvr>
    <a:overrideClrMapping bg1="lt1" tx1="dk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p:nvPr/>
        </p:nvSpPr>
        <p:spPr>
          <a:xfrm>
            <a:off x="2059940" y="696723"/>
            <a:ext cx="7971790" cy="5269865"/>
          </a:xfrm>
          <a:prstGeom prst="rect">
            <a:avLst/>
          </a:prstGeom>
        </p:spPr>
        <p:txBody>
          <a:bodyPr vert="horz" wrap="square" lIns="0" tIns="12700" rIns="0" bIns="0" rtlCol="0">
            <a:spAutoFit/>
          </a:bodyPr>
          <a:lstStyle/>
          <a:p>
            <a:pPr marL="12700">
              <a:spcBef>
                <a:spcPts val="100"/>
              </a:spcBef>
            </a:pPr>
            <a:r>
              <a:rPr lang="en-US" sz="4000" spc="-100" dirty="0">
                <a:solidFill>
                  <a:srgbClr val="D2523B"/>
                </a:solidFill>
                <a:latin typeface="Arial"/>
                <a:cs typeface="Arial"/>
              </a:rPr>
              <a:t>2. </a:t>
            </a:r>
            <a:r>
              <a:rPr sz="4000" spc="-100" dirty="0">
                <a:solidFill>
                  <a:srgbClr val="D2523B"/>
                </a:solidFill>
                <a:latin typeface="Arial"/>
                <a:cs typeface="Arial"/>
              </a:rPr>
              <a:t>Componential:</a:t>
            </a:r>
            <a:r>
              <a:rPr sz="4000" spc="-180" dirty="0">
                <a:solidFill>
                  <a:srgbClr val="D2523B"/>
                </a:solidFill>
                <a:latin typeface="Arial"/>
                <a:cs typeface="Arial"/>
              </a:rPr>
              <a:t> </a:t>
            </a:r>
            <a:r>
              <a:rPr sz="4000" spc="-80" dirty="0">
                <a:solidFill>
                  <a:srgbClr val="D2523B"/>
                </a:solidFill>
                <a:latin typeface="Arial"/>
                <a:cs typeface="Arial"/>
              </a:rPr>
              <a:t>Code</a:t>
            </a:r>
            <a:r>
              <a:rPr sz="4000" spc="-165" dirty="0">
                <a:solidFill>
                  <a:srgbClr val="D2523B"/>
                </a:solidFill>
                <a:latin typeface="Arial"/>
                <a:cs typeface="Arial"/>
              </a:rPr>
              <a:t> </a:t>
            </a:r>
            <a:r>
              <a:rPr sz="4000" spc="-10" dirty="0">
                <a:solidFill>
                  <a:srgbClr val="D2523B"/>
                </a:solidFill>
                <a:latin typeface="Arial"/>
                <a:cs typeface="Arial"/>
              </a:rPr>
              <a:t>Resources</a:t>
            </a:r>
            <a:endParaRPr sz="4000" dirty="0">
              <a:latin typeface="Arial"/>
              <a:cs typeface="Arial"/>
            </a:endParaRPr>
          </a:p>
          <a:p>
            <a:pPr marL="193675" marR="5080" indent="-181610">
              <a:spcBef>
                <a:spcPts val="2505"/>
              </a:spcBef>
              <a:buClr>
                <a:srgbClr val="93A299"/>
              </a:buClr>
              <a:buSzPct val="83333"/>
              <a:buChar char="•"/>
              <a:tabLst>
                <a:tab pos="194945" algn="l"/>
              </a:tabLst>
            </a:pPr>
            <a:r>
              <a:rPr sz="2400" dirty="0">
                <a:solidFill>
                  <a:srgbClr val="282833"/>
                </a:solidFill>
                <a:latin typeface="Arial"/>
                <a:cs typeface="Arial"/>
              </a:rPr>
              <a:t>Every</a:t>
            </a:r>
            <a:r>
              <a:rPr sz="2400" spc="-80" dirty="0">
                <a:solidFill>
                  <a:srgbClr val="282833"/>
                </a:solidFill>
                <a:latin typeface="Arial"/>
                <a:cs typeface="Arial"/>
              </a:rPr>
              <a:t> </a:t>
            </a:r>
            <a:r>
              <a:rPr sz="2400" dirty="0">
                <a:solidFill>
                  <a:srgbClr val="282833"/>
                </a:solidFill>
                <a:latin typeface="Arial"/>
                <a:cs typeface="Arial"/>
              </a:rPr>
              <a:t>blockchain</a:t>
            </a:r>
            <a:r>
              <a:rPr sz="2400" spc="-65" dirty="0">
                <a:solidFill>
                  <a:srgbClr val="282833"/>
                </a:solidFill>
                <a:latin typeface="Arial"/>
                <a:cs typeface="Arial"/>
              </a:rPr>
              <a:t> </a:t>
            </a:r>
            <a:r>
              <a:rPr sz="2400" spc="-10" dirty="0">
                <a:solidFill>
                  <a:srgbClr val="282833"/>
                </a:solidFill>
                <a:latin typeface="Arial"/>
                <a:cs typeface="Arial"/>
              </a:rPr>
              <a:t>collaborative</a:t>
            </a:r>
            <a:r>
              <a:rPr sz="2400" spc="-80" dirty="0">
                <a:solidFill>
                  <a:srgbClr val="282833"/>
                </a:solidFill>
                <a:latin typeface="Arial"/>
                <a:cs typeface="Arial"/>
              </a:rPr>
              <a:t> </a:t>
            </a:r>
            <a:r>
              <a:rPr sz="2400" dirty="0">
                <a:solidFill>
                  <a:srgbClr val="282833"/>
                </a:solidFill>
                <a:latin typeface="Arial"/>
                <a:cs typeface="Arial"/>
              </a:rPr>
              <a:t>network</a:t>
            </a:r>
            <a:r>
              <a:rPr sz="2400" spc="-80" dirty="0">
                <a:solidFill>
                  <a:srgbClr val="282833"/>
                </a:solidFill>
                <a:latin typeface="Arial"/>
                <a:cs typeface="Arial"/>
              </a:rPr>
              <a:t> </a:t>
            </a:r>
            <a:r>
              <a:rPr sz="2400" dirty="0">
                <a:solidFill>
                  <a:srgbClr val="282833"/>
                </a:solidFill>
                <a:latin typeface="Arial"/>
                <a:cs typeface="Arial"/>
              </a:rPr>
              <a:t>will</a:t>
            </a:r>
            <a:r>
              <a:rPr sz="2400" spc="-80" dirty="0">
                <a:solidFill>
                  <a:srgbClr val="282833"/>
                </a:solidFill>
                <a:latin typeface="Arial"/>
                <a:cs typeface="Arial"/>
              </a:rPr>
              <a:t> </a:t>
            </a:r>
            <a:r>
              <a:rPr sz="2400" dirty="0">
                <a:solidFill>
                  <a:srgbClr val="282833"/>
                </a:solidFill>
                <a:latin typeface="Arial"/>
                <a:cs typeface="Arial"/>
              </a:rPr>
              <a:t>need</a:t>
            </a:r>
            <a:r>
              <a:rPr sz="2400" spc="-80" dirty="0">
                <a:solidFill>
                  <a:srgbClr val="282833"/>
                </a:solidFill>
                <a:latin typeface="Arial"/>
                <a:cs typeface="Arial"/>
              </a:rPr>
              <a:t> </a:t>
            </a:r>
            <a:r>
              <a:rPr sz="2400" spc="-10" dirty="0">
                <a:solidFill>
                  <a:srgbClr val="282833"/>
                </a:solidFill>
                <a:latin typeface="Arial"/>
                <a:cs typeface="Arial"/>
              </a:rPr>
              <a:t>software 	</a:t>
            </a:r>
            <a:r>
              <a:rPr sz="2400" dirty="0">
                <a:solidFill>
                  <a:srgbClr val="282833"/>
                </a:solidFill>
                <a:latin typeface="Arial"/>
                <a:cs typeface="Arial"/>
              </a:rPr>
              <a:t>to</a:t>
            </a:r>
            <a:r>
              <a:rPr sz="2400" spc="-10" dirty="0">
                <a:solidFill>
                  <a:srgbClr val="282833"/>
                </a:solidFill>
                <a:latin typeface="Arial"/>
                <a:cs typeface="Arial"/>
              </a:rPr>
              <a:t> operate.</a:t>
            </a:r>
            <a:endParaRPr sz="2400" dirty="0">
              <a:latin typeface="Arial"/>
              <a:cs typeface="Arial"/>
            </a:endParaRPr>
          </a:p>
          <a:p>
            <a:pPr marL="193675" marR="58419" indent="-181610">
              <a:spcBef>
                <a:spcPts val="575"/>
              </a:spcBef>
              <a:buClr>
                <a:srgbClr val="93A299"/>
              </a:buClr>
              <a:buSzPct val="83333"/>
              <a:buChar char="•"/>
              <a:tabLst>
                <a:tab pos="194945" algn="l"/>
              </a:tabLst>
            </a:pPr>
            <a:r>
              <a:rPr sz="2400" dirty="0">
                <a:solidFill>
                  <a:srgbClr val="282833"/>
                </a:solidFill>
                <a:latin typeface="Arial"/>
                <a:cs typeface="Arial"/>
              </a:rPr>
              <a:t>If</a:t>
            </a:r>
            <a:r>
              <a:rPr sz="2400" spc="-70" dirty="0">
                <a:solidFill>
                  <a:srgbClr val="282833"/>
                </a:solidFill>
                <a:latin typeface="Arial"/>
                <a:cs typeface="Arial"/>
              </a:rPr>
              <a:t> </a:t>
            </a:r>
            <a:r>
              <a:rPr sz="2400" dirty="0">
                <a:solidFill>
                  <a:srgbClr val="282833"/>
                </a:solidFill>
                <a:latin typeface="Arial"/>
                <a:cs typeface="Arial"/>
              </a:rPr>
              <a:t>smart</a:t>
            </a:r>
            <a:r>
              <a:rPr sz="2400" spc="-40" dirty="0">
                <a:solidFill>
                  <a:srgbClr val="282833"/>
                </a:solidFill>
                <a:latin typeface="Arial"/>
                <a:cs typeface="Arial"/>
              </a:rPr>
              <a:t> </a:t>
            </a:r>
            <a:r>
              <a:rPr sz="2400" dirty="0">
                <a:solidFill>
                  <a:srgbClr val="282833"/>
                </a:solidFill>
                <a:latin typeface="Arial"/>
                <a:cs typeface="Arial"/>
              </a:rPr>
              <a:t>contracts</a:t>
            </a:r>
            <a:r>
              <a:rPr sz="2400" spc="-45" dirty="0">
                <a:solidFill>
                  <a:srgbClr val="282833"/>
                </a:solidFill>
                <a:latin typeface="Arial"/>
                <a:cs typeface="Arial"/>
              </a:rPr>
              <a:t> </a:t>
            </a:r>
            <a:r>
              <a:rPr sz="2400" dirty="0">
                <a:solidFill>
                  <a:srgbClr val="282833"/>
                </a:solidFill>
                <a:latin typeface="Arial"/>
                <a:cs typeface="Arial"/>
              </a:rPr>
              <a:t>are</a:t>
            </a:r>
            <a:r>
              <a:rPr sz="2400" spc="-50" dirty="0">
                <a:solidFill>
                  <a:srgbClr val="282833"/>
                </a:solidFill>
                <a:latin typeface="Arial"/>
                <a:cs typeface="Arial"/>
              </a:rPr>
              <a:t> </a:t>
            </a:r>
            <a:r>
              <a:rPr sz="2400" dirty="0">
                <a:solidFill>
                  <a:srgbClr val="282833"/>
                </a:solidFill>
                <a:latin typeface="Arial"/>
                <a:cs typeface="Arial"/>
              </a:rPr>
              <a:t>needed,</a:t>
            </a:r>
            <a:r>
              <a:rPr sz="2400" spc="-40" dirty="0">
                <a:solidFill>
                  <a:srgbClr val="282833"/>
                </a:solidFill>
                <a:latin typeface="Arial"/>
                <a:cs typeface="Arial"/>
              </a:rPr>
              <a:t> </a:t>
            </a:r>
            <a:r>
              <a:rPr sz="2400" dirty="0">
                <a:solidFill>
                  <a:srgbClr val="282833"/>
                </a:solidFill>
                <a:latin typeface="Arial"/>
                <a:cs typeface="Arial"/>
              </a:rPr>
              <a:t>someone</a:t>
            </a:r>
            <a:r>
              <a:rPr sz="2400" spc="-50" dirty="0">
                <a:solidFill>
                  <a:srgbClr val="282833"/>
                </a:solidFill>
                <a:latin typeface="Arial"/>
                <a:cs typeface="Arial"/>
              </a:rPr>
              <a:t> </a:t>
            </a:r>
            <a:r>
              <a:rPr sz="2400" dirty="0">
                <a:solidFill>
                  <a:srgbClr val="282833"/>
                </a:solidFill>
                <a:latin typeface="Arial"/>
                <a:cs typeface="Arial"/>
              </a:rPr>
              <a:t>will</a:t>
            </a:r>
            <a:r>
              <a:rPr sz="2400" spc="-50" dirty="0">
                <a:solidFill>
                  <a:srgbClr val="282833"/>
                </a:solidFill>
                <a:latin typeface="Arial"/>
                <a:cs typeface="Arial"/>
              </a:rPr>
              <a:t> </a:t>
            </a:r>
            <a:r>
              <a:rPr sz="2400" dirty="0">
                <a:solidFill>
                  <a:srgbClr val="282833"/>
                </a:solidFill>
                <a:latin typeface="Arial"/>
                <a:cs typeface="Arial"/>
              </a:rPr>
              <a:t>have</a:t>
            </a:r>
            <a:r>
              <a:rPr sz="2400" spc="-45" dirty="0">
                <a:solidFill>
                  <a:srgbClr val="282833"/>
                </a:solidFill>
                <a:latin typeface="Arial"/>
                <a:cs typeface="Arial"/>
              </a:rPr>
              <a:t> </a:t>
            </a:r>
            <a:r>
              <a:rPr sz="2400" dirty="0">
                <a:solidFill>
                  <a:srgbClr val="282833"/>
                </a:solidFill>
                <a:latin typeface="Arial"/>
                <a:cs typeface="Arial"/>
              </a:rPr>
              <a:t>to</a:t>
            </a:r>
            <a:r>
              <a:rPr sz="2400" spc="-50" dirty="0">
                <a:solidFill>
                  <a:srgbClr val="282833"/>
                </a:solidFill>
                <a:latin typeface="Arial"/>
                <a:cs typeface="Arial"/>
              </a:rPr>
              <a:t> </a:t>
            </a:r>
            <a:r>
              <a:rPr sz="2400" spc="-10" dirty="0">
                <a:solidFill>
                  <a:srgbClr val="282833"/>
                </a:solidFill>
                <a:latin typeface="Arial"/>
                <a:cs typeface="Arial"/>
              </a:rPr>
              <a:t>write 	</a:t>
            </a:r>
            <a:r>
              <a:rPr sz="2400" spc="-20" dirty="0">
                <a:solidFill>
                  <a:srgbClr val="282833"/>
                </a:solidFill>
                <a:latin typeface="Arial"/>
                <a:cs typeface="Arial"/>
              </a:rPr>
              <a:t>them</a:t>
            </a:r>
            <a:endParaRPr sz="2400" dirty="0">
              <a:latin typeface="Arial"/>
              <a:cs typeface="Arial"/>
            </a:endParaRPr>
          </a:p>
          <a:p>
            <a:pPr marL="193675" marR="332105" indent="-181610">
              <a:spcBef>
                <a:spcPts val="580"/>
              </a:spcBef>
              <a:buClr>
                <a:srgbClr val="93A299"/>
              </a:buClr>
              <a:buSzPct val="83333"/>
              <a:buChar char="•"/>
              <a:tabLst>
                <a:tab pos="194945" algn="l"/>
              </a:tabLst>
            </a:pPr>
            <a:r>
              <a:rPr sz="2400" dirty="0">
                <a:solidFill>
                  <a:srgbClr val="282833"/>
                </a:solidFill>
                <a:latin typeface="Arial"/>
                <a:cs typeface="Arial"/>
              </a:rPr>
              <a:t>Software</a:t>
            </a:r>
            <a:r>
              <a:rPr sz="2400" spc="-60" dirty="0">
                <a:solidFill>
                  <a:srgbClr val="282833"/>
                </a:solidFill>
                <a:latin typeface="Arial"/>
                <a:cs typeface="Arial"/>
              </a:rPr>
              <a:t> </a:t>
            </a:r>
            <a:r>
              <a:rPr sz="2400" dirty="0">
                <a:solidFill>
                  <a:srgbClr val="282833"/>
                </a:solidFill>
                <a:latin typeface="Arial"/>
                <a:cs typeface="Arial"/>
              </a:rPr>
              <a:t>goes</a:t>
            </a:r>
            <a:r>
              <a:rPr sz="2400" spc="-55" dirty="0">
                <a:solidFill>
                  <a:srgbClr val="282833"/>
                </a:solidFill>
                <a:latin typeface="Arial"/>
                <a:cs typeface="Arial"/>
              </a:rPr>
              <a:t> </a:t>
            </a:r>
            <a:r>
              <a:rPr sz="2400" dirty="0">
                <a:solidFill>
                  <a:srgbClr val="282833"/>
                </a:solidFill>
                <a:latin typeface="Arial"/>
                <a:cs typeface="Arial"/>
              </a:rPr>
              <a:t>far</a:t>
            </a:r>
            <a:r>
              <a:rPr sz="2400" spc="-55" dirty="0">
                <a:solidFill>
                  <a:srgbClr val="282833"/>
                </a:solidFill>
                <a:latin typeface="Arial"/>
                <a:cs typeface="Arial"/>
              </a:rPr>
              <a:t> </a:t>
            </a:r>
            <a:r>
              <a:rPr sz="2400" dirty="0">
                <a:solidFill>
                  <a:srgbClr val="282833"/>
                </a:solidFill>
                <a:latin typeface="Arial"/>
                <a:cs typeface="Arial"/>
              </a:rPr>
              <a:t>beyond</a:t>
            </a:r>
            <a:r>
              <a:rPr sz="2400" spc="-55" dirty="0">
                <a:solidFill>
                  <a:srgbClr val="282833"/>
                </a:solidFill>
                <a:latin typeface="Arial"/>
                <a:cs typeface="Arial"/>
              </a:rPr>
              <a:t> </a:t>
            </a:r>
            <a:r>
              <a:rPr sz="2400" dirty="0">
                <a:solidFill>
                  <a:srgbClr val="282833"/>
                </a:solidFill>
                <a:latin typeface="Arial"/>
                <a:cs typeface="Arial"/>
              </a:rPr>
              <a:t>smart</a:t>
            </a:r>
            <a:r>
              <a:rPr sz="2400" spc="-55" dirty="0">
                <a:solidFill>
                  <a:srgbClr val="282833"/>
                </a:solidFill>
                <a:latin typeface="Arial"/>
                <a:cs typeface="Arial"/>
              </a:rPr>
              <a:t> </a:t>
            </a:r>
            <a:r>
              <a:rPr sz="2400" dirty="0">
                <a:solidFill>
                  <a:srgbClr val="282833"/>
                </a:solidFill>
                <a:latin typeface="Arial"/>
                <a:cs typeface="Arial"/>
              </a:rPr>
              <a:t>contracts</a:t>
            </a:r>
            <a:r>
              <a:rPr sz="2400" spc="-55" dirty="0">
                <a:solidFill>
                  <a:srgbClr val="282833"/>
                </a:solidFill>
                <a:latin typeface="Arial"/>
                <a:cs typeface="Arial"/>
              </a:rPr>
              <a:t> </a:t>
            </a:r>
            <a:r>
              <a:rPr sz="2400" dirty="0">
                <a:solidFill>
                  <a:srgbClr val="282833"/>
                </a:solidFill>
                <a:latin typeface="Arial"/>
                <a:cs typeface="Arial"/>
              </a:rPr>
              <a:t>and</a:t>
            </a:r>
            <a:r>
              <a:rPr sz="2400" spc="-55" dirty="0">
                <a:solidFill>
                  <a:srgbClr val="282833"/>
                </a:solidFill>
                <a:latin typeface="Arial"/>
                <a:cs typeface="Arial"/>
              </a:rPr>
              <a:t> </a:t>
            </a:r>
            <a:r>
              <a:rPr sz="2400" spc="-10" dirty="0">
                <a:solidFill>
                  <a:srgbClr val="282833"/>
                </a:solidFill>
                <a:latin typeface="Arial"/>
                <a:cs typeface="Arial"/>
              </a:rPr>
              <a:t>includes 	</a:t>
            </a:r>
            <a:r>
              <a:rPr sz="2400" dirty="0">
                <a:solidFill>
                  <a:srgbClr val="282833"/>
                </a:solidFill>
                <a:latin typeface="Arial"/>
                <a:cs typeface="Arial"/>
              </a:rPr>
              <a:t>application</a:t>
            </a:r>
            <a:r>
              <a:rPr sz="2400" spc="-85" dirty="0">
                <a:solidFill>
                  <a:srgbClr val="282833"/>
                </a:solidFill>
                <a:latin typeface="Arial"/>
                <a:cs typeface="Arial"/>
              </a:rPr>
              <a:t> </a:t>
            </a:r>
            <a:r>
              <a:rPr sz="2400" dirty="0">
                <a:solidFill>
                  <a:srgbClr val="282833"/>
                </a:solidFill>
                <a:latin typeface="Arial"/>
                <a:cs typeface="Arial"/>
              </a:rPr>
              <a:t>software</a:t>
            </a:r>
            <a:r>
              <a:rPr sz="2400" spc="-85" dirty="0">
                <a:solidFill>
                  <a:srgbClr val="282833"/>
                </a:solidFill>
                <a:latin typeface="Arial"/>
                <a:cs typeface="Arial"/>
              </a:rPr>
              <a:t> </a:t>
            </a:r>
            <a:r>
              <a:rPr sz="2400" dirty="0">
                <a:solidFill>
                  <a:srgbClr val="282833"/>
                </a:solidFill>
                <a:latin typeface="Arial"/>
                <a:cs typeface="Arial"/>
              </a:rPr>
              <a:t>and</a:t>
            </a:r>
            <a:r>
              <a:rPr sz="2400" spc="-80" dirty="0">
                <a:solidFill>
                  <a:srgbClr val="282833"/>
                </a:solidFill>
                <a:latin typeface="Arial"/>
                <a:cs typeface="Arial"/>
              </a:rPr>
              <a:t> </a:t>
            </a:r>
            <a:r>
              <a:rPr sz="2400" dirty="0">
                <a:solidFill>
                  <a:srgbClr val="282833"/>
                </a:solidFill>
                <a:latin typeface="Arial"/>
                <a:cs typeface="Arial"/>
              </a:rPr>
              <a:t>user</a:t>
            </a:r>
            <a:r>
              <a:rPr sz="2400" spc="-85" dirty="0">
                <a:solidFill>
                  <a:srgbClr val="282833"/>
                </a:solidFill>
                <a:latin typeface="Arial"/>
                <a:cs typeface="Arial"/>
              </a:rPr>
              <a:t> </a:t>
            </a:r>
            <a:r>
              <a:rPr sz="2400" dirty="0">
                <a:solidFill>
                  <a:srgbClr val="282833"/>
                </a:solidFill>
                <a:latin typeface="Arial"/>
                <a:cs typeface="Arial"/>
              </a:rPr>
              <a:t>interfaces</a:t>
            </a:r>
            <a:r>
              <a:rPr sz="2400" spc="-85" dirty="0">
                <a:solidFill>
                  <a:srgbClr val="282833"/>
                </a:solidFill>
                <a:latin typeface="Arial"/>
                <a:cs typeface="Arial"/>
              </a:rPr>
              <a:t> </a:t>
            </a:r>
            <a:r>
              <a:rPr sz="2400" dirty="0">
                <a:solidFill>
                  <a:srgbClr val="282833"/>
                </a:solidFill>
                <a:latin typeface="Arial"/>
                <a:cs typeface="Arial"/>
              </a:rPr>
              <a:t>to</a:t>
            </a:r>
            <a:r>
              <a:rPr sz="2400" spc="-100" dirty="0">
                <a:solidFill>
                  <a:srgbClr val="282833"/>
                </a:solidFill>
                <a:latin typeface="Arial"/>
                <a:cs typeface="Arial"/>
              </a:rPr>
              <a:t> </a:t>
            </a:r>
            <a:r>
              <a:rPr sz="2400" spc="-10" dirty="0">
                <a:solidFill>
                  <a:srgbClr val="282833"/>
                </a:solidFill>
                <a:latin typeface="Arial"/>
                <a:cs typeface="Arial"/>
              </a:rPr>
              <a:t>allow 	participants</a:t>
            </a:r>
            <a:r>
              <a:rPr sz="2400" spc="-55" dirty="0">
                <a:solidFill>
                  <a:srgbClr val="282833"/>
                </a:solidFill>
                <a:latin typeface="Arial"/>
                <a:cs typeface="Arial"/>
              </a:rPr>
              <a:t> </a:t>
            </a:r>
            <a:r>
              <a:rPr sz="2400" dirty="0">
                <a:solidFill>
                  <a:srgbClr val="282833"/>
                </a:solidFill>
                <a:latin typeface="Arial"/>
                <a:cs typeface="Arial"/>
              </a:rPr>
              <a:t>to</a:t>
            </a:r>
            <a:r>
              <a:rPr sz="2400" spc="-50" dirty="0">
                <a:solidFill>
                  <a:srgbClr val="282833"/>
                </a:solidFill>
                <a:latin typeface="Arial"/>
                <a:cs typeface="Arial"/>
              </a:rPr>
              <a:t> </a:t>
            </a:r>
            <a:r>
              <a:rPr sz="2400" dirty="0">
                <a:solidFill>
                  <a:srgbClr val="282833"/>
                </a:solidFill>
                <a:latin typeface="Arial"/>
                <a:cs typeface="Arial"/>
              </a:rPr>
              <a:t>interact</a:t>
            </a:r>
            <a:r>
              <a:rPr sz="2400" spc="-50" dirty="0">
                <a:solidFill>
                  <a:srgbClr val="282833"/>
                </a:solidFill>
                <a:latin typeface="Arial"/>
                <a:cs typeface="Arial"/>
              </a:rPr>
              <a:t> </a:t>
            </a:r>
            <a:r>
              <a:rPr sz="2400" dirty="0">
                <a:solidFill>
                  <a:srgbClr val="282833"/>
                </a:solidFill>
                <a:latin typeface="Arial"/>
                <a:cs typeface="Arial"/>
              </a:rPr>
              <a:t>with</a:t>
            </a:r>
            <a:r>
              <a:rPr sz="2400" spc="-50" dirty="0">
                <a:solidFill>
                  <a:srgbClr val="282833"/>
                </a:solidFill>
                <a:latin typeface="Arial"/>
                <a:cs typeface="Arial"/>
              </a:rPr>
              <a:t> </a:t>
            </a:r>
            <a:r>
              <a:rPr sz="2400" dirty="0">
                <a:solidFill>
                  <a:srgbClr val="282833"/>
                </a:solidFill>
                <a:latin typeface="Arial"/>
                <a:cs typeface="Arial"/>
              </a:rPr>
              <a:t>the</a:t>
            </a:r>
            <a:r>
              <a:rPr sz="2400" spc="-50" dirty="0">
                <a:solidFill>
                  <a:srgbClr val="282833"/>
                </a:solidFill>
                <a:latin typeface="Arial"/>
                <a:cs typeface="Arial"/>
              </a:rPr>
              <a:t> </a:t>
            </a:r>
            <a:r>
              <a:rPr sz="2400" spc="-10" dirty="0">
                <a:solidFill>
                  <a:srgbClr val="282833"/>
                </a:solidFill>
                <a:latin typeface="Arial"/>
                <a:cs typeface="Arial"/>
              </a:rPr>
              <a:t>system.</a:t>
            </a:r>
            <a:endParaRPr sz="2400" dirty="0">
              <a:latin typeface="Arial"/>
              <a:cs typeface="Arial"/>
            </a:endParaRPr>
          </a:p>
          <a:p>
            <a:pPr marL="194310" marR="414020" indent="-181610">
              <a:spcBef>
                <a:spcPts val="575"/>
              </a:spcBef>
              <a:buClr>
                <a:srgbClr val="93A299"/>
              </a:buClr>
              <a:buSzPct val="83333"/>
              <a:buChar char="•"/>
              <a:tabLst>
                <a:tab pos="195580" algn="l"/>
              </a:tabLst>
            </a:pPr>
            <a:r>
              <a:rPr sz="2400" dirty="0">
                <a:solidFill>
                  <a:srgbClr val="282833"/>
                </a:solidFill>
                <a:latin typeface="Arial"/>
                <a:cs typeface="Arial"/>
              </a:rPr>
              <a:t>Human</a:t>
            </a:r>
            <a:r>
              <a:rPr sz="2400" spc="-55" dirty="0">
                <a:solidFill>
                  <a:srgbClr val="282833"/>
                </a:solidFill>
                <a:latin typeface="Arial"/>
                <a:cs typeface="Arial"/>
              </a:rPr>
              <a:t> </a:t>
            </a:r>
            <a:r>
              <a:rPr sz="2400" dirty="0">
                <a:solidFill>
                  <a:srgbClr val="282833"/>
                </a:solidFill>
                <a:latin typeface="Arial"/>
                <a:cs typeface="Arial"/>
              </a:rPr>
              <a:t>resources</a:t>
            </a:r>
            <a:r>
              <a:rPr sz="2400" spc="-55" dirty="0">
                <a:solidFill>
                  <a:srgbClr val="282833"/>
                </a:solidFill>
                <a:latin typeface="Arial"/>
                <a:cs typeface="Arial"/>
              </a:rPr>
              <a:t> </a:t>
            </a:r>
            <a:r>
              <a:rPr sz="2400" dirty="0">
                <a:solidFill>
                  <a:srgbClr val="282833"/>
                </a:solidFill>
                <a:latin typeface="Arial"/>
                <a:cs typeface="Arial"/>
              </a:rPr>
              <a:t>will</a:t>
            </a:r>
            <a:r>
              <a:rPr sz="2400" spc="-55" dirty="0">
                <a:solidFill>
                  <a:srgbClr val="282833"/>
                </a:solidFill>
                <a:latin typeface="Arial"/>
                <a:cs typeface="Arial"/>
              </a:rPr>
              <a:t> </a:t>
            </a:r>
            <a:r>
              <a:rPr sz="2400" dirty="0">
                <a:solidFill>
                  <a:srgbClr val="282833"/>
                </a:solidFill>
                <a:latin typeface="Arial"/>
                <a:cs typeface="Arial"/>
              </a:rPr>
              <a:t>need</a:t>
            </a:r>
            <a:r>
              <a:rPr sz="2400" spc="-55" dirty="0">
                <a:solidFill>
                  <a:srgbClr val="282833"/>
                </a:solidFill>
                <a:latin typeface="Arial"/>
                <a:cs typeface="Arial"/>
              </a:rPr>
              <a:t> </a:t>
            </a:r>
            <a:r>
              <a:rPr sz="2400" dirty="0">
                <a:solidFill>
                  <a:srgbClr val="282833"/>
                </a:solidFill>
                <a:latin typeface="Arial"/>
                <a:cs typeface="Arial"/>
              </a:rPr>
              <a:t>to</a:t>
            </a:r>
            <a:r>
              <a:rPr sz="2400" spc="-75" dirty="0">
                <a:solidFill>
                  <a:srgbClr val="282833"/>
                </a:solidFill>
                <a:latin typeface="Arial"/>
                <a:cs typeface="Arial"/>
              </a:rPr>
              <a:t> </a:t>
            </a:r>
            <a:r>
              <a:rPr sz="2400" dirty="0">
                <a:solidFill>
                  <a:srgbClr val="282833"/>
                </a:solidFill>
                <a:latin typeface="Arial"/>
                <a:cs typeface="Arial"/>
              </a:rPr>
              <a:t>be</a:t>
            </a:r>
            <a:r>
              <a:rPr sz="2400" spc="-55" dirty="0">
                <a:solidFill>
                  <a:srgbClr val="282833"/>
                </a:solidFill>
                <a:latin typeface="Arial"/>
                <a:cs typeface="Arial"/>
              </a:rPr>
              <a:t> </a:t>
            </a:r>
            <a:r>
              <a:rPr sz="2400" dirty="0">
                <a:solidFill>
                  <a:srgbClr val="282833"/>
                </a:solidFill>
                <a:latin typeface="Arial"/>
                <a:cs typeface="Arial"/>
              </a:rPr>
              <a:t>organized</a:t>
            </a:r>
            <a:r>
              <a:rPr sz="2400" spc="-55" dirty="0">
                <a:solidFill>
                  <a:srgbClr val="282833"/>
                </a:solidFill>
                <a:latin typeface="Arial"/>
                <a:cs typeface="Arial"/>
              </a:rPr>
              <a:t> </a:t>
            </a:r>
            <a:r>
              <a:rPr sz="2400" dirty="0">
                <a:solidFill>
                  <a:srgbClr val="282833"/>
                </a:solidFill>
                <a:latin typeface="Arial"/>
                <a:cs typeface="Arial"/>
              </a:rPr>
              <a:t>to</a:t>
            </a:r>
            <a:r>
              <a:rPr sz="2400" spc="-75" dirty="0">
                <a:solidFill>
                  <a:srgbClr val="282833"/>
                </a:solidFill>
                <a:latin typeface="Arial"/>
                <a:cs typeface="Arial"/>
              </a:rPr>
              <a:t> </a:t>
            </a:r>
            <a:r>
              <a:rPr sz="2400" spc="-10" dirty="0">
                <a:solidFill>
                  <a:srgbClr val="282833"/>
                </a:solidFill>
                <a:latin typeface="Arial"/>
                <a:cs typeface="Arial"/>
              </a:rPr>
              <a:t>develop 	</a:t>
            </a:r>
            <a:r>
              <a:rPr sz="2400" dirty="0">
                <a:solidFill>
                  <a:srgbClr val="282833"/>
                </a:solidFill>
                <a:latin typeface="Arial"/>
                <a:cs typeface="Arial"/>
              </a:rPr>
              <a:t>and</a:t>
            </a:r>
            <a:r>
              <a:rPr sz="2400" spc="-65" dirty="0">
                <a:solidFill>
                  <a:srgbClr val="282833"/>
                </a:solidFill>
                <a:latin typeface="Arial"/>
                <a:cs typeface="Arial"/>
              </a:rPr>
              <a:t> </a:t>
            </a:r>
            <a:r>
              <a:rPr sz="2400" dirty="0">
                <a:solidFill>
                  <a:srgbClr val="282833"/>
                </a:solidFill>
                <a:latin typeface="Arial"/>
                <a:cs typeface="Arial"/>
              </a:rPr>
              <a:t>maintain</a:t>
            </a:r>
            <a:r>
              <a:rPr sz="2400" spc="-65" dirty="0">
                <a:solidFill>
                  <a:srgbClr val="282833"/>
                </a:solidFill>
                <a:latin typeface="Arial"/>
                <a:cs typeface="Arial"/>
              </a:rPr>
              <a:t> </a:t>
            </a:r>
            <a:r>
              <a:rPr sz="2400" dirty="0">
                <a:solidFill>
                  <a:srgbClr val="282833"/>
                </a:solidFill>
                <a:latin typeface="Arial"/>
                <a:cs typeface="Arial"/>
              </a:rPr>
              <a:t>the</a:t>
            </a:r>
            <a:r>
              <a:rPr sz="2400" spc="-60" dirty="0">
                <a:solidFill>
                  <a:srgbClr val="282833"/>
                </a:solidFill>
                <a:latin typeface="Arial"/>
                <a:cs typeface="Arial"/>
              </a:rPr>
              <a:t> </a:t>
            </a:r>
            <a:r>
              <a:rPr sz="2400" spc="-10" dirty="0">
                <a:solidFill>
                  <a:srgbClr val="282833"/>
                </a:solidFill>
                <a:latin typeface="Arial"/>
                <a:cs typeface="Arial"/>
              </a:rPr>
              <a:t>software.</a:t>
            </a:r>
            <a:endParaRPr sz="2400" dirty="0">
              <a:latin typeface="Arial"/>
              <a:cs typeface="Arial"/>
            </a:endParaRPr>
          </a:p>
          <a:p>
            <a:pPr marL="194310" marR="229870" indent="-181610">
              <a:spcBef>
                <a:spcPts val="575"/>
              </a:spcBef>
              <a:buClr>
                <a:srgbClr val="93A299"/>
              </a:buClr>
              <a:buSzPct val="83333"/>
              <a:buChar char="•"/>
              <a:tabLst>
                <a:tab pos="195580" algn="l"/>
              </a:tabLst>
            </a:pPr>
            <a:r>
              <a:rPr sz="2400" dirty="0">
                <a:solidFill>
                  <a:srgbClr val="282833"/>
                </a:solidFill>
                <a:latin typeface="Arial"/>
                <a:cs typeface="Arial"/>
              </a:rPr>
              <a:t>May</a:t>
            </a:r>
            <a:r>
              <a:rPr sz="2400" spc="-65" dirty="0">
                <a:solidFill>
                  <a:srgbClr val="282833"/>
                </a:solidFill>
                <a:latin typeface="Arial"/>
                <a:cs typeface="Arial"/>
              </a:rPr>
              <a:t> </a:t>
            </a:r>
            <a:r>
              <a:rPr sz="2400" dirty="0">
                <a:solidFill>
                  <a:srgbClr val="282833"/>
                </a:solidFill>
                <a:latin typeface="Arial"/>
                <a:cs typeface="Arial"/>
              </a:rPr>
              <a:t>be</a:t>
            </a:r>
            <a:r>
              <a:rPr sz="2400" spc="-60" dirty="0">
                <a:solidFill>
                  <a:srgbClr val="282833"/>
                </a:solidFill>
                <a:latin typeface="Arial"/>
                <a:cs typeface="Arial"/>
              </a:rPr>
              <a:t> </a:t>
            </a:r>
            <a:r>
              <a:rPr sz="2400" dirty="0">
                <a:solidFill>
                  <a:srgbClr val="282833"/>
                </a:solidFill>
                <a:latin typeface="Arial"/>
                <a:cs typeface="Arial"/>
              </a:rPr>
              <a:t>done</a:t>
            </a:r>
            <a:r>
              <a:rPr sz="2400" spc="-60" dirty="0">
                <a:solidFill>
                  <a:srgbClr val="282833"/>
                </a:solidFill>
                <a:latin typeface="Arial"/>
                <a:cs typeface="Arial"/>
              </a:rPr>
              <a:t> </a:t>
            </a:r>
            <a:r>
              <a:rPr sz="2400" dirty="0">
                <a:solidFill>
                  <a:srgbClr val="282833"/>
                </a:solidFill>
                <a:latin typeface="Arial"/>
                <a:cs typeface="Arial"/>
              </a:rPr>
              <a:t>by</a:t>
            </a:r>
            <a:r>
              <a:rPr sz="2400" spc="-75" dirty="0">
                <a:solidFill>
                  <a:srgbClr val="282833"/>
                </a:solidFill>
                <a:latin typeface="Arial"/>
                <a:cs typeface="Arial"/>
              </a:rPr>
              <a:t> </a:t>
            </a:r>
            <a:r>
              <a:rPr sz="2400" dirty="0">
                <a:solidFill>
                  <a:srgbClr val="282833"/>
                </a:solidFill>
                <a:latin typeface="Arial"/>
                <a:cs typeface="Arial"/>
              </a:rPr>
              <a:t>each</a:t>
            </a:r>
            <a:r>
              <a:rPr sz="2400" spc="-60" dirty="0">
                <a:solidFill>
                  <a:srgbClr val="282833"/>
                </a:solidFill>
                <a:latin typeface="Arial"/>
                <a:cs typeface="Arial"/>
              </a:rPr>
              <a:t> </a:t>
            </a:r>
            <a:r>
              <a:rPr sz="2400" dirty="0">
                <a:solidFill>
                  <a:srgbClr val="282833"/>
                </a:solidFill>
                <a:latin typeface="Arial"/>
                <a:cs typeface="Arial"/>
              </a:rPr>
              <a:t>member</a:t>
            </a:r>
            <a:r>
              <a:rPr sz="2400" spc="-60" dirty="0">
                <a:solidFill>
                  <a:srgbClr val="282833"/>
                </a:solidFill>
                <a:latin typeface="Arial"/>
                <a:cs typeface="Arial"/>
              </a:rPr>
              <a:t> </a:t>
            </a:r>
            <a:r>
              <a:rPr sz="2400" spc="-20" dirty="0">
                <a:solidFill>
                  <a:srgbClr val="282833"/>
                </a:solidFill>
                <a:latin typeface="Arial"/>
                <a:cs typeface="Arial"/>
              </a:rPr>
              <a:t>independently,</a:t>
            </a:r>
            <a:r>
              <a:rPr sz="2400" spc="-60" dirty="0">
                <a:solidFill>
                  <a:srgbClr val="282833"/>
                </a:solidFill>
                <a:latin typeface="Arial"/>
                <a:cs typeface="Arial"/>
              </a:rPr>
              <a:t> </a:t>
            </a:r>
            <a:r>
              <a:rPr sz="2400" dirty="0">
                <a:solidFill>
                  <a:srgbClr val="282833"/>
                </a:solidFill>
                <a:latin typeface="Arial"/>
                <a:cs typeface="Arial"/>
              </a:rPr>
              <a:t>shared</a:t>
            </a:r>
            <a:r>
              <a:rPr sz="2400" spc="-60" dirty="0">
                <a:solidFill>
                  <a:srgbClr val="282833"/>
                </a:solidFill>
                <a:latin typeface="Arial"/>
                <a:cs typeface="Arial"/>
              </a:rPr>
              <a:t> </a:t>
            </a:r>
            <a:r>
              <a:rPr sz="2400" spc="-25" dirty="0">
                <a:solidFill>
                  <a:srgbClr val="282833"/>
                </a:solidFill>
                <a:latin typeface="Arial"/>
                <a:cs typeface="Arial"/>
              </a:rPr>
              <a:t>or 	</a:t>
            </a:r>
            <a:r>
              <a:rPr sz="2400" dirty="0">
                <a:solidFill>
                  <a:srgbClr val="282833"/>
                </a:solidFill>
                <a:latin typeface="Arial"/>
                <a:cs typeface="Arial"/>
              </a:rPr>
              <a:t>outsourced</a:t>
            </a:r>
            <a:r>
              <a:rPr sz="2400" spc="-40" dirty="0">
                <a:solidFill>
                  <a:srgbClr val="282833"/>
                </a:solidFill>
                <a:latin typeface="Arial"/>
                <a:cs typeface="Arial"/>
              </a:rPr>
              <a:t> </a:t>
            </a:r>
            <a:r>
              <a:rPr sz="2400" dirty="0">
                <a:solidFill>
                  <a:srgbClr val="282833"/>
                </a:solidFill>
                <a:latin typeface="Arial"/>
                <a:cs typeface="Arial"/>
              </a:rPr>
              <a:t>to</a:t>
            </a:r>
            <a:r>
              <a:rPr sz="2400" spc="-70" dirty="0">
                <a:solidFill>
                  <a:srgbClr val="282833"/>
                </a:solidFill>
                <a:latin typeface="Arial"/>
                <a:cs typeface="Arial"/>
              </a:rPr>
              <a:t> </a:t>
            </a:r>
            <a:r>
              <a:rPr sz="2400" dirty="0">
                <a:solidFill>
                  <a:srgbClr val="282833"/>
                </a:solidFill>
                <a:latin typeface="Arial"/>
                <a:cs typeface="Arial"/>
              </a:rPr>
              <a:t>a</a:t>
            </a:r>
            <a:r>
              <a:rPr sz="2400" spc="-65" dirty="0">
                <a:solidFill>
                  <a:srgbClr val="282833"/>
                </a:solidFill>
                <a:latin typeface="Arial"/>
                <a:cs typeface="Arial"/>
              </a:rPr>
              <a:t> </a:t>
            </a:r>
            <a:r>
              <a:rPr sz="2400" dirty="0">
                <a:solidFill>
                  <a:srgbClr val="282833"/>
                </a:solidFill>
                <a:latin typeface="Arial"/>
                <a:cs typeface="Arial"/>
              </a:rPr>
              <a:t>third</a:t>
            </a:r>
            <a:r>
              <a:rPr sz="2400" spc="-65" dirty="0">
                <a:solidFill>
                  <a:srgbClr val="282833"/>
                </a:solidFill>
                <a:latin typeface="Arial"/>
                <a:cs typeface="Arial"/>
              </a:rPr>
              <a:t> </a:t>
            </a:r>
            <a:r>
              <a:rPr sz="2400" spc="-10" dirty="0">
                <a:solidFill>
                  <a:srgbClr val="282833"/>
                </a:solidFill>
                <a:latin typeface="Arial"/>
                <a:cs typeface="Arial"/>
              </a:rPr>
              <a:t>party.</a:t>
            </a:r>
            <a:endParaRPr sz="24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p:nvPr/>
        </p:nvSpPr>
        <p:spPr>
          <a:xfrm>
            <a:off x="2059940" y="696722"/>
            <a:ext cx="7760334" cy="4757420"/>
          </a:xfrm>
          <a:prstGeom prst="rect">
            <a:avLst/>
          </a:prstGeom>
        </p:spPr>
        <p:txBody>
          <a:bodyPr vert="horz" wrap="square" lIns="0" tIns="12700" rIns="0" bIns="0" rtlCol="0">
            <a:spAutoFit/>
          </a:bodyPr>
          <a:lstStyle/>
          <a:p>
            <a:pPr marL="12700">
              <a:spcBef>
                <a:spcPts val="100"/>
              </a:spcBef>
            </a:pPr>
            <a:r>
              <a:rPr lang="en-US" sz="4000" spc="-100" dirty="0">
                <a:solidFill>
                  <a:srgbClr val="D2523B"/>
                </a:solidFill>
                <a:latin typeface="Arial"/>
                <a:cs typeface="Arial"/>
              </a:rPr>
              <a:t>2. </a:t>
            </a:r>
            <a:r>
              <a:rPr sz="4000" spc="-100" dirty="0">
                <a:solidFill>
                  <a:srgbClr val="D2523B"/>
                </a:solidFill>
                <a:latin typeface="Arial"/>
                <a:cs typeface="Arial"/>
              </a:rPr>
              <a:t>Componential:</a:t>
            </a:r>
            <a:r>
              <a:rPr sz="4000" spc="-165" dirty="0">
                <a:solidFill>
                  <a:srgbClr val="D2523B"/>
                </a:solidFill>
                <a:latin typeface="Arial"/>
                <a:cs typeface="Arial"/>
              </a:rPr>
              <a:t> </a:t>
            </a:r>
            <a:r>
              <a:rPr sz="4000" spc="-75" dirty="0">
                <a:solidFill>
                  <a:srgbClr val="D2523B"/>
                </a:solidFill>
                <a:latin typeface="Arial"/>
                <a:cs typeface="Arial"/>
              </a:rPr>
              <a:t>ICT</a:t>
            </a:r>
            <a:r>
              <a:rPr sz="4000" spc="-235" dirty="0">
                <a:solidFill>
                  <a:srgbClr val="D2523B"/>
                </a:solidFill>
                <a:latin typeface="Arial"/>
                <a:cs typeface="Arial"/>
              </a:rPr>
              <a:t> </a:t>
            </a:r>
            <a:r>
              <a:rPr sz="4000" spc="-10" dirty="0">
                <a:solidFill>
                  <a:srgbClr val="D2523B"/>
                </a:solidFill>
                <a:latin typeface="Arial"/>
                <a:cs typeface="Arial"/>
              </a:rPr>
              <a:t>Resources</a:t>
            </a:r>
            <a:endParaRPr sz="4000" dirty="0">
              <a:latin typeface="Arial"/>
              <a:cs typeface="Arial"/>
            </a:endParaRPr>
          </a:p>
          <a:p>
            <a:pPr marL="193675" marR="1443355" indent="-181610">
              <a:spcBef>
                <a:spcPts val="2505"/>
              </a:spcBef>
              <a:buClr>
                <a:srgbClr val="93A299"/>
              </a:buClr>
              <a:buSzPct val="83333"/>
              <a:buChar char="•"/>
              <a:tabLst>
                <a:tab pos="194945" algn="l"/>
              </a:tabLst>
            </a:pPr>
            <a:r>
              <a:rPr sz="2400" dirty="0">
                <a:solidFill>
                  <a:srgbClr val="282833"/>
                </a:solidFill>
                <a:latin typeface="Arial"/>
                <a:cs typeface="Arial"/>
              </a:rPr>
              <a:t>ICT</a:t>
            </a:r>
            <a:r>
              <a:rPr sz="2400" spc="-105" dirty="0">
                <a:solidFill>
                  <a:srgbClr val="282833"/>
                </a:solidFill>
                <a:latin typeface="Arial"/>
                <a:cs typeface="Arial"/>
              </a:rPr>
              <a:t> </a:t>
            </a:r>
            <a:r>
              <a:rPr sz="2400" dirty="0">
                <a:solidFill>
                  <a:srgbClr val="282833"/>
                </a:solidFill>
                <a:latin typeface="Arial"/>
                <a:cs typeface="Arial"/>
              </a:rPr>
              <a:t>resources</a:t>
            </a:r>
            <a:r>
              <a:rPr sz="2400" spc="-45" dirty="0">
                <a:solidFill>
                  <a:srgbClr val="282833"/>
                </a:solidFill>
                <a:latin typeface="Arial"/>
                <a:cs typeface="Arial"/>
              </a:rPr>
              <a:t> </a:t>
            </a:r>
            <a:r>
              <a:rPr sz="2400" dirty="0">
                <a:solidFill>
                  <a:srgbClr val="282833"/>
                </a:solidFill>
                <a:latin typeface="Arial"/>
                <a:cs typeface="Arial"/>
              </a:rPr>
              <a:t>will</a:t>
            </a:r>
            <a:r>
              <a:rPr sz="2400" spc="-60" dirty="0">
                <a:solidFill>
                  <a:srgbClr val="282833"/>
                </a:solidFill>
                <a:latin typeface="Arial"/>
                <a:cs typeface="Arial"/>
              </a:rPr>
              <a:t> </a:t>
            </a:r>
            <a:r>
              <a:rPr sz="2400" dirty="0">
                <a:solidFill>
                  <a:srgbClr val="282833"/>
                </a:solidFill>
                <a:latin typeface="Arial"/>
                <a:cs typeface="Arial"/>
              </a:rPr>
              <a:t>need</a:t>
            </a:r>
            <a:r>
              <a:rPr sz="2400" spc="-45" dirty="0">
                <a:solidFill>
                  <a:srgbClr val="282833"/>
                </a:solidFill>
                <a:latin typeface="Arial"/>
                <a:cs typeface="Arial"/>
              </a:rPr>
              <a:t> </a:t>
            </a:r>
            <a:r>
              <a:rPr sz="2400" dirty="0">
                <a:solidFill>
                  <a:srgbClr val="282833"/>
                </a:solidFill>
                <a:latin typeface="Arial"/>
                <a:cs typeface="Arial"/>
              </a:rPr>
              <a:t>to</a:t>
            </a:r>
            <a:r>
              <a:rPr sz="2400" spc="-65" dirty="0">
                <a:solidFill>
                  <a:srgbClr val="282833"/>
                </a:solidFill>
                <a:latin typeface="Arial"/>
                <a:cs typeface="Arial"/>
              </a:rPr>
              <a:t> </a:t>
            </a:r>
            <a:r>
              <a:rPr sz="2400" dirty="0">
                <a:solidFill>
                  <a:srgbClr val="282833"/>
                </a:solidFill>
                <a:latin typeface="Arial"/>
                <a:cs typeface="Arial"/>
              </a:rPr>
              <a:t>be</a:t>
            </a:r>
            <a:r>
              <a:rPr sz="2400" spc="-45" dirty="0">
                <a:solidFill>
                  <a:srgbClr val="282833"/>
                </a:solidFill>
                <a:latin typeface="Arial"/>
                <a:cs typeface="Arial"/>
              </a:rPr>
              <a:t> </a:t>
            </a:r>
            <a:r>
              <a:rPr sz="2400" dirty="0">
                <a:solidFill>
                  <a:srgbClr val="282833"/>
                </a:solidFill>
                <a:latin typeface="Arial"/>
                <a:cs typeface="Arial"/>
              </a:rPr>
              <a:t>provided</a:t>
            </a:r>
            <a:r>
              <a:rPr sz="2400" spc="-45" dirty="0">
                <a:solidFill>
                  <a:srgbClr val="282833"/>
                </a:solidFill>
                <a:latin typeface="Arial"/>
                <a:cs typeface="Arial"/>
              </a:rPr>
              <a:t> </a:t>
            </a:r>
            <a:r>
              <a:rPr sz="2400" dirty="0">
                <a:solidFill>
                  <a:srgbClr val="282833"/>
                </a:solidFill>
                <a:latin typeface="Arial"/>
                <a:cs typeface="Arial"/>
              </a:rPr>
              <a:t>by</a:t>
            </a:r>
            <a:r>
              <a:rPr sz="2400" spc="-60" dirty="0">
                <a:solidFill>
                  <a:srgbClr val="282833"/>
                </a:solidFill>
                <a:latin typeface="Arial"/>
                <a:cs typeface="Arial"/>
              </a:rPr>
              <a:t> </a:t>
            </a:r>
            <a:r>
              <a:rPr sz="2400" spc="-25" dirty="0">
                <a:solidFill>
                  <a:srgbClr val="282833"/>
                </a:solidFill>
                <a:latin typeface="Arial"/>
                <a:cs typeface="Arial"/>
              </a:rPr>
              <a:t>the 	</a:t>
            </a:r>
            <a:r>
              <a:rPr sz="2400" spc="-10" dirty="0">
                <a:solidFill>
                  <a:srgbClr val="282833"/>
                </a:solidFill>
                <a:latin typeface="Arial"/>
                <a:cs typeface="Arial"/>
              </a:rPr>
              <a:t>collaborative</a:t>
            </a:r>
            <a:r>
              <a:rPr sz="2400" spc="-75" dirty="0">
                <a:solidFill>
                  <a:srgbClr val="282833"/>
                </a:solidFill>
                <a:latin typeface="Arial"/>
                <a:cs typeface="Arial"/>
              </a:rPr>
              <a:t> </a:t>
            </a:r>
            <a:r>
              <a:rPr sz="2400" dirty="0">
                <a:solidFill>
                  <a:srgbClr val="282833"/>
                </a:solidFill>
                <a:latin typeface="Arial"/>
                <a:cs typeface="Arial"/>
              </a:rPr>
              <a:t>network</a:t>
            </a:r>
            <a:r>
              <a:rPr sz="2400" spc="-75" dirty="0">
                <a:solidFill>
                  <a:srgbClr val="282833"/>
                </a:solidFill>
                <a:latin typeface="Arial"/>
                <a:cs typeface="Arial"/>
              </a:rPr>
              <a:t> </a:t>
            </a:r>
            <a:r>
              <a:rPr sz="2400" spc="-10" dirty="0">
                <a:solidFill>
                  <a:srgbClr val="282833"/>
                </a:solidFill>
                <a:latin typeface="Arial"/>
                <a:cs typeface="Arial"/>
              </a:rPr>
              <a:t>members.</a:t>
            </a:r>
            <a:endParaRPr sz="2400" dirty="0">
              <a:latin typeface="Arial"/>
              <a:cs typeface="Arial"/>
            </a:endParaRPr>
          </a:p>
          <a:p>
            <a:pPr marL="193675" marR="5080" indent="-181610">
              <a:spcBef>
                <a:spcPts val="575"/>
              </a:spcBef>
              <a:buClr>
                <a:srgbClr val="93A299"/>
              </a:buClr>
              <a:buSzPct val="83333"/>
              <a:buChar char="•"/>
              <a:tabLst>
                <a:tab pos="194945" algn="l"/>
              </a:tabLst>
            </a:pPr>
            <a:r>
              <a:rPr sz="2400" dirty="0">
                <a:solidFill>
                  <a:srgbClr val="282833"/>
                </a:solidFill>
                <a:latin typeface="Arial"/>
                <a:cs typeface="Arial"/>
              </a:rPr>
              <a:t>Agreements</a:t>
            </a:r>
            <a:r>
              <a:rPr sz="2400" spc="-35" dirty="0">
                <a:solidFill>
                  <a:srgbClr val="282833"/>
                </a:solidFill>
                <a:latin typeface="Arial"/>
                <a:cs typeface="Arial"/>
              </a:rPr>
              <a:t> </a:t>
            </a:r>
            <a:r>
              <a:rPr sz="2400" dirty="0">
                <a:solidFill>
                  <a:srgbClr val="282833"/>
                </a:solidFill>
                <a:latin typeface="Arial"/>
                <a:cs typeface="Arial"/>
              </a:rPr>
              <a:t>will</a:t>
            </a:r>
            <a:r>
              <a:rPr sz="2400" spc="-50" dirty="0">
                <a:solidFill>
                  <a:srgbClr val="282833"/>
                </a:solidFill>
                <a:latin typeface="Arial"/>
                <a:cs typeface="Arial"/>
              </a:rPr>
              <a:t> </a:t>
            </a:r>
            <a:r>
              <a:rPr sz="2400" dirty="0">
                <a:solidFill>
                  <a:srgbClr val="282833"/>
                </a:solidFill>
                <a:latin typeface="Arial"/>
                <a:cs typeface="Arial"/>
              </a:rPr>
              <a:t>need</a:t>
            </a:r>
            <a:r>
              <a:rPr sz="2400" spc="-35" dirty="0">
                <a:solidFill>
                  <a:srgbClr val="282833"/>
                </a:solidFill>
                <a:latin typeface="Arial"/>
                <a:cs typeface="Arial"/>
              </a:rPr>
              <a:t> </a:t>
            </a:r>
            <a:r>
              <a:rPr sz="2400" dirty="0">
                <a:solidFill>
                  <a:srgbClr val="282833"/>
                </a:solidFill>
                <a:latin typeface="Arial"/>
                <a:cs typeface="Arial"/>
              </a:rPr>
              <a:t>to</a:t>
            </a:r>
            <a:r>
              <a:rPr sz="2400" spc="-50" dirty="0">
                <a:solidFill>
                  <a:srgbClr val="282833"/>
                </a:solidFill>
                <a:latin typeface="Arial"/>
                <a:cs typeface="Arial"/>
              </a:rPr>
              <a:t> </a:t>
            </a:r>
            <a:r>
              <a:rPr sz="2400" dirty="0">
                <a:solidFill>
                  <a:srgbClr val="282833"/>
                </a:solidFill>
                <a:latin typeface="Arial"/>
                <a:cs typeface="Arial"/>
              </a:rPr>
              <a:t>be</a:t>
            </a:r>
            <a:r>
              <a:rPr sz="2400" spc="-50" dirty="0">
                <a:solidFill>
                  <a:srgbClr val="282833"/>
                </a:solidFill>
                <a:latin typeface="Arial"/>
                <a:cs typeface="Arial"/>
              </a:rPr>
              <a:t> </a:t>
            </a:r>
            <a:r>
              <a:rPr sz="2400" dirty="0">
                <a:solidFill>
                  <a:srgbClr val="282833"/>
                </a:solidFill>
                <a:latin typeface="Arial"/>
                <a:cs typeface="Arial"/>
              </a:rPr>
              <a:t>put</a:t>
            </a:r>
            <a:r>
              <a:rPr sz="2400" spc="-55" dirty="0">
                <a:solidFill>
                  <a:srgbClr val="282833"/>
                </a:solidFill>
                <a:latin typeface="Arial"/>
                <a:cs typeface="Arial"/>
              </a:rPr>
              <a:t> </a:t>
            </a:r>
            <a:r>
              <a:rPr sz="2400" dirty="0">
                <a:solidFill>
                  <a:srgbClr val="282833"/>
                </a:solidFill>
                <a:latin typeface="Arial"/>
                <a:cs typeface="Arial"/>
              </a:rPr>
              <a:t>in</a:t>
            </a:r>
            <a:r>
              <a:rPr sz="2400" spc="-50" dirty="0">
                <a:solidFill>
                  <a:srgbClr val="282833"/>
                </a:solidFill>
                <a:latin typeface="Arial"/>
                <a:cs typeface="Arial"/>
              </a:rPr>
              <a:t> </a:t>
            </a:r>
            <a:r>
              <a:rPr sz="2400" dirty="0">
                <a:solidFill>
                  <a:srgbClr val="282833"/>
                </a:solidFill>
                <a:latin typeface="Arial"/>
                <a:cs typeface="Arial"/>
              </a:rPr>
              <a:t>place</a:t>
            </a:r>
            <a:r>
              <a:rPr sz="2400" spc="-35" dirty="0">
                <a:solidFill>
                  <a:srgbClr val="282833"/>
                </a:solidFill>
                <a:latin typeface="Arial"/>
                <a:cs typeface="Arial"/>
              </a:rPr>
              <a:t> </a:t>
            </a:r>
            <a:r>
              <a:rPr sz="2400" dirty="0">
                <a:solidFill>
                  <a:srgbClr val="282833"/>
                </a:solidFill>
                <a:latin typeface="Arial"/>
                <a:cs typeface="Arial"/>
              </a:rPr>
              <a:t>as</a:t>
            </a:r>
            <a:r>
              <a:rPr sz="2400" spc="-50" dirty="0">
                <a:solidFill>
                  <a:srgbClr val="282833"/>
                </a:solidFill>
                <a:latin typeface="Arial"/>
                <a:cs typeface="Arial"/>
              </a:rPr>
              <a:t> </a:t>
            </a:r>
            <a:r>
              <a:rPr sz="2400" dirty="0">
                <a:solidFill>
                  <a:srgbClr val="282833"/>
                </a:solidFill>
                <a:latin typeface="Arial"/>
                <a:cs typeface="Arial"/>
              </a:rPr>
              <a:t>to</a:t>
            </a:r>
            <a:r>
              <a:rPr sz="2400" spc="-50" dirty="0">
                <a:solidFill>
                  <a:srgbClr val="282833"/>
                </a:solidFill>
                <a:latin typeface="Arial"/>
                <a:cs typeface="Arial"/>
              </a:rPr>
              <a:t> </a:t>
            </a:r>
            <a:r>
              <a:rPr sz="2400" spc="-10" dirty="0">
                <a:solidFill>
                  <a:srgbClr val="282833"/>
                </a:solidFill>
                <a:latin typeface="Arial"/>
                <a:cs typeface="Arial"/>
              </a:rPr>
              <a:t>which 	</a:t>
            </a:r>
            <a:r>
              <a:rPr sz="2400" dirty="0">
                <a:solidFill>
                  <a:srgbClr val="282833"/>
                </a:solidFill>
                <a:latin typeface="Arial"/>
                <a:cs typeface="Arial"/>
              </a:rPr>
              <a:t>members</a:t>
            </a:r>
            <a:r>
              <a:rPr sz="2400" spc="-65" dirty="0">
                <a:solidFill>
                  <a:srgbClr val="282833"/>
                </a:solidFill>
                <a:latin typeface="Arial"/>
                <a:cs typeface="Arial"/>
              </a:rPr>
              <a:t> </a:t>
            </a:r>
            <a:r>
              <a:rPr sz="2400" dirty="0">
                <a:solidFill>
                  <a:srgbClr val="282833"/>
                </a:solidFill>
                <a:latin typeface="Arial"/>
                <a:cs typeface="Arial"/>
              </a:rPr>
              <a:t>will</a:t>
            </a:r>
            <a:r>
              <a:rPr sz="2400" spc="-65" dirty="0">
                <a:solidFill>
                  <a:srgbClr val="282833"/>
                </a:solidFill>
                <a:latin typeface="Arial"/>
                <a:cs typeface="Arial"/>
              </a:rPr>
              <a:t> </a:t>
            </a:r>
            <a:r>
              <a:rPr sz="2400" dirty="0">
                <a:solidFill>
                  <a:srgbClr val="282833"/>
                </a:solidFill>
                <a:latin typeface="Arial"/>
                <a:cs typeface="Arial"/>
              </a:rPr>
              <a:t>provide</a:t>
            </a:r>
            <a:r>
              <a:rPr sz="2400" spc="-60" dirty="0">
                <a:solidFill>
                  <a:srgbClr val="282833"/>
                </a:solidFill>
                <a:latin typeface="Arial"/>
                <a:cs typeface="Arial"/>
              </a:rPr>
              <a:t> </a:t>
            </a:r>
            <a:r>
              <a:rPr sz="2400" dirty="0">
                <a:solidFill>
                  <a:srgbClr val="282833"/>
                </a:solidFill>
                <a:latin typeface="Arial"/>
                <a:cs typeface="Arial"/>
              </a:rPr>
              <a:t>ICT</a:t>
            </a:r>
            <a:r>
              <a:rPr sz="2400" spc="-120" dirty="0">
                <a:solidFill>
                  <a:srgbClr val="282833"/>
                </a:solidFill>
                <a:latin typeface="Arial"/>
                <a:cs typeface="Arial"/>
              </a:rPr>
              <a:t> </a:t>
            </a:r>
            <a:r>
              <a:rPr sz="2400" dirty="0">
                <a:solidFill>
                  <a:srgbClr val="282833"/>
                </a:solidFill>
                <a:latin typeface="Arial"/>
                <a:cs typeface="Arial"/>
              </a:rPr>
              <a:t>resources</a:t>
            </a:r>
            <a:r>
              <a:rPr sz="2400" spc="-65" dirty="0">
                <a:solidFill>
                  <a:srgbClr val="282833"/>
                </a:solidFill>
                <a:latin typeface="Arial"/>
                <a:cs typeface="Arial"/>
              </a:rPr>
              <a:t> </a:t>
            </a:r>
            <a:r>
              <a:rPr sz="2400" dirty="0">
                <a:solidFill>
                  <a:srgbClr val="282833"/>
                </a:solidFill>
                <a:latin typeface="Arial"/>
                <a:cs typeface="Arial"/>
              </a:rPr>
              <a:t>for</a:t>
            </a:r>
            <a:r>
              <a:rPr sz="2400" spc="-80" dirty="0">
                <a:solidFill>
                  <a:srgbClr val="282833"/>
                </a:solidFill>
                <a:latin typeface="Arial"/>
                <a:cs typeface="Arial"/>
              </a:rPr>
              <a:t> </a:t>
            </a:r>
            <a:r>
              <a:rPr sz="2400" dirty="0">
                <a:solidFill>
                  <a:srgbClr val="282833"/>
                </a:solidFill>
                <a:latin typeface="Arial"/>
                <a:cs typeface="Arial"/>
              </a:rPr>
              <a:t>the</a:t>
            </a:r>
            <a:r>
              <a:rPr sz="2400" spc="-80" dirty="0">
                <a:solidFill>
                  <a:srgbClr val="282833"/>
                </a:solidFill>
                <a:latin typeface="Arial"/>
                <a:cs typeface="Arial"/>
              </a:rPr>
              <a:t> </a:t>
            </a:r>
            <a:r>
              <a:rPr sz="2400" dirty="0">
                <a:solidFill>
                  <a:srgbClr val="282833"/>
                </a:solidFill>
                <a:latin typeface="Arial"/>
                <a:cs typeface="Arial"/>
              </a:rPr>
              <a:t>network</a:t>
            </a:r>
            <a:r>
              <a:rPr sz="2400" spc="-65" dirty="0">
                <a:solidFill>
                  <a:srgbClr val="282833"/>
                </a:solidFill>
                <a:latin typeface="Arial"/>
                <a:cs typeface="Arial"/>
              </a:rPr>
              <a:t> </a:t>
            </a:r>
            <a:r>
              <a:rPr sz="2400" spc="-25" dirty="0">
                <a:solidFill>
                  <a:srgbClr val="282833"/>
                </a:solidFill>
                <a:latin typeface="Arial"/>
                <a:cs typeface="Arial"/>
              </a:rPr>
              <a:t>and 	</a:t>
            </a:r>
            <a:r>
              <a:rPr sz="2400" dirty="0">
                <a:solidFill>
                  <a:srgbClr val="282833"/>
                </a:solidFill>
                <a:latin typeface="Arial"/>
                <a:cs typeface="Arial"/>
              </a:rPr>
              <a:t>what</a:t>
            </a:r>
            <a:r>
              <a:rPr sz="2400" spc="-85" dirty="0">
                <a:solidFill>
                  <a:srgbClr val="282833"/>
                </a:solidFill>
                <a:latin typeface="Arial"/>
                <a:cs typeface="Arial"/>
              </a:rPr>
              <a:t> </a:t>
            </a:r>
            <a:r>
              <a:rPr sz="2400" dirty="0">
                <a:solidFill>
                  <a:srgbClr val="282833"/>
                </a:solidFill>
                <a:latin typeface="Arial"/>
                <a:cs typeface="Arial"/>
              </a:rPr>
              <a:t>computing</a:t>
            </a:r>
            <a:r>
              <a:rPr sz="2400" spc="-75" dirty="0">
                <a:solidFill>
                  <a:srgbClr val="282833"/>
                </a:solidFill>
                <a:latin typeface="Arial"/>
                <a:cs typeface="Arial"/>
              </a:rPr>
              <a:t> </a:t>
            </a:r>
            <a:r>
              <a:rPr sz="2400" dirty="0">
                <a:solidFill>
                  <a:srgbClr val="282833"/>
                </a:solidFill>
                <a:latin typeface="Arial"/>
                <a:cs typeface="Arial"/>
              </a:rPr>
              <a:t>power</a:t>
            </a:r>
            <a:r>
              <a:rPr sz="2400" spc="-85" dirty="0">
                <a:solidFill>
                  <a:srgbClr val="282833"/>
                </a:solidFill>
                <a:latin typeface="Arial"/>
                <a:cs typeface="Arial"/>
              </a:rPr>
              <a:t> </a:t>
            </a:r>
            <a:r>
              <a:rPr sz="2400" dirty="0">
                <a:solidFill>
                  <a:srgbClr val="282833"/>
                </a:solidFill>
                <a:latin typeface="Arial"/>
                <a:cs typeface="Arial"/>
              </a:rPr>
              <a:t>and</a:t>
            </a:r>
            <a:r>
              <a:rPr sz="2400" spc="-85" dirty="0">
                <a:solidFill>
                  <a:srgbClr val="282833"/>
                </a:solidFill>
                <a:latin typeface="Arial"/>
                <a:cs typeface="Arial"/>
              </a:rPr>
              <a:t> </a:t>
            </a:r>
            <a:r>
              <a:rPr sz="2400" dirty="0">
                <a:solidFill>
                  <a:srgbClr val="282833"/>
                </a:solidFill>
                <a:latin typeface="Arial"/>
                <a:cs typeface="Arial"/>
              </a:rPr>
              <a:t>network</a:t>
            </a:r>
            <a:r>
              <a:rPr sz="2400" spc="-85" dirty="0">
                <a:solidFill>
                  <a:srgbClr val="282833"/>
                </a:solidFill>
                <a:latin typeface="Arial"/>
                <a:cs typeface="Arial"/>
              </a:rPr>
              <a:t> </a:t>
            </a:r>
            <a:r>
              <a:rPr sz="2400" dirty="0">
                <a:solidFill>
                  <a:srgbClr val="282833"/>
                </a:solidFill>
                <a:latin typeface="Arial"/>
                <a:cs typeface="Arial"/>
              </a:rPr>
              <a:t>bandwidth</a:t>
            </a:r>
            <a:r>
              <a:rPr sz="2400" spc="-75" dirty="0">
                <a:solidFill>
                  <a:srgbClr val="282833"/>
                </a:solidFill>
                <a:latin typeface="Arial"/>
                <a:cs typeface="Arial"/>
              </a:rPr>
              <a:t> </a:t>
            </a:r>
            <a:r>
              <a:rPr sz="2400" dirty="0">
                <a:solidFill>
                  <a:srgbClr val="282833"/>
                </a:solidFill>
                <a:latin typeface="Arial"/>
                <a:cs typeface="Arial"/>
              </a:rPr>
              <a:t>will</a:t>
            </a:r>
            <a:r>
              <a:rPr sz="2400" spc="-85" dirty="0">
                <a:solidFill>
                  <a:srgbClr val="282833"/>
                </a:solidFill>
                <a:latin typeface="Arial"/>
                <a:cs typeface="Arial"/>
              </a:rPr>
              <a:t> </a:t>
            </a:r>
            <a:r>
              <a:rPr sz="2400" spc="-25" dirty="0">
                <a:solidFill>
                  <a:srgbClr val="282833"/>
                </a:solidFill>
                <a:latin typeface="Arial"/>
                <a:cs typeface="Arial"/>
              </a:rPr>
              <a:t>be 	</a:t>
            </a:r>
            <a:r>
              <a:rPr sz="2400" spc="-10" dirty="0">
                <a:solidFill>
                  <a:srgbClr val="282833"/>
                </a:solidFill>
                <a:latin typeface="Arial"/>
                <a:cs typeface="Arial"/>
              </a:rPr>
              <a:t>needed.</a:t>
            </a:r>
            <a:endParaRPr sz="2400" dirty="0">
              <a:latin typeface="Arial"/>
              <a:cs typeface="Arial"/>
            </a:endParaRPr>
          </a:p>
          <a:p>
            <a:pPr marL="194310" marR="29845" indent="-181610">
              <a:spcBef>
                <a:spcPts val="580"/>
              </a:spcBef>
              <a:buClr>
                <a:srgbClr val="93A299"/>
              </a:buClr>
              <a:buSzPct val="83333"/>
              <a:buChar char="•"/>
              <a:tabLst>
                <a:tab pos="195580" algn="l"/>
              </a:tabLst>
            </a:pPr>
            <a:r>
              <a:rPr sz="2400" spc="-10" dirty="0">
                <a:solidFill>
                  <a:srgbClr val="282833"/>
                </a:solidFill>
                <a:latin typeface="Arial"/>
                <a:cs typeface="Arial"/>
              </a:rPr>
              <a:t>Alternatively</a:t>
            </a:r>
            <a:r>
              <a:rPr sz="2400" spc="-60" dirty="0">
                <a:solidFill>
                  <a:srgbClr val="282833"/>
                </a:solidFill>
                <a:latin typeface="Arial"/>
                <a:cs typeface="Arial"/>
              </a:rPr>
              <a:t> </a:t>
            </a:r>
            <a:r>
              <a:rPr sz="2400" dirty="0">
                <a:solidFill>
                  <a:srgbClr val="282833"/>
                </a:solidFill>
                <a:latin typeface="Arial"/>
                <a:cs typeface="Arial"/>
              </a:rPr>
              <a:t>the</a:t>
            </a:r>
            <a:r>
              <a:rPr sz="2400" spc="-80" dirty="0">
                <a:solidFill>
                  <a:srgbClr val="282833"/>
                </a:solidFill>
                <a:latin typeface="Arial"/>
                <a:cs typeface="Arial"/>
              </a:rPr>
              <a:t> </a:t>
            </a:r>
            <a:r>
              <a:rPr sz="2400" dirty="0">
                <a:solidFill>
                  <a:srgbClr val="282833"/>
                </a:solidFill>
                <a:latin typeface="Arial"/>
                <a:cs typeface="Arial"/>
              </a:rPr>
              <a:t>network</a:t>
            </a:r>
            <a:r>
              <a:rPr sz="2400" spc="-65" dirty="0">
                <a:solidFill>
                  <a:srgbClr val="282833"/>
                </a:solidFill>
                <a:latin typeface="Arial"/>
                <a:cs typeface="Arial"/>
              </a:rPr>
              <a:t> </a:t>
            </a:r>
            <a:r>
              <a:rPr sz="2400" dirty="0">
                <a:solidFill>
                  <a:srgbClr val="282833"/>
                </a:solidFill>
                <a:latin typeface="Arial"/>
                <a:cs typeface="Arial"/>
              </a:rPr>
              <a:t>provision</a:t>
            </a:r>
            <a:r>
              <a:rPr sz="2400" spc="-65" dirty="0">
                <a:solidFill>
                  <a:srgbClr val="282833"/>
                </a:solidFill>
                <a:latin typeface="Arial"/>
                <a:cs typeface="Arial"/>
              </a:rPr>
              <a:t> </a:t>
            </a:r>
            <a:r>
              <a:rPr sz="2400" dirty="0">
                <a:solidFill>
                  <a:srgbClr val="282833"/>
                </a:solidFill>
                <a:latin typeface="Arial"/>
                <a:cs typeface="Arial"/>
              </a:rPr>
              <a:t>could</a:t>
            </a:r>
            <a:r>
              <a:rPr sz="2400" spc="-70" dirty="0">
                <a:solidFill>
                  <a:srgbClr val="282833"/>
                </a:solidFill>
                <a:latin typeface="Arial"/>
                <a:cs typeface="Arial"/>
              </a:rPr>
              <a:t> </a:t>
            </a:r>
            <a:r>
              <a:rPr sz="2400" dirty="0">
                <a:solidFill>
                  <a:srgbClr val="282833"/>
                </a:solidFill>
                <a:latin typeface="Arial"/>
                <a:cs typeface="Arial"/>
              </a:rPr>
              <a:t>be</a:t>
            </a:r>
            <a:r>
              <a:rPr sz="2400" spc="-65" dirty="0">
                <a:solidFill>
                  <a:srgbClr val="282833"/>
                </a:solidFill>
                <a:latin typeface="Arial"/>
                <a:cs typeface="Arial"/>
              </a:rPr>
              <a:t> </a:t>
            </a:r>
            <a:r>
              <a:rPr sz="2400" spc="-10" dirty="0">
                <a:solidFill>
                  <a:srgbClr val="282833"/>
                </a:solidFill>
                <a:latin typeface="Arial"/>
                <a:cs typeface="Arial"/>
              </a:rPr>
              <a:t>outsourced 	</a:t>
            </a:r>
            <a:r>
              <a:rPr sz="2400" dirty="0">
                <a:solidFill>
                  <a:srgbClr val="282833"/>
                </a:solidFill>
                <a:latin typeface="Arial"/>
                <a:cs typeface="Arial"/>
              </a:rPr>
              <a:t>completely</a:t>
            </a:r>
            <a:r>
              <a:rPr sz="2400" spc="-70" dirty="0">
                <a:solidFill>
                  <a:srgbClr val="282833"/>
                </a:solidFill>
                <a:latin typeface="Arial"/>
                <a:cs typeface="Arial"/>
              </a:rPr>
              <a:t> </a:t>
            </a:r>
            <a:r>
              <a:rPr sz="2400" dirty="0">
                <a:solidFill>
                  <a:srgbClr val="282833"/>
                </a:solidFill>
                <a:latin typeface="Arial"/>
                <a:cs typeface="Arial"/>
              </a:rPr>
              <a:t>to</a:t>
            </a:r>
            <a:r>
              <a:rPr sz="2400" spc="-90" dirty="0">
                <a:solidFill>
                  <a:srgbClr val="282833"/>
                </a:solidFill>
                <a:latin typeface="Arial"/>
                <a:cs typeface="Arial"/>
              </a:rPr>
              <a:t> </a:t>
            </a:r>
            <a:r>
              <a:rPr sz="2400" dirty="0">
                <a:solidFill>
                  <a:srgbClr val="282833"/>
                </a:solidFill>
                <a:latin typeface="Arial"/>
                <a:cs typeface="Arial"/>
              </a:rPr>
              <a:t>a</a:t>
            </a:r>
            <a:r>
              <a:rPr sz="2400" spc="-85" dirty="0">
                <a:solidFill>
                  <a:srgbClr val="282833"/>
                </a:solidFill>
                <a:latin typeface="Arial"/>
                <a:cs typeface="Arial"/>
              </a:rPr>
              <a:t> </a:t>
            </a:r>
            <a:r>
              <a:rPr sz="2400" dirty="0">
                <a:solidFill>
                  <a:srgbClr val="282833"/>
                </a:solidFill>
                <a:latin typeface="Arial"/>
                <a:cs typeface="Arial"/>
              </a:rPr>
              <a:t>“blockchain</a:t>
            </a:r>
            <a:r>
              <a:rPr sz="2400" spc="-65" dirty="0">
                <a:solidFill>
                  <a:srgbClr val="282833"/>
                </a:solidFill>
                <a:latin typeface="Arial"/>
                <a:cs typeface="Arial"/>
              </a:rPr>
              <a:t> </a:t>
            </a:r>
            <a:r>
              <a:rPr sz="2400" dirty="0">
                <a:solidFill>
                  <a:srgbClr val="282833"/>
                </a:solidFill>
                <a:latin typeface="Arial"/>
                <a:cs typeface="Arial"/>
              </a:rPr>
              <a:t>as</a:t>
            </a:r>
            <a:r>
              <a:rPr sz="2400" spc="-85" dirty="0">
                <a:solidFill>
                  <a:srgbClr val="282833"/>
                </a:solidFill>
                <a:latin typeface="Arial"/>
                <a:cs typeface="Arial"/>
              </a:rPr>
              <a:t> </a:t>
            </a:r>
            <a:r>
              <a:rPr sz="2400" dirty="0">
                <a:solidFill>
                  <a:srgbClr val="282833"/>
                </a:solidFill>
                <a:latin typeface="Arial"/>
                <a:cs typeface="Arial"/>
              </a:rPr>
              <a:t>a</a:t>
            </a:r>
            <a:r>
              <a:rPr sz="2400" spc="-90" dirty="0">
                <a:solidFill>
                  <a:srgbClr val="282833"/>
                </a:solidFill>
                <a:latin typeface="Arial"/>
                <a:cs typeface="Arial"/>
              </a:rPr>
              <a:t> </a:t>
            </a:r>
            <a:r>
              <a:rPr sz="2400" dirty="0">
                <a:solidFill>
                  <a:srgbClr val="282833"/>
                </a:solidFill>
                <a:latin typeface="Arial"/>
                <a:cs typeface="Arial"/>
              </a:rPr>
              <a:t>service”</a:t>
            </a:r>
            <a:r>
              <a:rPr sz="2400" spc="-70" dirty="0">
                <a:solidFill>
                  <a:srgbClr val="282833"/>
                </a:solidFill>
                <a:latin typeface="Arial"/>
                <a:cs typeface="Arial"/>
              </a:rPr>
              <a:t> </a:t>
            </a:r>
            <a:r>
              <a:rPr sz="2400" spc="-10" dirty="0">
                <a:solidFill>
                  <a:srgbClr val="282833"/>
                </a:solidFill>
                <a:latin typeface="Arial"/>
                <a:cs typeface="Arial"/>
              </a:rPr>
              <a:t>provider,</a:t>
            </a:r>
            <a:r>
              <a:rPr sz="2400" spc="-70" dirty="0">
                <a:solidFill>
                  <a:srgbClr val="282833"/>
                </a:solidFill>
                <a:latin typeface="Arial"/>
                <a:cs typeface="Arial"/>
              </a:rPr>
              <a:t> </a:t>
            </a:r>
            <a:r>
              <a:rPr sz="2400" spc="-25" dirty="0">
                <a:solidFill>
                  <a:srgbClr val="282833"/>
                </a:solidFill>
                <a:latin typeface="Arial"/>
                <a:cs typeface="Arial"/>
              </a:rPr>
              <a:t>in 	</a:t>
            </a:r>
            <a:r>
              <a:rPr sz="2400" dirty="0">
                <a:solidFill>
                  <a:srgbClr val="282833"/>
                </a:solidFill>
                <a:latin typeface="Arial"/>
                <a:cs typeface="Arial"/>
              </a:rPr>
              <a:t>which</a:t>
            </a:r>
            <a:r>
              <a:rPr sz="2400" spc="-70" dirty="0">
                <a:solidFill>
                  <a:srgbClr val="282833"/>
                </a:solidFill>
                <a:latin typeface="Arial"/>
                <a:cs typeface="Arial"/>
              </a:rPr>
              <a:t> </a:t>
            </a:r>
            <a:r>
              <a:rPr sz="2400" dirty="0">
                <a:solidFill>
                  <a:srgbClr val="282833"/>
                </a:solidFill>
                <a:latin typeface="Arial"/>
                <a:cs typeface="Arial"/>
              </a:rPr>
              <a:t>case</a:t>
            </a:r>
            <a:r>
              <a:rPr sz="2400" spc="-70" dirty="0">
                <a:solidFill>
                  <a:srgbClr val="282833"/>
                </a:solidFill>
                <a:latin typeface="Arial"/>
                <a:cs typeface="Arial"/>
              </a:rPr>
              <a:t> </a:t>
            </a:r>
            <a:r>
              <a:rPr sz="2400" dirty="0">
                <a:solidFill>
                  <a:srgbClr val="282833"/>
                </a:solidFill>
                <a:latin typeface="Arial"/>
                <a:cs typeface="Arial"/>
              </a:rPr>
              <a:t>the</a:t>
            </a:r>
            <a:r>
              <a:rPr sz="2400" spc="-70" dirty="0">
                <a:solidFill>
                  <a:srgbClr val="282833"/>
                </a:solidFill>
                <a:latin typeface="Arial"/>
                <a:cs typeface="Arial"/>
              </a:rPr>
              <a:t> </a:t>
            </a:r>
            <a:r>
              <a:rPr sz="2400" spc="-10" dirty="0">
                <a:solidFill>
                  <a:srgbClr val="282833"/>
                </a:solidFill>
                <a:latin typeface="Arial"/>
                <a:cs typeface="Arial"/>
              </a:rPr>
              <a:t>collaborative</a:t>
            </a:r>
            <a:r>
              <a:rPr sz="2400" spc="-55" dirty="0">
                <a:solidFill>
                  <a:srgbClr val="282833"/>
                </a:solidFill>
                <a:latin typeface="Arial"/>
                <a:cs typeface="Arial"/>
              </a:rPr>
              <a:t> </a:t>
            </a:r>
            <a:r>
              <a:rPr sz="2400" dirty="0">
                <a:solidFill>
                  <a:srgbClr val="282833"/>
                </a:solidFill>
                <a:latin typeface="Arial"/>
                <a:cs typeface="Arial"/>
              </a:rPr>
              <a:t>network</a:t>
            </a:r>
            <a:r>
              <a:rPr sz="2400" spc="-65" dirty="0">
                <a:solidFill>
                  <a:srgbClr val="282833"/>
                </a:solidFill>
                <a:latin typeface="Arial"/>
                <a:cs typeface="Arial"/>
              </a:rPr>
              <a:t> </a:t>
            </a:r>
            <a:r>
              <a:rPr sz="2400" dirty="0">
                <a:solidFill>
                  <a:srgbClr val="282833"/>
                </a:solidFill>
                <a:latin typeface="Arial"/>
                <a:cs typeface="Arial"/>
              </a:rPr>
              <a:t>would</a:t>
            </a:r>
            <a:r>
              <a:rPr sz="2400" spc="-70" dirty="0">
                <a:solidFill>
                  <a:srgbClr val="282833"/>
                </a:solidFill>
                <a:latin typeface="Arial"/>
                <a:cs typeface="Arial"/>
              </a:rPr>
              <a:t> </a:t>
            </a:r>
            <a:r>
              <a:rPr sz="2400" spc="-20" dirty="0">
                <a:solidFill>
                  <a:srgbClr val="282833"/>
                </a:solidFill>
                <a:latin typeface="Arial"/>
                <a:cs typeface="Arial"/>
              </a:rPr>
              <a:t>need 	</a:t>
            </a:r>
            <a:r>
              <a:rPr sz="2400" dirty="0">
                <a:solidFill>
                  <a:srgbClr val="282833"/>
                </a:solidFill>
                <a:latin typeface="Arial"/>
                <a:cs typeface="Arial"/>
              </a:rPr>
              <a:t>agreement</a:t>
            </a:r>
            <a:r>
              <a:rPr sz="2400" spc="-65" dirty="0">
                <a:solidFill>
                  <a:srgbClr val="282833"/>
                </a:solidFill>
                <a:latin typeface="Arial"/>
                <a:cs typeface="Arial"/>
              </a:rPr>
              <a:t> </a:t>
            </a:r>
            <a:r>
              <a:rPr sz="2400" dirty="0">
                <a:solidFill>
                  <a:srgbClr val="282833"/>
                </a:solidFill>
                <a:latin typeface="Arial"/>
                <a:cs typeface="Arial"/>
              </a:rPr>
              <a:t>on</a:t>
            </a:r>
            <a:r>
              <a:rPr sz="2400" spc="-65" dirty="0">
                <a:solidFill>
                  <a:srgbClr val="282833"/>
                </a:solidFill>
                <a:latin typeface="Arial"/>
                <a:cs typeface="Arial"/>
              </a:rPr>
              <a:t> </a:t>
            </a:r>
            <a:r>
              <a:rPr sz="2400" dirty="0">
                <a:solidFill>
                  <a:srgbClr val="282833"/>
                </a:solidFill>
                <a:latin typeface="Arial"/>
                <a:cs typeface="Arial"/>
              </a:rPr>
              <a:t>how</a:t>
            </a:r>
            <a:r>
              <a:rPr sz="2400" spc="-65" dirty="0">
                <a:solidFill>
                  <a:srgbClr val="282833"/>
                </a:solidFill>
                <a:latin typeface="Arial"/>
                <a:cs typeface="Arial"/>
              </a:rPr>
              <a:t> </a:t>
            </a:r>
            <a:r>
              <a:rPr sz="2400" dirty="0">
                <a:solidFill>
                  <a:srgbClr val="282833"/>
                </a:solidFill>
                <a:latin typeface="Arial"/>
                <a:cs typeface="Arial"/>
              </a:rPr>
              <a:t>the</a:t>
            </a:r>
            <a:r>
              <a:rPr sz="2400" spc="-65" dirty="0">
                <a:solidFill>
                  <a:srgbClr val="282833"/>
                </a:solidFill>
                <a:latin typeface="Arial"/>
                <a:cs typeface="Arial"/>
              </a:rPr>
              <a:t> </a:t>
            </a:r>
            <a:r>
              <a:rPr sz="2400" dirty="0">
                <a:solidFill>
                  <a:srgbClr val="282833"/>
                </a:solidFill>
                <a:latin typeface="Arial"/>
                <a:cs typeface="Arial"/>
              </a:rPr>
              <a:t>service</a:t>
            </a:r>
            <a:r>
              <a:rPr sz="2400" spc="-65" dirty="0">
                <a:solidFill>
                  <a:srgbClr val="282833"/>
                </a:solidFill>
                <a:latin typeface="Arial"/>
                <a:cs typeface="Arial"/>
              </a:rPr>
              <a:t> </a:t>
            </a:r>
            <a:r>
              <a:rPr sz="2400" dirty="0">
                <a:solidFill>
                  <a:srgbClr val="282833"/>
                </a:solidFill>
                <a:latin typeface="Arial"/>
                <a:cs typeface="Arial"/>
              </a:rPr>
              <a:t>provider</a:t>
            </a:r>
            <a:r>
              <a:rPr sz="2400" spc="-60" dirty="0">
                <a:solidFill>
                  <a:srgbClr val="282833"/>
                </a:solidFill>
                <a:latin typeface="Arial"/>
                <a:cs typeface="Arial"/>
              </a:rPr>
              <a:t> </a:t>
            </a:r>
            <a:r>
              <a:rPr sz="2400" dirty="0">
                <a:solidFill>
                  <a:srgbClr val="282833"/>
                </a:solidFill>
                <a:latin typeface="Arial"/>
                <a:cs typeface="Arial"/>
              </a:rPr>
              <a:t>will</a:t>
            </a:r>
            <a:r>
              <a:rPr sz="2400" spc="-65" dirty="0">
                <a:solidFill>
                  <a:srgbClr val="282833"/>
                </a:solidFill>
                <a:latin typeface="Arial"/>
                <a:cs typeface="Arial"/>
              </a:rPr>
              <a:t> </a:t>
            </a:r>
            <a:r>
              <a:rPr sz="2400" dirty="0">
                <a:solidFill>
                  <a:srgbClr val="282833"/>
                </a:solidFill>
                <a:latin typeface="Arial"/>
                <a:cs typeface="Arial"/>
              </a:rPr>
              <a:t>be</a:t>
            </a:r>
            <a:r>
              <a:rPr sz="2400" spc="-65" dirty="0">
                <a:solidFill>
                  <a:srgbClr val="282833"/>
                </a:solidFill>
                <a:latin typeface="Arial"/>
                <a:cs typeface="Arial"/>
              </a:rPr>
              <a:t> </a:t>
            </a:r>
            <a:r>
              <a:rPr sz="2400" spc="-10" dirty="0">
                <a:solidFill>
                  <a:srgbClr val="282833"/>
                </a:solidFill>
                <a:latin typeface="Arial"/>
                <a:cs typeface="Arial"/>
              </a:rPr>
              <a:t>financed.</a:t>
            </a:r>
            <a:endParaRPr sz="24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p:nvPr/>
        </p:nvSpPr>
        <p:spPr>
          <a:xfrm>
            <a:off x="1854200" y="696723"/>
            <a:ext cx="8813800" cy="4057521"/>
          </a:xfrm>
          <a:prstGeom prst="rect">
            <a:avLst/>
          </a:prstGeom>
        </p:spPr>
        <p:txBody>
          <a:bodyPr vert="horz" wrap="square" lIns="0" tIns="12700" rIns="0" bIns="0" rtlCol="0">
            <a:spAutoFit/>
          </a:bodyPr>
          <a:lstStyle/>
          <a:p>
            <a:pPr marL="12700">
              <a:spcBef>
                <a:spcPts val="100"/>
              </a:spcBef>
            </a:pPr>
            <a:r>
              <a:rPr lang="en-US" sz="4000" spc="-100" dirty="0">
                <a:solidFill>
                  <a:srgbClr val="D2523B"/>
                </a:solidFill>
                <a:latin typeface="Arial"/>
                <a:cs typeface="Arial"/>
              </a:rPr>
              <a:t>2. </a:t>
            </a:r>
            <a:r>
              <a:rPr sz="4000" spc="-100" dirty="0">
                <a:solidFill>
                  <a:srgbClr val="D2523B"/>
                </a:solidFill>
                <a:latin typeface="Arial"/>
                <a:cs typeface="Arial"/>
              </a:rPr>
              <a:t>Componential:</a:t>
            </a:r>
            <a:r>
              <a:rPr sz="4000" spc="-150" dirty="0">
                <a:solidFill>
                  <a:srgbClr val="D2523B"/>
                </a:solidFill>
                <a:latin typeface="Arial"/>
                <a:cs typeface="Arial"/>
              </a:rPr>
              <a:t> </a:t>
            </a:r>
            <a:r>
              <a:rPr sz="4000" spc="-100" dirty="0">
                <a:solidFill>
                  <a:srgbClr val="D2523B"/>
                </a:solidFill>
                <a:latin typeface="Arial"/>
                <a:cs typeface="Arial"/>
              </a:rPr>
              <a:t>Knowledge</a:t>
            </a:r>
            <a:r>
              <a:rPr sz="4000" spc="-140" dirty="0">
                <a:solidFill>
                  <a:srgbClr val="D2523B"/>
                </a:solidFill>
                <a:latin typeface="Arial"/>
                <a:cs typeface="Arial"/>
              </a:rPr>
              <a:t> </a:t>
            </a:r>
            <a:r>
              <a:rPr sz="4000" spc="-95" dirty="0">
                <a:solidFill>
                  <a:srgbClr val="D2523B"/>
                </a:solidFill>
                <a:latin typeface="Arial"/>
                <a:cs typeface="Arial"/>
              </a:rPr>
              <a:t>Resources</a:t>
            </a:r>
            <a:endParaRPr sz="4000" dirty="0">
              <a:latin typeface="Arial"/>
              <a:cs typeface="Arial"/>
            </a:endParaRPr>
          </a:p>
          <a:p>
            <a:pPr marL="400050" marR="325120" indent="-181610">
              <a:spcBef>
                <a:spcPts val="2505"/>
              </a:spcBef>
              <a:buClr>
                <a:srgbClr val="93A299"/>
              </a:buClr>
              <a:buSzPct val="83333"/>
              <a:buChar char="•"/>
              <a:tabLst>
                <a:tab pos="401320" algn="l"/>
              </a:tabLst>
            </a:pPr>
            <a:r>
              <a:rPr sz="2400" dirty="0">
                <a:solidFill>
                  <a:srgbClr val="282833"/>
                </a:solidFill>
                <a:latin typeface="Arial"/>
                <a:cs typeface="Arial"/>
              </a:rPr>
              <a:t>The</a:t>
            </a:r>
            <a:r>
              <a:rPr sz="2400" spc="-60" dirty="0">
                <a:solidFill>
                  <a:srgbClr val="282833"/>
                </a:solidFill>
                <a:latin typeface="Arial"/>
                <a:cs typeface="Arial"/>
              </a:rPr>
              <a:t> </a:t>
            </a:r>
            <a:r>
              <a:rPr sz="2400" spc="-10" dirty="0">
                <a:solidFill>
                  <a:srgbClr val="282833"/>
                </a:solidFill>
                <a:latin typeface="Arial"/>
                <a:cs typeface="Arial"/>
              </a:rPr>
              <a:t>collaborative</a:t>
            </a:r>
            <a:r>
              <a:rPr sz="2400" spc="-60" dirty="0">
                <a:solidFill>
                  <a:srgbClr val="282833"/>
                </a:solidFill>
                <a:latin typeface="Arial"/>
                <a:cs typeface="Arial"/>
              </a:rPr>
              <a:t> </a:t>
            </a:r>
            <a:r>
              <a:rPr sz="2400" dirty="0">
                <a:solidFill>
                  <a:srgbClr val="282833"/>
                </a:solidFill>
                <a:latin typeface="Arial"/>
                <a:cs typeface="Arial"/>
              </a:rPr>
              <a:t>network</a:t>
            </a:r>
            <a:r>
              <a:rPr sz="2400" spc="-55" dirty="0">
                <a:solidFill>
                  <a:srgbClr val="282833"/>
                </a:solidFill>
                <a:latin typeface="Arial"/>
                <a:cs typeface="Arial"/>
              </a:rPr>
              <a:t> </a:t>
            </a:r>
            <a:r>
              <a:rPr sz="2400" dirty="0">
                <a:solidFill>
                  <a:srgbClr val="282833"/>
                </a:solidFill>
                <a:latin typeface="Arial"/>
                <a:cs typeface="Arial"/>
              </a:rPr>
              <a:t>will</a:t>
            </a:r>
            <a:r>
              <a:rPr sz="2400" spc="-60" dirty="0">
                <a:solidFill>
                  <a:srgbClr val="282833"/>
                </a:solidFill>
                <a:latin typeface="Arial"/>
                <a:cs typeface="Arial"/>
              </a:rPr>
              <a:t> </a:t>
            </a:r>
            <a:r>
              <a:rPr sz="2400" dirty="0">
                <a:solidFill>
                  <a:srgbClr val="282833"/>
                </a:solidFill>
                <a:latin typeface="Arial"/>
                <a:cs typeface="Arial"/>
              </a:rPr>
              <a:t>also</a:t>
            </a:r>
            <a:r>
              <a:rPr sz="2400" spc="-55" dirty="0">
                <a:solidFill>
                  <a:srgbClr val="282833"/>
                </a:solidFill>
                <a:latin typeface="Arial"/>
                <a:cs typeface="Arial"/>
              </a:rPr>
              <a:t> </a:t>
            </a:r>
            <a:r>
              <a:rPr sz="2400" dirty="0">
                <a:solidFill>
                  <a:srgbClr val="282833"/>
                </a:solidFill>
                <a:latin typeface="Arial"/>
                <a:cs typeface="Arial"/>
              </a:rPr>
              <a:t>need</a:t>
            </a:r>
            <a:r>
              <a:rPr sz="2400" spc="-60" dirty="0">
                <a:solidFill>
                  <a:srgbClr val="282833"/>
                </a:solidFill>
                <a:latin typeface="Arial"/>
                <a:cs typeface="Arial"/>
              </a:rPr>
              <a:t> </a:t>
            </a:r>
            <a:r>
              <a:rPr sz="2400" spc="-10" dirty="0">
                <a:solidFill>
                  <a:srgbClr val="282833"/>
                </a:solidFill>
                <a:latin typeface="Arial"/>
                <a:cs typeface="Arial"/>
              </a:rPr>
              <a:t>knowledge 	</a:t>
            </a:r>
            <a:r>
              <a:rPr sz="2400" dirty="0">
                <a:solidFill>
                  <a:srgbClr val="282833"/>
                </a:solidFill>
                <a:latin typeface="Arial"/>
                <a:cs typeface="Arial"/>
              </a:rPr>
              <a:t>resources</a:t>
            </a:r>
            <a:r>
              <a:rPr sz="2400" spc="-55" dirty="0">
                <a:solidFill>
                  <a:srgbClr val="282833"/>
                </a:solidFill>
                <a:latin typeface="Arial"/>
                <a:cs typeface="Arial"/>
              </a:rPr>
              <a:t> </a:t>
            </a:r>
            <a:r>
              <a:rPr sz="2400" dirty="0">
                <a:solidFill>
                  <a:srgbClr val="282833"/>
                </a:solidFill>
                <a:latin typeface="Arial"/>
                <a:cs typeface="Arial"/>
              </a:rPr>
              <a:t>to</a:t>
            </a:r>
            <a:r>
              <a:rPr sz="2400" spc="-65" dirty="0">
                <a:solidFill>
                  <a:srgbClr val="282833"/>
                </a:solidFill>
                <a:latin typeface="Arial"/>
                <a:cs typeface="Arial"/>
              </a:rPr>
              <a:t> </a:t>
            </a:r>
            <a:r>
              <a:rPr sz="2400" dirty="0">
                <a:solidFill>
                  <a:srgbClr val="282833"/>
                </a:solidFill>
                <a:latin typeface="Arial"/>
                <a:cs typeface="Arial"/>
              </a:rPr>
              <a:t>be</a:t>
            </a:r>
            <a:r>
              <a:rPr sz="2400" spc="-70" dirty="0">
                <a:solidFill>
                  <a:srgbClr val="282833"/>
                </a:solidFill>
                <a:latin typeface="Arial"/>
                <a:cs typeface="Arial"/>
              </a:rPr>
              <a:t> </a:t>
            </a:r>
            <a:r>
              <a:rPr sz="2400" dirty="0">
                <a:solidFill>
                  <a:srgbClr val="282833"/>
                </a:solidFill>
                <a:latin typeface="Arial"/>
                <a:cs typeface="Arial"/>
              </a:rPr>
              <a:t>maintained</a:t>
            </a:r>
            <a:r>
              <a:rPr sz="2400" spc="-45" dirty="0">
                <a:solidFill>
                  <a:srgbClr val="282833"/>
                </a:solidFill>
                <a:latin typeface="Arial"/>
                <a:cs typeface="Arial"/>
              </a:rPr>
              <a:t> </a:t>
            </a:r>
            <a:r>
              <a:rPr sz="2400" dirty="0">
                <a:solidFill>
                  <a:srgbClr val="282833"/>
                </a:solidFill>
                <a:latin typeface="Arial"/>
                <a:cs typeface="Arial"/>
              </a:rPr>
              <a:t>that</a:t>
            </a:r>
            <a:r>
              <a:rPr sz="2400" spc="-70" dirty="0">
                <a:solidFill>
                  <a:srgbClr val="282833"/>
                </a:solidFill>
                <a:latin typeface="Arial"/>
                <a:cs typeface="Arial"/>
              </a:rPr>
              <a:t> </a:t>
            </a:r>
            <a:r>
              <a:rPr sz="2400" dirty="0">
                <a:solidFill>
                  <a:srgbClr val="282833"/>
                </a:solidFill>
                <a:latin typeface="Arial"/>
                <a:cs typeface="Arial"/>
              </a:rPr>
              <a:t>are</a:t>
            </a:r>
            <a:r>
              <a:rPr sz="2400" spc="-70" dirty="0">
                <a:solidFill>
                  <a:srgbClr val="282833"/>
                </a:solidFill>
                <a:latin typeface="Arial"/>
                <a:cs typeface="Arial"/>
              </a:rPr>
              <a:t> </a:t>
            </a:r>
            <a:r>
              <a:rPr sz="2400" dirty="0">
                <a:solidFill>
                  <a:srgbClr val="282833"/>
                </a:solidFill>
                <a:latin typeface="Arial"/>
                <a:cs typeface="Arial"/>
              </a:rPr>
              <a:t>not</a:t>
            </a:r>
            <a:r>
              <a:rPr sz="2400" spc="-65" dirty="0">
                <a:solidFill>
                  <a:srgbClr val="282833"/>
                </a:solidFill>
                <a:latin typeface="Arial"/>
                <a:cs typeface="Arial"/>
              </a:rPr>
              <a:t> </a:t>
            </a:r>
            <a:r>
              <a:rPr sz="2400" dirty="0">
                <a:solidFill>
                  <a:srgbClr val="282833"/>
                </a:solidFill>
                <a:latin typeface="Arial"/>
                <a:cs typeface="Arial"/>
              </a:rPr>
              <a:t>actually</a:t>
            </a:r>
            <a:r>
              <a:rPr sz="2400" spc="-70" dirty="0">
                <a:solidFill>
                  <a:srgbClr val="282833"/>
                </a:solidFill>
                <a:latin typeface="Arial"/>
                <a:cs typeface="Arial"/>
              </a:rPr>
              <a:t> </a:t>
            </a:r>
            <a:r>
              <a:rPr sz="2400" dirty="0">
                <a:solidFill>
                  <a:srgbClr val="282833"/>
                </a:solidFill>
                <a:latin typeface="Arial"/>
                <a:cs typeface="Arial"/>
              </a:rPr>
              <a:t>part</a:t>
            </a:r>
            <a:r>
              <a:rPr sz="2400" spc="-70" dirty="0">
                <a:solidFill>
                  <a:srgbClr val="282833"/>
                </a:solidFill>
                <a:latin typeface="Arial"/>
                <a:cs typeface="Arial"/>
              </a:rPr>
              <a:t> </a:t>
            </a:r>
            <a:r>
              <a:rPr sz="2400" spc="-25" dirty="0">
                <a:solidFill>
                  <a:srgbClr val="282833"/>
                </a:solidFill>
                <a:latin typeface="Arial"/>
                <a:cs typeface="Arial"/>
              </a:rPr>
              <a:t>of 	</a:t>
            </a:r>
            <a:r>
              <a:rPr sz="2400" dirty="0">
                <a:solidFill>
                  <a:srgbClr val="282833"/>
                </a:solidFill>
                <a:latin typeface="Arial"/>
                <a:cs typeface="Arial"/>
              </a:rPr>
              <a:t>the</a:t>
            </a:r>
            <a:r>
              <a:rPr sz="2400" spc="-100" dirty="0">
                <a:solidFill>
                  <a:srgbClr val="282833"/>
                </a:solidFill>
                <a:latin typeface="Arial"/>
                <a:cs typeface="Arial"/>
              </a:rPr>
              <a:t> </a:t>
            </a:r>
            <a:r>
              <a:rPr sz="2400" dirty="0">
                <a:solidFill>
                  <a:srgbClr val="282833"/>
                </a:solidFill>
                <a:latin typeface="Arial"/>
                <a:cs typeface="Arial"/>
              </a:rPr>
              <a:t>blockchain</a:t>
            </a:r>
            <a:r>
              <a:rPr sz="2400" spc="-80" dirty="0">
                <a:solidFill>
                  <a:srgbClr val="282833"/>
                </a:solidFill>
                <a:latin typeface="Arial"/>
                <a:cs typeface="Arial"/>
              </a:rPr>
              <a:t> </a:t>
            </a:r>
            <a:r>
              <a:rPr sz="2400" spc="-10" dirty="0">
                <a:solidFill>
                  <a:srgbClr val="282833"/>
                </a:solidFill>
                <a:latin typeface="Arial"/>
                <a:cs typeface="Arial"/>
              </a:rPr>
              <a:t>itself.</a:t>
            </a:r>
            <a:endParaRPr sz="2400" dirty="0">
              <a:latin typeface="Arial"/>
              <a:cs typeface="Arial"/>
            </a:endParaRPr>
          </a:p>
          <a:p>
            <a:pPr marL="400050" marR="24130" indent="-181610">
              <a:spcBef>
                <a:spcPts val="580"/>
              </a:spcBef>
              <a:buClr>
                <a:srgbClr val="93A299"/>
              </a:buClr>
              <a:buSzPct val="83333"/>
              <a:buChar char="•"/>
              <a:tabLst>
                <a:tab pos="401320" algn="l"/>
              </a:tabLst>
            </a:pPr>
            <a:r>
              <a:rPr sz="2400" dirty="0">
                <a:solidFill>
                  <a:srgbClr val="282833"/>
                </a:solidFill>
                <a:latin typeface="Arial"/>
                <a:cs typeface="Arial"/>
              </a:rPr>
              <a:t>These</a:t>
            </a:r>
            <a:r>
              <a:rPr sz="2400" spc="-80" dirty="0">
                <a:solidFill>
                  <a:srgbClr val="282833"/>
                </a:solidFill>
                <a:latin typeface="Arial"/>
                <a:cs typeface="Arial"/>
              </a:rPr>
              <a:t> </a:t>
            </a:r>
            <a:r>
              <a:rPr sz="2400" dirty="0">
                <a:solidFill>
                  <a:srgbClr val="282833"/>
                </a:solidFill>
                <a:latin typeface="Arial"/>
                <a:cs typeface="Arial"/>
              </a:rPr>
              <a:t>include</a:t>
            </a:r>
            <a:r>
              <a:rPr sz="2400" spc="-80" dirty="0">
                <a:solidFill>
                  <a:srgbClr val="282833"/>
                </a:solidFill>
                <a:latin typeface="Arial"/>
                <a:cs typeface="Arial"/>
              </a:rPr>
              <a:t> </a:t>
            </a:r>
            <a:r>
              <a:rPr sz="2400" dirty="0">
                <a:solidFill>
                  <a:srgbClr val="282833"/>
                </a:solidFill>
                <a:latin typeface="Arial"/>
                <a:cs typeface="Arial"/>
              </a:rPr>
              <a:t>all</a:t>
            </a:r>
            <a:r>
              <a:rPr sz="2400" spc="-80" dirty="0">
                <a:solidFill>
                  <a:srgbClr val="282833"/>
                </a:solidFill>
                <a:latin typeface="Arial"/>
                <a:cs typeface="Arial"/>
              </a:rPr>
              <a:t> </a:t>
            </a:r>
            <a:r>
              <a:rPr sz="2400" dirty="0">
                <a:solidFill>
                  <a:srgbClr val="282833"/>
                </a:solidFill>
                <a:latin typeface="Arial"/>
                <a:cs typeface="Arial"/>
              </a:rPr>
              <a:t>documents</a:t>
            </a:r>
            <a:r>
              <a:rPr sz="2400" spc="-80" dirty="0">
                <a:solidFill>
                  <a:srgbClr val="282833"/>
                </a:solidFill>
                <a:latin typeface="Arial"/>
                <a:cs typeface="Arial"/>
              </a:rPr>
              <a:t> </a:t>
            </a:r>
            <a:r>
              <a:rPr sz="2400" dirty="0">
                <a:solidFill>
                  <a:srgbClr val="282833"/>
                </a:solidFill>
                <a:latin typeface="Arial"/>
                <a:cs typeface="Arial"/>
              </a:rPr>
              <a:t>and</a:t>
            </a:r>
            <a:r>
              <a:rPr sz="2400" spc="-75" dirty="0">
                <a:solidFill>
                  <a:srgbClr val="282833"/>
                </a:solidFill>
                <a:latin typeface="Arial"/>
                <a:cs typeface="Arial"/>
              </a:rPr>
              <a:t> </a:t>
            </a:r>
            <a:r>
              <a:rPr sz="2400" dirty="0">
                <a:solidFill>
                  <a:srgbClr val="282833"/>
                </a:solidFill>
                <a:latin typeface="Arial"/>
                <a:cs typeface="Arial"/>
              </a:rPr>
              <a:t>agreements</a:t>
            </a:r>
            <a:r>
              <a:rPr sz="2400" spc="-80" dirty="0">
                <a:solidFill>
                  <a:srgbClr val="282833"/>
                </a:solidFill>
                <a:latin typeface="Arial"/>
                <a:cs typeface="Arial"/>
              </a:rPr>
              <a:t> </a:t>
            </a:r>
            <a:r>
              <a:rPr sz="2400" dirty="0">
                <a:solidFill>
                  <a:srgbClr val="282833"/>
                </a:solidFill>
                <a:latin typeface="Arial"/>
                <a:cs typeface="Arial"/>
              </a:rPr>
              <a:t>that</a:t>
            </a:r>
            <a:r>
              <a:rPr sz="2400" spc="-80" dirty="0">
                <a:solidFill>
                  <a:srgbClr val="282833"/>
                </a:solidFill>
                <a:latin typeface="Arial"/>
                <a:cs typeface="Arial"/>
              </a:rPr>
              <a:t> </a:t>
            </a:r>
            <a:r>
              <a:rPr sz="2400" spc="-25" dirty="0">
                <a:solidFill>
                  <a:srgbClr val="282833"/>
                </a:solidFill>
                <a:latin typeface="Arial"/>
                <a:cs typeface="Arial"/>
              </a:rPr>
              <a:t>are 	</a:t>
            </a:r>
            <a:r>
              <a:rPr sz="2400" dirty="0">
                <a:solidFill>
                  <a:srgbClr val="282833"/>
                </a:solidFill>
                <a:latin typeface="Arial"/>
                <a:cs typeface="Arial"/>
              </a:rPr>
              <a:t>necessary</a:t>
            </a:r>
            <a:r>
              <a:rPr sz="2400" spc="-50" dirty="0">
                <a:solidFill>
                  <a:srgbClr val="282833"/>
                </a:solidFill>
                <a:latin typeface="Arial"/>
                <a:cs typeface="Arial"/>
              </a:rPr>
              <a:t> </a:t>
            </a:r>
            <a:r>
              <a:rPr sz="2400" dirty="0">
                <a:solidFill>
                  <a:srgbClr val="282833"/>
                </a:solidFill>
                <a:latin typeface="Arial"/>
                <a:cs typeface="Arial"/>
              </a:rPr>
              <a:t>to</a:t>
            </a:r>
            <a:r>
              <a:rPr sz="2400" spc="-65" dirty="0">
                <a:solidFill>
                  <a:srgbClr val="282833"/>
                </a:solidFill>
                <a:latin typeface="Arial"/>
                <a:cs typeface="Arial"/>
              </a:rPr>
              <a:t> </a:t>
            </a:r>
            <a:r>
              <a:rPr sz="2400" dirty="0">
                <a:solidFill>
                  <a:srgbClr val="282833"/>
                </a:solidFill>
                <a:latin typeface="Arial"/>
                <a:cs typeface="Arial"/>
              </a:rPr>
              <a:t>form</a:t>
            </a:r>
            <a:r>
              <a:rPr sz="2400" spc="-60" dirty="0">
                <a:solidFill>
                  <a:srgbClr val="282833"/>
                </a:solidFill>
                <a:latin typeface="Arial"/>
                <a:cs typeface="Arial"/>
              </a:rPr>
              <a:t> </a:t>
            </a:r>
            <a:r>
              <a:rPr sz="2400" dirty="0">
                <a:solidFill>
                  <a:srgbClr val="282833"/>
                </a:solidFill>
                <a:latin typeface="Arial"/>
                <a:cs typeface="Arial"/>
              </a:rPr>
              <a:t>and</a:t>
            </a:r>
            <a:r>
              <a:rPr sz="2400" spc="-60" dirty="0">
                <a:solidFill>
                  <a:srgbClr val="282833"/>
                </a:solidFill>
                <a:latin typeface="Arial"/>
                <a:cs typeface="Arial"/>
              </a:rPr>
              <a:t> </a:t>
            </a:r>
            <a:r>
              <a:rPr sz="2400" dirty="0">
                <a:solidFill>
                  <a:srgbClr val="282833"/>
                </a:solidFill>
                <a:latin typeface="Arial"/>
                <a:cs typeface="Arial"/>
              </a:rPr>
              <a:t>operate</a:t>
            </a:r>
            <a:r>
              <a:rPr sz="2400" spc="-45" dirty="0">
                <a:solidFill>
                  <a:srgbClr val="282833"/>
                </a:solidFill>
                <a:latin typeface="Arial"/>
                <a:cs typeface="Arial"/>
              </a:rPr>
              <a:t> </a:t>
            </a:r>
            <a:r>
              <a:rPr sz="2400" dirty="0">
                <a:solidFill>
                  <a:srgbClr val="282833"/>
                </a:solidFill>
                <a:latin typeface="Arial"/>
                <a:cs typeface="Arial"/>
              </a:rPr>
              <a:t>the</a:t>
            </a:r>
            <a:r>
              <a:rPr sz="2400" spc="-65" dirty="0">
                <a:solidFill>
                  <a:srgbClr val="282833"/>
                </a:solidFill>
                <a:latin typeface="Arial"/>
                <a:cs typeface="Arial"/>
              </a:rPr>
              <a:t> </a:t>
            </a:r>
            <a:r>
              <a:rPr sz="2400" spc="-10" dirty="0">
                <a:solidFill>
                  <a:srgbClr val="282833"/>
                </a:solidFill>
                <a:latin typeface="Arial"/>
                <a:cs typeface="Arial"/>
              </a:rPr>
              <a:t>collaborative</a:t>
            </a:r>
            <a:r>
              <a:rPr sz="2400" spc="-35" dirty="0">
                <a:solidFill>
                  <a:srgbClr val="282833"/>
                </a:solidFill>
                <a:latin typeface="Arial"/>
                <a:cs typeface="Arial"/>
              </a:rPr>
              <a:t> </a:t>
            </a:r>
            <a:r>
              <a:rPr sz="2400" spc="-10" dirty="0">
                <a:solidFill>
                  <a:srgbClr val="282833"/>
                </a:solidFill>
                <a:latin typeface="Arial"/>
                <a:cs typeface="Arial"/>
              </a:rPr>
              <a:t>network.</a:t>
            </a:r>
            <a:endParaRPr sz="2400" dirty="0">
              <a:latin typeface="Arial"/>
              <a:cs typeface="Arial"/>
            </a:endParaRPr>
          </a:p>
          <a:p>
            <a:pPr marL="400050" marR="916305" indent="-181610" algn="just">
              <a:spcBef>
                <a:spcPts val="575"/>
              </a:spcBef>
              <a:buClr>
                <a:srgbClr val="93A299"/>
              </a:buClr>
              <a:buSzPct val="83333"/>
              <a:buChar char="•"/>
              <a:tabLst>
                <a:tab pos="401320" algn="l"/>
              </a:tabLst>
            </a:pPr>
            <a:r>
              <a:rPr sz="2400" dirty="0">
                <a:solidFill>
                  <a:srgbClr val="282833"/>
                </a:solidFill>
                <a:latin typeface="Arial"/>
                <a:cs typeface="Arial"/>
              </a:rPr>
              <a:t>Data</a:t>
            </a:r>
            <a:r>
              <a:rPr sz="2400" spc="-70" dirty="0">
                <a:solidFill>
                  <a:srgbClr val="282833"/>
                </a:solidFill>
                <a:latin typeface="Arial"/>
                <a:cs typeface="Arial"/>
              </a:rPr>
              <a:t> </a:t>
            </a:r>
            <a:r>
              <a:rPr sz="2400" dirty="0">
                <a:solidFill>
                  <a:srgbClr val="282833"/>
                </a:solidFill>
                <a:latin typeface="Arial"/>
                <a:cs typeface="Arial"/>
              </a:rPr>
              <a:t>repositories</a:t>
            </a:r>
            <a:r>
              <a:rPr sz="2400" spc="-50" dirty="0">
                <a:solidFill>
                  <a:srgbClr val="282833"/>
                </a:solidFill>
                <a:latin typeface="Arial"/>
                <a:cs typeface="Arial"/>
              </a:rPr>
              <a:t> </a:t>
            </a:r>
            <a:r>
              <a:rPr sz="2400" dirty="0">
                <a:solidFill>
                  <a:srgbClr val="282833"/>
                </a:solidFill>
                <a:latin typeface="Arial"/>
                <a:cs typeface="Arial"/>
              </a:rPr>
              <a:t>will</a:t>
            </a:r>
            <a:r>
              <a:rPr sz="2400" spc="-70" dirty="0">
                <a:solidFill>
                  <a:srgbClr val="282833"/>
                </a:solidFill>
                <a:latin typeface="Arial"/>
                <a:cs typeface="Arial"/>
              </a:rPr>
              <a:t> </a:t>
            </a:r>
            <a:r>
              <a:rPr sz="2400" dirty="0">
                <a:solidFill>
                  <a:srgbClr val="282833"/>
                </a:solidFill>
                <a:latin typeface="Arial"/>
                <a:cs typeface="Arial"/>
              </a:rPr>
              <a:t>also</a:t>
            </a:r>
            <a:r>
              <a:rPr sz="2400" spc="-65" dirty="0">
                <a:solidFill>
                  <a:srgbClr val="282833"/>
                </a:solidFill>
                <a:latin typeface="Arial"/>
                <a:cs typeface="Arial"/>
              </a:rPr>
              <a:t> </a:t>
            </a:r>
            <a:r>
              <a:rPr sz="2400" dirty="0">
                <a:solidFill>
                  <a:srgbClr val="282833"/>
                </a:solidFill>
                <a:latin typeface="Arial"/>
                <a:cs typeface="Arial"/>
              </a:rPr>
              <a:t>be</a:t>
            </a:r>
            <a:r>
              <a:rPr sz="2400" spc="-70" dirty="0">
                <a:solidFill>
                  <a:srgbClr val="282833"/>
                </a:solidFill>
                <a:latin typeface="Arial"/>
                <a:cs typeface="Arial"/>
              </a:rPr>
              <a:t> </a:t>
            </a:r>
            <a:r>
              <a:rPr sz="2400" dirty="0">
                <a:solidFill>
                  <a:srgbClr val="282833"/>
                </a:solidFill>
                <a:latin typeface="Arial"/>
                <a:cs typeface="Arial"/>
              </a:rPr>
              <a:t>needed</a:t>
            </a:r>
            <a:r>
              <a:rPr sz="2400" spc="-55" dirty="0">
                <a:solidFill>
                  <a:srgbClr val="282833"/>
                </a:solidFill>
                <a:latin typeface="Arial"/>
                <a:cs typeface="Arial"/>
              </a:rPr>
              <a:t> </a:t>
            </a:r>
            <a:r>
              <a:rPr sz="2400" dirty="0">
                <a:solidFill>
                  <a:srgbClr val="282833"/>
                </a:solidFill>
                <a:latin typeface="Arial"/>
                <a:cs typeface="Arial"/>
              </a:rPr>
              <a:t>to</a:t>
            </a:r>
            <a:r>
              <a:rPr sz="2400" spc="-65" dirty="0">
                <a:solidFill>
                  <a:srgbClr val="282833"/>
                </a:solidFill>
                <a:latin typeface="Arial"/>
                <a:cs typeface="Arial"/>
              </a:rPr>
              <a:t> </a:t>
            </a:r>
            <a:r>
              <a:rPr sz="2400" dirty="0">
                <a:solidFill>
                  <a:srgbClr val="282833"/>
                </a:solidFill>
                <a:latin typeface="Arial"/>
                <a:cs typeface="Arial"/>
              </a:rPr>
              <a:t>record</a:t>
            </a:r>
            <a:r>
              <a:rPr sz="2400" spc="-70" dirty="0">
                <a:solidFill>
                  <a:srgbClr val="282833"/>
                </a:solidFill>
                <a:latin typeface="Arial"/>
                <a:cs typeface="Arial"/>
              </a:rPr>
              <a:t> </a:t>
            </a:r>
            <a:r>
              <a:rPr sz="2400" spc="-25" dirty="0">
                <a:solidFill>
                  <a:srgbClr val="282833"/>
                </a:solidFill>
                <a:latin typeface="Arial"/>
                <a:cs typeface="Arial"/>
              </a:rPr>
              <a:t>the 	</a:t>
            </a:r>
            <a:r>
              <a:rPr sz="2400" spc="-10" dirty="0">
                <a:solidFill>
                  <a:srgbClr val="282833"/>
                </a:solidFill>
                <a:latin typeface="Arial"/>
                <a:cs typeface="Arial"/>
              </a:rPr>
              <a:t>participants</a:t>
            </a:r>
            <a:r>
              <a:rPr sz="2400" spc="-65" dirty="0">
                <a:solidFill>
                  <a:srgbClr val="282833"/>
                </a:solidFill>
                <a:latin typeface="Arial"/>
                <a:cs typeface="Arial"/>
              </a:rPr>
              <a:t> </a:t>
            </a:r>
            <a:r>
              <a:rPr sz="2400" dirty="0">
                <a:solidFill>
                  <a:srgbClr val="282833"/>
                </a:solidFill>
                <a:latin typeface="Arial"/>
                <a:cs typeface="Arial"/>
              </a:rPr>
              <a:t>of</a:t>
            </a:r>
            <a:r>
              <a:rPr sz="2400" spc="-65" dirty="0">
                <a:solidFill>
                  <a:srgbClr val="282833"/>
                </a:solidFill>
                <a:latin typeface="Arial"/>
                <a:cs typeface="Arial"/>
              </a:rPr>
              <a:t> </a:t>
            </a:r>
            <a:r>
              <a:rPr sz="2400" dirty="0">
                <a:solidFill>
                  <a:srgbClr val="282833"/>
                </a:solidFill>
                <a:latin typeface="Arial"/>
                <a:cs typeface="Arial"/>
              </a:rPr>
              <a:t>the</a:t>
            </a:r>
            <a:r>
              <a:rPr sz="2400" spc="-65" dirty="0">
                <a:solidFill>
                  <a:srgbClr val="282833"/>
                </a:solidFill>
                <a:latin typeface="Arial"/>
                <a:cs typeface="Arial"/>
              </a:rPr>
              <a:t> </a:t>
            </a:r>
            <a:r>
              <a:rPr sz="2400" dirty="0">
                <a:solidFill>
                  <a:srgbClr val="282833"/>
                </a:solidFill>
                <a:latin typeface="Arial"/>
                <a:cs typeface="Arial"/>
              </a:rPr>
              <a:t>network,</a:t>
            </a:r>
            <a:r>
              <a:rPr sz="2400" spc="-65" dirty="0">
                <a:solidFill>
                  <a:srgbClr val="282833"/>
                </a:solidFill>
                <a:latin typeface="Arial"/>
                <a:cs typeface="Arial"/>
              </a:rPr>
              <a:t> </a:t>
            </a:r>
            <a:r>
              <a:rPr sz="2400" dirty="0">
                <a:solidFill>
                  <a:srgbClr val="282833"/>
                </a:solidFill>
                <a:latin typeface="Arial"/>
                <a:cs typeface="Arial"/>
              </a:rPr>
              <a:t>their</a:t>
            </a:r>
            <a:r>
              <a:rPr sz="2400" spc="-65" dirty="0">
                <a:solidFill>
                  <a:srgbClr val="282833"/>
                </a:solidFill>
                <a:latin typeface="Arial"/>
                <a:cs typeface="Arial"/>
              </a:rPr>
              <a:t> </a:t>
            </a:r>
            <a:r>
              <a:rPr sz="2400" dirty="0">
                <a:solidFill>
                  <a:srgbClr val="282833"/>
                </a:solidFill>
                <a:latin typeface="Arial"/>
                <a:cs typeface="Arial"/>
              </a:rPr>
              <a:t>actor</a:t>
            </a:r>
            <a:r>
              <a:rPr sz="2400" spc="-65" dirty="0">
                <a:solidFill>
                  <a:srgbClr val="282833"/>
                </a:solidFill>
                <a:latin typeface="Arial"/>
                <a:cs typeface="Arial"/>
              </a:rPr>
              <a:t> </a:t>
            </a:r>
            <a:r>
              <a:rPr sz="2400" dirty="0">
                <a:solidFill>
                  <a:srgbClr val="282833"/>
                </a:solidFill>
                <a:latin typeface="Arial"/>
                <a:cs typeface="Arial"/>
              </a:rPr>
              <a:t>profiles</a:t>
            </a:r>
            <a:r>
              <a:rPr sz="2400" spc="-60" dirty="0">
                <a:solidFill>
                  <a:srgbClr val="282833"/>
                </a:solidFill>
                <a:latin typeface="Arial"/>
                <a:cs typeface="Arial"/>
              </a:rPr>
              <a:t> </a:t>
            </a:r>
            <a:r>
              <a:rPr sz="2400" spc="-25" dirty="0">
                <a:solidFill>
                  <a:srgbClr val="282833"/>
                </a:solidFill>
                <a:latin typeface="Arial"/>
                <a:cs typeface="Arial"/>
              </a:rPr>
              <a:t>and 	</a:t>
            </a:r>
            <a:r>
              <a:rPr sz="2400" dirty="0">
                <a:solidFill>
                  <a:srgbClr val="282833"/>
                </a:solidFill>
                <a:latin typeface="Arial"/>
                <a:cs typeface="Arial"/>
              </a:rPr>
              <a:t>permission</a:t>
            </a:r>
            <a:r>
              <a:rPr sz="2400" spc="-145" dirty="0">
                <a:solidFill>
                  <a:srgbClr val="282833"/>
                </a:solidFill>
                <a:latin typeface="Arial"/>
                <a:cs typeface="Arial"/>
              </a:rPr>
              <a:t> </a:t>
            </a:r>
            <a:r>
              <a:rPr sz="2400" spc="-10" dirty="0">
                <a:solidFill>
                  <a:srgbClr val="282833"/>
                </a:solidFill>
                <a:latin typeface="Arial"/>
                <a:cs typeface="Arial"/>
              </a:rPr>
              <a:t>sets.</a:t>
            </a:r>
            <a:endParaRPr sz="24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677415" y="464312"/>
            <a:ext cx="8723630" cy="452755"/>
          </a:xfrm>
          <a:prstGeom prst="rect">
            <a:avLst/>
          </a:prstGeom>
        </p:spPr>
        <p:txBody>
          <a:bodyPr vert="horz" wrap="square" lIns="0" tIns="12700" rIns="0" bIns="0" rtlCol="0">
            <a:spAutoFit/>
          </a:bodyPr>
          <a:lstStyle/>
          <a:p>
            <a:pPr marL="12700">
              <a:spcBef>
                <a:spcPts val="100"/>
              </a:spcBef>
            </a:pPr>
            <a:r>
              <a:rPr sz="2800" spc="-114" dirty="0"/>
              <a:t>Blockchain</a:t>
            </a:r>
            <a:r>
              <a:rPr sz="2800" spc="-135" dirty="0"/>
              <a:t> </a:t>
            </a:r>
            <a:r>
              <a:rPr sz="2800" spc="-114" dirty="0"/>
              <a:t>Collaborative</a:t>
            </a:r>
            <a:r>
              <a:rPr sz="2800" spc="-130" dirty="0"/>
              <a:t> </a:t>
            </a:r>
            <a:r>
              <a:rPr sz="2800" spc="-105" dirty="0"/>
              <a:t>Network</a:t>
            </a:r>
            <a:r>
              <a:rPr sz="2800" spc="-125" dirty="0"/>
              <a:t> </a:t>
            </a:r>
            <a:r>
              <a:rPr sz="2800" spc="-110" dirty="0"/>
              <a:t>Development</a:t>
            </a:r>
            <a:r>
              <a:rPr sz="2800" spc="-125" dirty="0"/>
              <a:t> </a:t>
            </a:r>
            <a:r>
              <a:rPr sz="2800" spc="-30" dirty="0"/>
              <a:t>Framework</a:t>
            </a:r>
            <a:endParaRPr sz="2800"/>
          </a:p>
        </p:txBody>
      </p:sp>
      <p:sp>
        <p:nvSpPr>
          <p:cNvPr id="3" name="object 3"/>
          <p:cNvSpPr txBox="1"/>
          <p:nvPr/>
        </p:nvSpPr>
        <p:spPr>
          <a:xfrm>
            <a:off x="2059940" y="6263893"/>
            <a:ext cx="7056120" cy="513715"/>
          </a:xfrm>
          <a:prstGeom prst="rect">
            <a:avLst/>
          </a:prstGeom>
        </p:spPr>
        <p:txBody>
          <a:bodyPr vert="horz" wrap="square" lIns="0" tIns="12700" rIns="0" bIns="0" rtlCol="0">
            <a:spAutoFit/>
          </a:bodyPr>
          <a:lstStyle/>
          <a:p>
            <a:pPr marL="195580" marR="5080" indent="-182880">
              <a:spcBef>
                <a:spcPts val="100"/>
              </a:spcBef>
              <a:buClr>
                <a:srgbClr val="93A299"/>
              </a:buClr>
              <a:buSzPct val="84375"/>
              <a:buChar char="•"/>
              <a:tabLst>
                <a:tab pos="195580" algn="l"/>
              </a:tabLst>
            </a:pPr>
            <a:r>
              <a:rPr sz="1600" dirty="0">
                <a:solidFill>
                  <a:srgbClr val="282833"/>
                </a:solidFill>
                <a:latin typeface="Arial"/>
                <a:cs typeface="Arial"/>
              </a:rPr>
              <a:t>Adamopoulos,</a:t>
            </a:r>
            <a:r>
              <a:rPr sz="1600" spc="-60" dirty="0">
                <a:solidFill>
                  <a:srgbClr val="282833"/>
                </a:solidFill>
                <a:latin typeface="Arial"/>
                <a:cs typeface="Arial"/>
              </a:rPr>
              <a:t> </a:t>
            </a:r>
            <a:r>
              <a:rPr sz="1600" spc="-10" dirty="0">
                <a:solidFill>
                  <a:srgbClr val="282833"/>
                </a:solidFill>
                <a:latin typeface="Arial"/>
                <a:cs typeface="Arial"/>
              </a:rPr>
              <a:t>Davey,</a:t>
            </a:r>
            <a:r>
              <a:rPr sz="1600" spc="-50" dirty="0">
                <a:solidFill>
                  <a:srgbClr val="282833"/>
                </a:solidFill>
                <a:latin typeface="Arial"/>
                <a:cs typeface="Arial"/>
              </a:rPr>
              <a:t> </a:t>
            </a:r>
            <a:r>
              <a:rPr sz="1600" dirty="0">
                <a:solidFill>
                  <a:srgbClr val="282833"/>
                </a:solidFill>
                <a:latin typeface="Arial"/>
                <a:cs typeface="Arial"/>
              </a:rPr>
              <a:t>Bruno,</a:t>
            </a:r>
            <a:r>
              <a:rPr sz="1600" spc="-35" dirty="0">
                <a:solidFill>
                  <a:srgbClr val="282833"/>
                </a:solidFill>
                <a:latin typeface="Arial"/>
                <a:cs typeface="Arial"/>
              </a:rPr>
              <a:t> </a:t>
            </a:r>
            <a:r>
              <a:rPr sz="1600" dirty="0">
                <a:solidFill>
                  <a:srgbClr val="282833"/>
                </a:solidFill>
                <a:latin typeface="Arial"/>
                <a:cs typeface="Arial"/>
              </a:rPr>
              <a:t>Dick,</a:t>
            </a:r>
            <a:r>
              <a:rPr sz="1600" spc="-55" dirty="0">
                <a:solidFill>
                  <a:srgbClr val="282833"/>
                </a:solidFill>
                <a:latin typeface="Arial"/>
                <a:cs typeface="Arial"/>
              </a:rPr>
              <a:t> </a:t>
            </a:r>
            <a:r>
              <a:rPr sz="1600" dirty="0">
                <a:solidFill>
                  <a:srgbClr val="282833"/>
                </a:solidFill>
                <a:latin typeface="Arial"/>
                <a:cs typeface="Arial"/>
              </a:rPr>
              <a:t>2019.</a:t>
            </a:r>
            <a:r>
              <a:rPr sz="1600" spc="-40" dirty="0">
                <a:solidFill>
                  <a:srgbClr val="282833"/>
                </a:solidFill>
                <a:latin typeface="Arial"/>
                <a:cs typeface="Arial"/>
              </a:rPr>
              <a:t> </a:t>
            </a:r>
            <a:r>
              <a:rPr sz="1600" dirty="0">
                <a:solidFill>
                  <a:srgbClr val="282833"/>
                </a:solidFill>
                <a:latin typeface="Arial"/>
                <a:cs typeface="Arial"/>
              </a:rPr>
              <a:t>“Blockchain</a:t>
            </a:r>
            <a:r>
              <a:rPr sz="1600" spc="-60" dirty="0">
                <a:solidFill>
                  <a:srgbClr val="282833"/>
                </a:solidFill>
                <a:latin typeface="Arial"/>
                <a:cs typeface="Arial"/>
              </a:rPr>
              <a:t> </a:t>
            </a:r>
            <a:r>
              <a:rPr sz="1600" dirty="0">
                <a:solidFill>
                  <a:srgbClr val="282833"/>
                </a:solidFill>
                <a:latin typeface="Arial"/>
                <a:cs typeface="Arial"/>
              </a:rPr>
              <a:t>Collaborative</a:t>
            </a:r>
            <a:r>
              <a:rPr sz="1600" spc="-60" dirty="0">
                <a:solidFill>
                  <a:srgbClr val="282833"/>
                </a:solidFill>
                <a:latin typeface="Arial"/>
                <a:cs typeface="Arial"/>
              </a:rPr>
              <a:t> </a:t>
            </a:r>
            <a:r>
              <a:rPr sz="1600" spc="-10" dirty="0">
                <a:solidFill>
                  <a:srgbClr val="282833"/>
                </a:solidFill>
                <a:latin typeface="Arial"/>
                <a:cs typeface="Arial"/>
              </a:rPr>
              <a:t>Network </a:t>
            </a:r>
            <a:r>
              <a:rPr sz="1600" dirty="0">
                <a:solidFill>
                  <a:srgbClr val="282833"/>
                </a:solidFill>
                <a:latin typeface="Arial"/>
                <a:cs typeface="Arial"/>
              </a:rPr>
              <a:t>Development</a:t>
            </a:r>
            <a:r>
              <a:rPr sz="1600" spc="-55" dirty="0">
                <a:solidFill>
                  <a:srgbClr val="282833"/>
                </a:solidFill>
                <a:latin typeface="Arial"/>
                <a:cs typeface="Arial"/>
              </a:rPr>
              <a:t> </a:t>
            </a:r>
            <a:r>
              <a:rPr sz="1600" dirty="0">
                <a:solidFill>
                  <a:srgbClr val="282833"/>
                </a:solidFill>
                <a:latin typeface="Arial"/>
                <a:cs typeface="Arial"/>
              </a:rPr>
              <a:t>Framework”.</a:t>
            </a:r>
            <a:r>
              <a:rPr sz="1600" spc="-40" dirty="0">
                <a:solidFill>
                  <a:srgbClr val="282833"/>
                </a:solidFill>
                <a:latin typeface="Arial"/>
                <a:cs typeface="Arial"/>
              </a:rPr>
              <a:t> </a:t>
            </a:r>
            <a:r>
              <a:rPr sz="1600" spc="-10" dirty="0">
                <a:solidFill>
                  <a:srgbClr val="282833"/>
                </a:solidFill>
                <a:latin typeface="Arial"/>
                <a:cs typeface="Arial"/>
              </a:rPr>
              <a:t>SSRN.</a:t>
            </a:r>
            <a:endParaRPr sz="1600" dirty="0">
              <a:latin typeface="Arial"/>
              <a:cs typeface="Arial"/>
            </a:endParaRPr>
          </a:p>
        </p:txBody>
      </p:sp>
      <p:pic>
        <p:nvPicPr>
          <p:cNvPr id="6" name="object 6"/>
          <p:cNvPicPr/>
          <p:nvPr/>
        </p:nvPicPr>
        <p:blipFill>
          <a:blip r:embed="rId3" cstate="print"/>
          <a:stretch>
            <a:fillRect/>
          </a:stretch>
        </p:blipFill>
        <p:spPr>
          <a:xfrm>
            <a:off x="1613915" y="1053085"/>
            <a:ext cx="8964930" cy="5223509"/>
          </a:xfrm>
          <a:prstGeom prst="rect">
            <a:avLst/>
          </a:prstGeom>
        </p:spPr>
      </p:pic>
    </p:spTree>
    <p:extLst>
      <p:ext uri="{BB962C8B-B14F-4D97-AF65-F5344CB8AC3E}">
        <p14:creationId xmlns:p14="http://schemas.microsoft.com/office/powerpoint/2010/main" val="870324042"/>
      </p:ext>
    </p:extLst>
  </p:cSld>
  <p:clrMapOvr>
    <a:overrideClrMapping bg1="lt1" tx1="dk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p:nvPr/>
        </p:nvSpPr>
        <p:spPr>
          <a:xfrm>
            <a:off x="2059940" y="696722"/>
            <a:ext cx="8307070" cy="5709920"/>
          </a:xfrm>
          <a:prstGeom prst="rect">
            <a:avLst/>
          </a:prstGeom>
        </p:spPr>
        <p:txBody>
          <a:bodyPr vert="horz" wrap="square" lIns="0" tIns="12700" rIns="0" bIns="0" rtlCol="0">
            <a:spAutoFit/>
          </a:bodyPr>
          <a:lstStyle/>
          <a:p>
            <a:pPr marL="12700">
              <a:spcBef>
                <a:spcPts val="100"/>
              </a:spcBef>
            </a:pPr>
            <a:r>
              <a:rPr lang="en-US" sz="4000" spc="-105" dirty="0">
                <a:solidFill>
                  <a:srgbClr val="D2523B"/>
                </a:solidFill>
                <a:latin typeface="Arial"/>
                <a:cs typeface="Arial"/>
              </a:rPr>
              <a:t>3. </a:t>
            </a:r>
            <a:r>
              <a:rPr sz="4000" spc="-105" dirty="0">
                <a:solidFill>
                  <a:srgbClr val="D2523B"/>
                </a:solidFill>
                <a:latin typeface="Arial"/>
                <a:cs typeface="Arial"/>
              </a:rPr>
              <a:t>Functional:</a:t>
            </a:r>
            <a:r>
              <a:rPr sz="4000" spc="-155" dirty="0">
                <a:solidFill>
                  <a:srgbClr val="D2523B"/>
                </a:solidFill>
                <a:latin typeface="Arial"/>
                <a:cs typeface="Arial"/>
              </a:rPr>
              <a:t> </a:t>
            </a:r>
            <a:r>
              <a:rPr sz="4000" spc="-95" dirty="0">
                <a:solidFill>
                  <a:srgbClr val="D2523B"/>
                </a:solidFill>
                <a:latin typeface="Arial"/>
                <a:cs typeface="Arial"/>
              </a:rPr>
              <a:t>Operations</a:t>
            </a:r>
            <a:r>
              <a:rPr sz="4000" spc="-150" dirty="0">
                <a:solidFill>
                  <a:srgbClr val="D2523B"/>
                </a:solidFill>
                <a:latin typeface="Arial"/>
                <a:cs typeface="Arial"/>
              </a:rPr>
              <a:t> </a:t>
            </a:r>
            <a:r>
              <a:rPr sz="4000" spc="-70" dirty="0">
                <a:solidFill>
                  <a:srgbClr val="D2523B"/>
                </a:solidFill>
                <a:latin typeface="Arial"/>
                <a:cs typeface="Arial"/>
              </a:rPr>
              <a:t>and</a:t>
            </a:r>
            <a:r>
              <a:rPr sz="4000" spc="-380" dirty="0">
                <a:solidFill>
                  <a:srgbClr val="D2523B"/>
                </a:solidFill>
                <a:latin typeface="Arial"/>
                <a:cs typeface="Arial"/>
              </a:rPr>
              <a:t> </a:t>
            </a:r>
            <a:r>
              <a:rPr sz="4000" spc="-10" dirty="0">
                <a:solidFill>
                  <a:srgbClr val="D2523B"/>
                </a:solidFill>
                <a:latin typeface="Arial"/>
                <a:cs typeface="Arial"/>
              </a:rPr>
              <a:t>Actions</a:t>
            </a:r>
            <a:endParaRPr sz="4000" dirty="0">
              <a:latin typeface="Arial"/>
              <a:cs typeface="Arial"/>
            </a:endParaRPr>
          </a:p>
          <a:p>
            <a:pPr marL="193675" marR="63500" indent="-181610">
              <a:spcBef>
                <a:spcPts val="2505"/>
              </a:spcBef>
              <a:buClr>
                <a:srgbClr val="93A299"/>
              </a:buClr>
              <a:buSzPct val="83333"/>
              <a:buChar char="•"/>
              <a:tabLst>
                <a:tab pos="194945" algn="l"/>
              </a:tabLst>
            </a:pPr>
            <a:r>
              <a:rPr sz="2400" dirty="0">
                <a:solidFill>
                  <a:srgbClr val="282833"/>
                </a:solidFill>
                <a:latin typeface="Arial"/>
                <a:cs typeface="Arial"/>
              </a:rPr>
              <a:t>The</a:t>
            </a:r>
            <a:r>
              <a:rPr sz="2400" spc="-95" dirty="0">
                <a:solidFill>
                  <a:srgbClr val="282833"/>
                </a:solidFill>
                <a:latin typeface="Arial"/>
                <a:cs typeface="Arial"/>
              </a:rPr>
              <a:t> </a:t>
            </a:r>
            <a:r>
              <a:rPr sz="2400" dirty="0">
                <a:solidFill>
                  <a:srgbClr val="282833"/>
                </a:solidFill>
                <a:latin typeface="Arial"/>
                <a:cs typeface="Arial"/>
              </a:rPr>
              <a:t>functional</a:t>
            </a:r>
            <a:r>
              <a:rPr sz="2400" spc="-75" dirty="0">
                <a:solidFill>
                  <a:srgbClr val="282833"/>
                </a:solidFill>
                <a:latin typeface="Arial"/>
                <a:cs typeface="Arial"/>
              </a:rPr>
              <a:t> </a:t>
            </a:r>
            <a:r>
              <a:rPr sz="2400" dirty="0">
                <a:solidFill>
                  <a:srgbClr val="282833"/>
                </a:solidFill>
                <a:latin typeface="Arial"/>
                <a:cs typeface="Arial"/>
              </a:rPr>
              <a:t>elements</a:t>
            </a:r>
            <a:r>
              <a:rPr sz="2400" spc="-90" dirty="0">
                <a:solidFill>
                  <a:srgbClr val="282833"/>
                </a:solidFill>
                <a:latin typeface="Arial"/>
                <a:cs typeface="Arial"/>
              </a:rPr>
              <a:t> </a:t>
            </a:r>
            <a:r>
              <a:rPr sz="2400" dirty="0">
                <a:solidFill>
                  <a:srgbClr val="282833"/>
                </a:solidFill>
                <a:latin typeface="Arial"/>
                <a:cs typeface="Arial"/>
              </a:rPr>
              <a:t>of</a:t>
            </a:r>
            <a:r>
              <a:rPr sz="2400" spc="-90" dirty="0">
                <a:solidFill>
                  <a:srgbClr val="282833"/>
                </a:solidFill>
                <a:latin typeface="Arial"/>
                <a:cs typeface="Arial"/>
              </a:rPr>
              <a:t> </a:t>
            </a:r>
            <a:r>
              <a:rPr sz="2400" dirty="0">
                <a:solidFill>
                  <a:srgbClr val="282833"/>
                </a:solidFill>
                <a:latin typeface="Arial"/>
                <a:cs typeface="Arial"/>
              </a:rPr>
              <a:t>the</a:t>
            </a:r>
            <a:r>
              <a:rPr sz="2400" spc="-95" dirty="0">
                <a:solidFill>
                  <a:srgbClr val="282833"/>
                </a:solidFill>
                <a:latin typeface="Arial"/>
                <a:cs typeface="Arial"/>
              </a:rPr>
              <a:t> </a:t>
            </a:r>
            <a:r>
              <a:rPr sz="2400" dirty="0">
                <a:solidFill>
                  <a:srgbClr val="282833"/>
                </a:solidFill>
                <a:latin typeface="Arial"/>
                <a:cs typeface="Arial"/>
              </a:rPr>
              <a:t>framework</a:t>
            </a:r>
            <a:r>
              <a:rPr sz="2400" spc="-90" dirty="0">
                <a:solidFill>
                  <a:srgbClr val="282833"/>
                </a:solidFill>
                <a:latin typeface="Arial"/>
                <a:cs typeface="Arial"/>
              </a:rPr>
              <a:t> </a:t>
            </a:r>
            <a:r>
              <a:rPr sz="2400" dirty="0">
                <a:solidFill>
                  <a:srgbClr val="282833"/>
                </a:solidFill>
                <a:latin typeface="Arial"/>
                <a:cs typeface="Arial"/>
              </a:rPr>
              <a:t>represent</a:t>
            </a:r>
            <a:r>
              <a:rPr sz="2400" spc="-75" dirty="0">
                <a:solidFill>
                  <a:srgbClr val="282833"/>
                </a:solidFill>
                <a:latin typeface="Arial"/>
                <a:cs typeface="Arial"/>
              </a:rPr>
              <a:t> </a:t>
            </a:r>
            <a:r>
              <a:rPr sz="2400" spc="-25" dirty="0">
                <a:solidFill>
                  <a:srgbClr val="282833"/>
                </a:solidFill>
                <a:latin typeface="Arial"/>
                <a:cs typeface="Arial"/>
              </a:rPr>
              <a:t>the 	</a:t>
            </a:r>
            <a:r>
              <a:rPr sz="2400" dirty="0">
                <a:solidFill>
                  <a:srgbClr val="282833"/>
                </a:solidFill>
                <a:latin typeface="Arial"/>
                <a:cs typeface="Arial"/>
              </a:rPr>
              <a:t>various</a:t>
            </a:r>
            <a:r>
              <a:rPr sz="2400" spc="-70" dirty="0">
                <a:solidFill>
                  <a:srgbClr val="282833"/>
                </a:solidFill>
                <a:latin typeface="Arial"/>
                <a:cs typeface="Arial"/>
              </a:rPr>
              <a:t> </a:t>
            </a:r>
            <a:r>
              <a:rPr sz="2400" dirty="0">
                <a:solidFill>
                  <a:srgbClr val="282833"/>
                </a:solidFill>
                <a:latin typeface="Arial"/>
                <a:cs typeface="Arial"/>
              </a:rPr>
              <a:t>operations</a:t>
            </a:r>
            <a:r>
              <a:rPr sz="2400" spc="-65" dirty="0">
                <a:solidFill>
                  <a:srgbClr val="282833"/>
                </a:solidFill>
                <a:latin typeface="Arial"/>
                <a:cs typeface="Arial"/>
              </a:rPr>
              <a:t> </a:t>
            </a:r>
            <a:r>
              <a:rPr sz="2400" dirty="0">
                <a:solidFill>
                  <a:srgbClr val="282833"/>
                </a:solidFill>
                <a:latin typeface="Arial"/>
                <a:cs typeface="Arial"/>
              </a:rPr>
              <a:t>and</a:t>
            </a:r>
            <a:r>
              <a:rPr sz="2400" spc="-70" dirty="0">
                <a:solidFill>
                  <a:srgbClr val="282833"/>
                </a:solidFill>
                <a:latin typeface="Arial"/>
                <a:cs typeface="Arial"/>
              </a:rPr>
              <a:t> </a:t>
            </a:r>
            <a:r>
              <a:rPr sz="2400" dirty="0">
                <a:solidFill>
                  <a:srgbClr val="282833"/>
                </a:solidFill>
                <a:latin typeface="Arial"/>
                <a:cs typeface="Arial"/>
              </a:rPr>
              <a:t>actions</a:t>
            </a:r>
            <a:r>
              <a:rPr sz="2400" spc="-65" dirty="0">
                <a:solidFill>
                  <a:srgbClr val="282833"/>
                </a:solidFill>
                <a:latin typeface="Arial"/>
                <a:cs typeface="Arial"/>
              </a:rPr>
              <a:t> </a:t>
            </a:r>
            <a:r>
              <a:rPr sz="2400" dirty="0">
                <a:solidFill>
                  <a:srgbClr val="282833"/>
                </a:solidFill>
                <a:latin typeface="Arial"/>
                <a:cs typeface="Arial"/>
              </a:rPr>
              <a:t>that</a:t>
            </a:r>
            <a:r>
              <a:rPr sz="2400" spc="-85" dirty="0">
                <a:solidFill>
                  <a:srgbClr val="282833"/>
                </a:solidFill>
                <a:latin typeface="Arial"/>
                <a:cs typeface="Arial"/>
              </a:rPr>
              <a:t> </a:t>
            </a:r>
            <a:r>
              <a:rPr sz="2400" dirty="0">
                <a:solidFill>
                  <a:srgbClr val="282833"/>
                </a:solidFill>
                <a:latin typeface="Arial"/>
                <a:cs typeface="Arial"/>
              </a:rPr>
              <a:t>members</a:t>
            </a:r>
            <a:r>
              <a:rPr sz="2400" spc="-70" dirty="0">
                <a:solidFill>
                  <a:srgbClr val="282833"/>
                </a:solidFill>
                <a:latin typeface="Arial"/>
                <a:cs typeface="Arial"/>
              </a:rPr>
              <a:t> </a:t>
            </a:r>
            <a:r>
              <a:rPr sz="2400" dirty="0">
                <a:solidFill>
                  <a:srgbClr val="282833"/>
                </a:solidFill>
                <a:latin typeface="Arial"/>
                <a:cs typeface="Arial"/>
              </a:rPr>
              <a:t>of</a:t>
            </a:r>
            <a:r>
              <a:rPr sz="2400" spc="-85" dirty="0">
                <a:solidFill>
                  <a:srgbClr val="282833"/>
                </a:solidFill>
                <a:latin typeface="Arial"/>
                <a:cs typeface="Arial"/>
              </a:rPr>
              <a:t> </a:t>
            </a:r>
            <a:r>
              <a:rPr sz="2400" spc="-25" dirty="0">
                <a:solidFill>
                  <a:srgbClr val="282833"/>
                </a:solidFill>
                <a:latin typeface="Arial"/>
                <a:cs typeface="Arial"/>
              </a:rPr>
              <a:t>the 	</a:t>
            </a:r>
            <a:r>
              <a:rPr sz="2400" spc="-10" dirty="0">
                <a:solidFill>
                  <a:srgbClr val="282833"/>
                </a:solidFill>
                <a:latin typeface="Arial"/>
                <a:cs typeface="Arial"/>
              </a:rPr>
              <a:t>collaborative</a:t>
            </a:r>
            <a:r>
              <a:rPr sz="2400" spc="-45" dirty="0">
                <a:solidFill>
                  <a:srgbClr val="282833"/>
                </a:solidFill>
                <a:latin typeface="Arial"/>
                <a:cs typeface="Arial"/>
              </a:rPr>
              <a:t> </a:t>
            </a:r>
            <a:r>
              <a:rPr sz="2400" dirty="0">
                <a:solidFill>
                  <a:srgbClr val="282833"/>
                </a:solidFill>
                <a:latin typeface="Arial"/>
                <a:cs typeface="Arial"/>
              </a:rPr>
              <a:t>network</a:t>
            </a:r>
            <a:r>
              <a:rPr sz="2400" spc="-45" dirty="0">
                <a:solidFill>
                  <a:srgbClr val="282833"/>
                </a:solidFill>
                <a:latin typeface="Arial"/>
                <a:cs typeface="Arial"/>
              </a:rPr>
              <a:t> </a:t>
            </a:r>
            <a:r>
              <a:rPr sz="2400" dirty="0">
                <a:solidFill>
                  <a:srgbClr val="282833"/>
                </a:solidFill>
                <a:latin typeface="Arial"/>
                <a:cs typeface="Arial"/>
              </a:rPr>
              <a:t>will</a:t>
            </a:r>
            <a:r>
              <a:rPr sz="2400" spc="-40" dirty="0">
                <a:solidFill>
                  <a:srgbClr val="282833"/>
                </a:solidFill>
                <a:latin typeface="Arial"/>
                <a:cs typeface="Arial"/>
              </a:rPr>
              <a:t> </a:t>
            </a:r>
            <a:r>
              <a:rPr sz="2400" dirty="0">
                <a:solidFill>
                  <a:srgbClr val="282833"/>
                </a:solidFill>
                <a:latin typeface="Arial"/>
                <a:cs typeface="Arial"/>
              </a:rPr>
              <a:t>perform</a:t>
            </a:r>
            <a:r>
              <a:rPr sz="2400" spc="-55" dirty="0">
                <a:solidFill>
                  <a:srgbClr val="282833"/>
                </a:solidFill>
                <a:latin typeface="Arial"/>
                <a:cs typeface="Arial"/>
              </a:rPr>
              <a:t> </a:t>
            </a:r>
            <a:r>
              <a:rPr sz="2400" dirty="0">
                <a:solidFill>
                  <a:srgbClr val="282833"/>
                </a:solidFill>
                <a:latin typeface="Arial"/>
                <a:cs typeface="Arial"/>
              </a:rPr>
              <a:t>–</a:t>
            </a:r>
            <a:r>
              <a:rPr sz="2400" spc="-60" dirty="0">
                <a:solidFill>
                  <a:srgbClr val="282833"/>
                </a:solidFill>
                <a:latin typeface="Arial"/>
                <a:cs typeface="Arial"/>
              </a:rPr>
              <a:t> </a:t>
            </a:r>
            <a:r>
              <a:rPr sz="2400" dirty="0">
                <a:solidFill>
                  <a:srgbClr val="282833"/>
                </a:solidFill>
                <a:latin typeface="Arial"/>
                <a:cs typeface="Arial"/>
              </a:rPr>
              <a:t>the</a:t>
            </a:r>
            <a:r>
              <a:rPr sz="2400" spc="-55" dirty="0">
                <a:solidFill>
                  <a:srgbClr val="282833"/>
                </a:solidFill>
                <a:latin typeface="Arial"/>
                <a:cs typeface="Arial"/>
              </a:rPr>
              <a:t> </a:t>
            </a:r>
            <a:r>
              <a:rPr sz="2400" dirty="0">
                <a:solidFill>
                  <a:srgbClr val="282833"/>
                </a:solidFill>
                <a:latin typeface="Arial"/>
                <a:cs typeface="Arial"/>
              </a:rPr>
              <a:t>‘how’</a:t>
            </a:r>
            <a:r>
              <a:rPr sz="2400" spc="-125" dirty="0">
                <a:solidFill>
                  <a:srgbClr val="282833"/>
                </a:solidFill>
                <a:latin typeface="Arial"/>
                <a:cs typeface="Arial"/>
              </a:rPr>
              <a:t> </a:t>
            </a:r>
            <a:r>
              <a:rPr sz="2400" dirty="0">
                <a:solidFill>
                  <a:srgbClr val="282833"/>
                </a:solidFill>
                <a:latin typeface="Arial"/>
                <a:cs typeface="Arial"/>
              </a:rPr>
              <a:t>of</a:t>
            </a:r>
            <a:r>
              <a:rPr sz="2400" spc="-55" dirty="0">
                <a:solidFill>
                  <a:srgbClr val="282833"/>
                </a:solidFill>
                <a:latin typeface="Arial"/>
                <a:cs typeface="Arial"/>
              </a:rPr>
              <a:t> </a:t>
            </a:r>
            <a:r>
              <a:rPr sz="2400" dirty="0">
                <a:solidFill>
                  <a:srgbClr val="282833"/>
                </a:solidFill>
                <a:latin typeface="Arial"/>
                <a:cs typeface="Arial"/>
              </a:rPr>
              <a:t>the</a:t>
            </a:r>
            <a:r>
              <a:rPr sz="2400" spc="-55" dirty="0">
                <a:solidFill>
                  <a:srgbClr val="282833"/>
                </a:solidFill>
                <a:latin typeface="Arial"/>
                <a:cs typeface="Arial"/>
              </a:rPr>
              <a:t> </a:t>
            </a:r>
            <a:r>
              <a:rPr sz="2400" spc="-10" dirty="0">
                <a:solidFill>
                  <a:srgbClr val="282833"/>
                </a:solidFill>
                <a:latin typeface="Arial"/>
                <a:cs typeface="Arial"/>
              </a:rPr>
              <a:t>network</a:t>
            </a:r>
            <a:endParaRPr sz="2400" dirty="0">
              <a:latin typeface="Arial"/>
              <a:cs typeface="Arial"/>
            </a:endParaRPr>
          </a:p>
          <a:p>
            <a:pPr marL="194310" indent="-181610">
              <a:spcBef>
                <a:spcPts val="580"/>
              </a:spcBef>
              <a:buClr>
                <a:srgbClr val="93A299"/>
              </a:buClr>
              <a:buSzPct val="83333"/>
              <a:buChar char="•"/>
              <a:tabLst>
                <a:tab pos="194310" algn="l"/>
              </a:tabLst>
            </a:pPr>
            <a:r>
              <a:rPr sz="2400" b="1" dirty="0">
                <a:solidFill>
                  <a:srgbClr val="282833"/>
                </a:solidFill>
                <a:latin typeface="Arial"/>
                <a:cs typeface="Arial"/>
              </a:rPr>
              <a:t>Membership</a:t>
            </a:r>
            <a:r>
              <a:rPr sz="2400" b="1" spc="-155" dirty="0">
                <a:solidFill>
                  <a:srgbClr val="282833"/>
                </a:solidFill>
                <a:latin typeface="Arial"/>
                <a:cs typeface="Arial"/>
              </a:rPr>
              <a:t> </a:t>
            </a:r>
            <a:r>
              <a:rPr sz="2400" b="1" spc="-10" dirty="0">
                <a:solidFill>
                  <a:srgbClr val="282833"/>
                </a:solidFill>
                <a:latin typeface="Arial"/>
                <a:cs typeface="Arial"/>
              </a:rPr>
              <a:t>Management</a:t>
            </a:r>
            <a:endParaRPr sz="2400" b="1" dirty="0">
              <a:latin typeface="Arial"/>
              <a:cs typeface="Arial"/>
            </a:endParaRPr>
          </a:p>
          <a:p>
            <a:pPr marL="469900" marR="195580" lvl="1" indent="-182880">
              <a:spcBef>
                <a:spcPts val="535"/>
              </a:spcBef>
              <a:buClr>
                <a:srgbClr val="93A299"/>
              </a:buClr>
              <a:buSzPct val="84090"/>
              <a:buChar char="•"/>
              <a:tabLst>
                <a:tab pos="469900" algn="l"/>
              </a:tabLst>
            </a:pPr>
            <a:r>
              <a:rPr sz="2200" dirty="0">
                <a:solidFill>
                  <a:srgbClr val="282833"/>
                </a:solidFill>
                <a:latin typeface="Arial"/>
                <a:cs typeface="Arial"/>
              </a:rPr>
              <a:t>Need</a:t>
            </a:r>
            <a:r>
              <a:rPr sz="2200" spc="-45" dirty="0">
                <a:solidFill>
                  <a:srgbClr val="282833"/>
                </a:solidFill>
                <a:latin typeface="Arial"/>
                <a:cs typeface="Arial"/>
              </a:rPr>
              <a:t> </a:t>
            </a:r>
            <a:r>
              <a:rPr sz="2200" dirty="0">
                <a:solidFill>
                  <a:srgbClr val="282833"/>
                </a:solidFill>
                <a:latin typeface="Arial"/>
                <a:cs typeface="Arial"/>
              </a:rPr>
              <a:t>a</a:t>
            </a:r>
            <a:r>
              <a:rPr sz="2200" spc="-40" dirty="0">
                <a:solidFill>
                  <a:srgbClr val="282833"/>
                </a:solidFill>
                <a:latin typeface="Arial"/>
                <a:cs typeface="Arial"/>
              </a:rPr>
              <a:t> </a:t>
            </a:r>
            <a:r>
              <a:rPr sz="2200" dirty="0">
                <a:solidFill>
                  <a:srgbClr val="282833"/>
                </a:solidFill>
                <a:latin typeface="Arial"/>
                <a:cs typeface="Arial"/>
              </a:rPr>
              <a:t>set</a:t>
            </a:r>
            <a:r>
              <a:rPr sz="2200" spc="-40" dirty="0">
                <a:solidFill>
                  <a:srgbClr val="282833"/>
                </a:solidFill>
                <a:latin typeface="Arial"/>
                <a:cs typeface="Arial"/>
              </a:rPr>
              <a:t> </a:t>
            </a:r>
            <a:r>
              <a:rPr sz="2200" dirty="0">
                <a:solidFill>
                  <a:srgbClr val="282833"/>
                </a:solidFill>
                <a:latin typeface="Arial"/>
                <a:cs typeface="Arial"/>
              </a:rPr>
              <a:t>of</a:t>
            </a:r>
            <a:r>
              <a:rPr sz="2200" spc="-45" dirty="0">
                <a:solidFill>
                  <a:srgbClr val="282833"/>
                </a:solidFill>
                <a:latin typeface="Arial"/>
                <a:cs typeface="Arial"/>
              </a:rPr>
              <a:t> </a:t>
            </a:r>
            <a:r>
              <a:rPr sz="2200" dirty="0">
                <a:solidFill>
                  <a:srgbClr val="282833"/>
                </a:solidFill>
                <a:latin typeface="Arial"/>
                <a:cs typeface="Arial"/>
              </a:rPr>
              <a:t>protocols</a:t>
            </a:r>
            <a:r>
              <a:rPr sz="2200" spc="-40" dirty="0">
                <a:solidFill>
                  <a:srgbClr val="282833"/>
                </a:solidFill>
                <a:latin typeface="Arial"/>
                <a:cs typeface="Arial"/>
              </a:rPr>
              <a:t> </a:t>
            </a:r>
            <a:r>
              <a:rPr sz="2200" dirty="0">
                <a:solidFill>
                  <a:srgbClr val="282833"/>
                </a:solidFill>
                <a:latin typeface="Arial"/>
                <a:cs typeface="Arial"/>
              </a:rPr>
              <a:t>to</a:t>
            </a:r>
            <a:r>
              <a:rPr sz="2200" spc="-40" dirty="0">
                <a:solidFill>
                  <a:srgbClr val="282833"/>
                </a:solidFill>
                <a:latin typeface="Arial"/>
                <a:cs typeface="Arial"/>
              </a:rPr>
              <a:t> </a:t>
            </a:r>
            <a:r>
              <a:rPr sz="2200" dirty="0">
                <a:solidFill>
                  <a:srgbClr val="282833"/>
                </a:solidFill>
                <a:latin typeface="Arial"/>
                <a:cs typeface="Arial"/>
              </a:rPr>
              <a:t>determine</a:t>
            </a:r>
            <a:r>
              <a:rPr sz="2200" spc="-35" dirty="0">
                <a:solidFill>
                  <a:srgbClr val="282833"/>
                </a:solidFill>
                <a:latin typeface="Arial"/>
                <a:cs typeface="Arial"/>
              </a:rPr>
              <a:t> </a:t>
            </a:r>
            <a:r>
              <a:rPr sz="2200" dirty="0">
                <a:solidFill>
                  <a:srgbClr val="282833"/>
                </a:solidFill>
                <a:latin typeface="Arial"/>
                <a:cs typeface="Arial"/>
              </a:rPr>
              <a:t>how</a:t>
            </a:r>
            <a:r>
              <a:rPr sz="2200" spc="-40" dirty="0">
                <a:solidFill>
                  <a:srgbClr val="282833"/>
                </a:solidFill>
                <a:latin typeface="Arial"/>
                <a:cs typeface="Arial"/>
              </a:rPr>
              <a:t> </a:t>
            </a:r>
            <a:r>
              <a:rPr sz="2200" dirty="0">
                <a:solidFill>
                  <a:srgbClr val="282833"/>
                </a:solidFill>
                <a:latin typeface="Arial"/>
                <a:cs typeface="Arial"/>
              </a:rPr>
              <a:t>members</a:t>
            </a:r>
            <a:r>
              <a:rPr sz="2200" spc="-40" dirty="0">
                <a:solidFill>
                  <a:srgbClr val="282833"/>
                </a:solidFill>
                <a:latin typeface="Arial"/>
                <a:cs typeface="Arial"/>
              </a:rPr>
              <a:t> </a:t>
            </a:r>
            <a:r>
              <a:rPr sz="2200" dirty="0">
                <a:solidFill>
                  <a:srgbClr val="282833"/>
                </a:solidFill>
                <a:latin typeface="Arial"/>
                <a:cs typeface="Arial"/>
              </a:rPr>
              <a:t>of</a:t>
            </a:r>
            <a:r>
              <a:rPr sz="2200" spc="-45" dirty="0">
                <a:solidFill>
                  <a:srgbClr val="282833"/>
                </a:solidFill>
                <a:latin typeface="Arial"/>
                <a:cs typeface="Arial"/>
              </a:rPr>
              <a:t> </a:t>
            </a:r>
            <a:r>
              <a:rPr sz="2200" spc="-25" dirty="0">
                <a:solidFill>
                  <a:srgbClr val="282833"/>
                </a:solidFill>
                <a:latin typeface="Arial"/>
                <a:cs typeface="Arial"/>
              </a:rPr>
              <a:t>the </a:t>
            </a:r>
            <a:r>
              <a:rPr sz="2200" dirty="0">
                <a:solidFill>
                  <a:srgbClr val="282833"/>
                </a:solidFill>
                <a:latin typeface="Arial"/>
                <a:cs typeface="Arial"/>
              </a:rPr>
              <a:t>network</a:t>
            </a:r>
            <a:r>
              <a:rPr sz="2200" spc="-30" dirty="0">
                <a:solidFill>
                  <a:srgbClr val="282833"/>
                </a:solidFill>
                <a:latin typeface="Arial"/>
                <a:cs typeface="Arial"/>
              </a:rPr>
              <a:t> </a:t>
            </a:r>
            <a:r>
              <a:rPr sz="2200" dirty="0">
                <a:solidFill>
                  <a:srgbClr val="282833"/>
                </a:solidFill>
                <a:latin typeface="Arial"/>
                <a:cs typeface="Arial"/>
              </a:rPr>
              <a:t>will</a:t>
            </a:r>
            <a:r>
              <a:rPr sz="2200" spc="-40" dirty="0">
                <a:solidFill>
                  <a:srgbClr val="282833"/>
                </a:solidFill>
                <a:latin typeface="Arial"/>
                <a:cs typeface="Arial"/>
              </a:rPr>
              <a:t> </a:t>
            </a:r>
            <a:r>
              <a:rPr sz="2200" dirty="0">
                <a:solidFill>
                  <a:srgbClr val="282833"/>
                </a:solidFill>
                <a:latin typeface="Arial"/>
                <a:cs typeface="Arial"/>
              </a:rPr>
              <a:t>be</a:t>
            </a:r>
            <a:r>
              <a:rPr sz="2200" spc="-30" dirty="0">
                <a:solidFill>
                  <a:srgbClr val="282833"/>
                </a:solidFill>
                <a:latin typeface="Arial"/>
                <a:cs typeface="Arial"/>
              </a:rPr>
              <a:t> </a:t>
            </a:r>
            <a:r>
              <a:rPr sz="2200" dirty="0">
                <a:solidFill>
                  <a:srgbClr val="282833"/>
                </a:solidFill>
                <a:latin typeface="Arial"/>
                <a:cs typeface="Arial"/>
              </a:rPr>
              <a:t>chosen,</a:t>
            </a:r>
            <a:r>
              <a:rPr sz="2200" spc="-25" dirty="0">
                <a:solidFill>
                  <a:srgbClr val="282833"/>
                </a:solidFill>
                <a:latin typeface="Arial"/>
                <a:cs typeface="Arial"/>
              </a:rPr>
              <a:t> </a:t>
            </a:r>
            <a:r>
              <a:rPr sz="2200" dirty="0">
                <a:solidFill>
                  <a:srgbClr val="282833"/>
                </a:solidFill>
                <a:latin typeface="Arial"/>
                <a:cs typeface="Arial"/>
              </a:rPr>
              <a:t>how</a:t>
            </a:r>
            <a:r>
              <a:rPr sz="2200" spc="-25" dirty="0">
                <a:solidFill>
                  <a:srgbClr val="282833"/>
                </a:solidFill>
                <a:latin typeface="Arial"/>
                <a:cs typeface="Arial"/>
              </a:rPr>
              <a:t> </a:t>
            </a:r>
            <a:r>
              <a:rPr sz="2200" dirty="0">
                <a:solidFill>
                  <a:srgbClr val="282833"/>
                </a:solidFill>
                <a:latin typeface="Arial"/>
                <a:cs typeface="Arial"/>
              </a:rPr>
              <a:t>they</a:t>
            </a:r>
            <a:r>
              <a:rPr sz="2200" spc="-25" dirty="0">
                <a:solidFill>
                  <a:srgbClr val="282833"/>
                </a:solidFill>
                <a:latin typeface="Arial"/>
                <a:cs typeface="Arial"/>
              </a:rPr>
              <a:t> </a:t>
            </a:r>
            <a:r>
              <a:rPr sz="2200" dirty="0">
                <a:solidFill>
                  <a:srgbClr val="282833"/>
                </a:solidFill>
                <a:latin typeface="Arial"/>
                <a:cs typeface="Arial"/>
              </a:rPr>
              <a:t>will</a:t>
            </a:r>
            <a:r>
              <a:rPr sz="2200" spc="-45" dirty="0">
                <a:solidFill>
                  <a:srgbClr val="282833"/>
                </a:solidFill>
                <a:latin typeface="Arial"/>
                <a:cs typeface="Arial"/>
              </a:rPr>
              <a:t> </a:t>
            </a:r>
            <a:r>
              <a:rPr sz="2200" dirty="0">
                <a:solidFill>
                  <a:srgbClr val="282833"/>
                </a:solidFill>
                <a:latin typeface="Arial"/>
                <a:cs typeface="Arial"/>
              </a:rPr>
              <a:t>be</a:t>
            </a:r>
            <a:r>
              <a:rPr sz="2200" spc="-25" dirty="0">
                <a:solidFill>
                  <a:srgbClr val="282833"/>
                </a:solidFill>
                <a:latin typeface="Arial"/>
                <a:cs typeface="Arial"/>
              </a:rPr>
              <a:t> </a:t>
            </a:r>
            <a:r>
              <a:rPr sz="2200" dirty="0">
                <a:solidFill>
                  <a:srgbClr val="282833"/>
                </a:solidFill>
                <a:latin typeface="Arial"/>
                <a:cs typeface="Arial"/>
              </a:rPr>
              <a:t>added</a:t>
            </a:r>
            <a:r>
              <a:rPr sz="2200" spc="-25" dirty="0">
                <a:solidFill>
                  <a:srgbClr val="282833"/>
                </a:solidFill>
                <a:latin typeface="Arial"/>
                <a:cs typeface="Arial"/>
              </a:rPr>
              <a:t> </a:t>
            </a:r>
            <a:r>
              <a:rPr sz="2200" dirty="0">
                <a:solidFill>
                  <a:srgbClr val="282833"/>
                </a:solidFill>
                <a:latin typeface="Arial"/>
                <a:cs typeface="Arial"/>
              </a:rPr>
              <a:t>to</a:t>
            </a:r>
            <a:r>
              <a:rPr sz="2200" spc="-25" dirty="0">
                <a:solidFill>
                  <a:srgbClr val="282833"/>
                </a:solidFill>
                <a:latin typeface="Arial"/>
                <a:cs typeface="Arial"/>
              </a:rPr>
              <a:t> </a:t>
            </a:r>
            <a:r>
              <a:rPr sz="2200" dirty="0">
                <a:solidFill>
                  <a:srgbClr val="282833"/>
                </a:solidFill>
                <a:latin typeface="Arial"/>
                <a:cs typeface="Arial"/>
              </a:rPr>
              <a:t>the</a:t>
            </a:r>
            <a:r>
              <a:rPr sz="2200" spc="-25" dirty="0">
                <a:solidFill>
                  <a:srgbClr val="282833"/>
                </a:solidFill>
                <a:latin typeface="Arial"/>
                <a:cs typeface="Arial"/>
              </a:rPr>
              <a:t> </a:t>
            </a:r>
            <a:r>
              <a:rPr sz="2200" spc="-10" dirty="0">
                <a:solidFill>
                  <a:srgbClr val="282833"/>
                </a:solidFill>
                <a:latin typeface="Arial"/>
                <a:cs typeface="Arial"/>
              </a:rPr>
              <a:t>network </a:t>
            </a:r>
            <a:r>
              <a:rPr sz="2200" dirty="0">
                <a:solidFill>
                  <a:srgbClr val="282833"/>
                </a:solidFill>
                <a:latin typeface="Arial"/>
                <a:cs typeface="Arial"/>
              </a:rPr>
              <a:t>and</a:t>
            </a:r>
            <a:r>
              <a:rPr sz="2200" spc="-45" dirty="0">
                <a:solidFill>
                  <a:srgbClr val="282833"/>
                </a:solidFill>
                <a:latin typeface="Arial"/>
                <a:cs typeface="Arial"/>
              </a:rPr>
              <a:t> </a:t>
            </a:r>
            <a:r>
              <a:rPr sz="2200" dirty="0">
                <a:solidFill>
                  <a:srgbClr val="282833"/>
                </a:solidFill>
                <a:latin typeface="Arial"/>
                <a:cs typeface="Arial"/>
              </a:rPr>
              <a:t>how</a:t>
            </a:r>
            <a:r>
              <a:rPr sz="2200" spc="-40" dirty="0">
                <a:solidFill>
                  <a:srgbClr val="282833"/>
                </a:solidFill>
                <a:latin typeface="Arial"/>
                <a:cs typeface="Arial"/>
              </a:rPr>
              <a:t> </a:t>
            </a:r>
            <a:r>
              <a:rPr sz="2200" dirty="0">
                <a:solidFill>
                  <a:srgbClr val="282833"/>
                </a:solidFill>
                <a:latin typeface="Arial"/>
                <a:cs typeface="Arial"/>
              </a:rPr>
              <a:t>they</a:t>
            </a:r>
            <a:r>
              <a:rPr sz="2200" spc="-40" dirty="0">
                <a:solidFill>
                  <a:srgbClr val="282833"/>
                </a:solidFill>
                <a:latin typeface="Arial"/>
                <a:cs typeface="Arial"/>
              </a:rPr>
              <a:t> </a:t>
            </a:r>
            <a:r>
              <a:rPr sz="2200" dirty="0">
                <a:solidFill>
                  <a:srgbClr val="282833"/>
                </a:solidFill>
                <a:latin typeface="Arial"/>
                <a:cs typeface="Arial"/>
              </a:rPr>
              <a:t>will</a:t>
            </a:r>
            <a:r>
              <a:rPr sz="2200" spc="-55" dirty="0">
                <a:solidFill>
                  <a:srgbClr val="282833"/>
                </a:solidFill>
                <a:latin typeface="Arial"/>
                <a:cs typeface="Arial"/>
              </a:rPr>
              <a:t> </a:t>
            </a:r>
            <a:r>
              <a:rPr sz="2200" dirty="0">
                <a:solidFill>
                  <a:srgbClr val="282833"/>
                </a:solidFill>
                <a:latin typeface="Arial"/>
                <a:cs typeface="Arial"/>
              </a:rPr>
              <a:t>be</a:t>
            </a:r>
            <a:r>
              <a:rPr sz="2200" spc="-45" dirty="0">
                <a:solidFill>
                  <a:srgbClr val="282833"/>
                </a:solidFill>
                <a:latin typeface="Arial"/>
                <a:cs typeface="Arial"/>
              </a:rPr>
              <a:t> </a:t>
            </a:r>
            <a:r>
              <a:rPr sz="2200" dirty="0">
                <a:solidFill>
                  <a:srgbClr val="282833"/>
                </a:solidFill>
                <a:latin typeface="Arial"/>
                <a:cs typeface="Arial"/>
              </a:rPr>
              <a:t>granted</a:t>
            </a:r>
            <a:r>
              <a:rPr sz="2200" spc="-30" dirty="0">
                <a:solidFill>
                  <a:srgbClr val="282833"/>
                </a:solidFill>
                <a:latin typeface="Arial"/>
                <a:cs typeface="Arial"/>
              </a:rPr>
              <a:t> </a:t>
            </a:r>
            <a:r>
              <a:rPr sz="2200" spc="-10" dirty="0">
                <a:solidFill>
                  <a:srgbClr val="282833"/>
                </a:solidFill>
                <a:latin typeface="Arial"/>
                <a:cs typeface="Arial"/>
              </a:rPr>
              <a:t>permissions.</a:t>
            </a:r>
            <a:endParaRPr sz="2200" dirty="0">
              <a:latin typeface="Arial"/>
              <a:cs typeface="Arial"/>
            </a:endParaRPr>
          </a:p>
          <a:p>
            <a:pPr marL="469900" marR="474980" lvl="1" indent="-182880">
              <a:spcBef>
                <a:spcPts val="525"/>
              </a:spcBef>
              <a:buClr>
                <a:srgbClr val="93A299"/>
              </a:buClr>
              <a:buSzPct val="84090"/>
              <a:buChar char="•"/>
              <a:tabLst>
                <a:tab pos="469900" algn="l"/>
              </a:tabLst>
            </a:pPr>
            <a:r>
              <a:rPr sz="2200" dirty="0">
                <a:solidFill>
                  <a:srgbClr val="282833"/>
                </a:solidFill>
                <a:latin typeface="Arial"/>
                <a:cs typeface="Arial"/>
              </a:rPr>
              <a:t>Protocols</a:t>
            </a:r>
            <a:r>
              <a:rPr sz="2200" spc="-40" dirty="0">
                <a:solidFill>
                  <a:srgbClr val="282833"/>
                </a:solidFill>
                <a:latin typeface="Arial"/>
                <a:cs typeface="Arial"/>
              </a:rPr>
              <a:t> </a:t>
            </a:r>
            <a:r>
              <a:rPr sz="2200" dirty="0">
                <a:solidFill>
                  <a:srgbClr val="282833"/>
                </a:solidFill>
                <a:latin typeface="Arial"/>
                <a:cs typeface="Arial"/>
              </a:rPr>
              <a:t>will</a:t>
            </a:r>
            <a:r>
              <a:rPr sz="2200" spc="-40" dirty="0">
                <a:solidFill>
                  <a:srgbClr val="282833"/>
                </a:solidFill>
                <a:latin typeface="Arial"/>
                <a:cs typeface="Arial"/>
              </a:rPr>
              <a:t> </a:t>
            </a:r>
            <a:r>
              <a:rPr sz="2200" dirty="0">
                <a:solidFill>
                  <a:srgbClr val="282833"/>
                </a:solidFill>
                <a:latin typeface="Arial"/>
                <a:cs typeface="Arial"/>
              </a:rPr>
              <a:t>also</a:t>
            </a:r>
            <a:r>
              <a:rPr sz="2200" spc="-30" dirty="0">
                <a:solidFill>
                  <a:srgbClr val="282833"/>
                </a:solidFill>
                <a:latin typeface="Arial"/>
                <a:cs typeface="Arial"/>
              </a:rPr>
              <a:t> </a:t>
            </a:r>
            <a:r>
              <a:rPr sz="2200" dirty="0">
                <a:solidFill>
                  <a:srgbClr val="282833"/>
                </a:solidFill>
                <a:latin typeface="Arial"/>
                <a:cs typeface="Arial"/>
              </a:rPr>
              <a:t>be</a:t>
            </a:r>
            <a:r>
              <a:rPr sz="2200" spc="-20" dirty="0">
                <a:solidFill>
                  <a:srgbClr val="282833"/>
                </a:solidFill>
                <a:latin typeface="Arial"/>
                <a:cs typeface="Arial"/>
              </a:rPr>
              <a:t> </a:t>
            </a:r>
            <a:r>
              <a:rPr sz="2200" dirty="0">
                <a:solidFill>
                  <a:srgbClr val="282833"/>
                </a:solidFill>
                <a:latin typeface="Arial"/>
                <a:cs typeface="Arial"/>
              </a:rPr>
              <a:t>needed</a:t>
            </a:r>
            <a:r>
              <a:rPr sz="2200" spc="-25" dirty="0">
                <a:solidFill>
                  <a:srgbClr val="282833"/>
                </a:solidFill>
                <a:latin typeface="Arial"/>
                <a:cs typeface="Arial"/>
              </a:rPr>
              <a:t> </a:t>
            </a:r>
            <a:r>
              <a:rPr sz="2200" dirty="0">
                <a:solidFill>
                  <a:srgbClr val="282833"/>
                </a:solidFill>
                <a:latin typeface="Arial"/>
                <a:cs typeface="Arial"/>
              </a:rPr>
              <a:t>to</a:t>
            </a:r>
            <a:r>
              <a:rPr sz="2200" spc="-20" dirty="0">
                <a:solidFill>
                  <a:srgbClr val="282833"/>
                </a:solidFill>
                <a:latin typeface="Arial"/>
                <a:cs typeface="Arial"/>
              </a:rPr>
              <a:t> </a:t>
            </a:r>
            <a:r>
              <a:rPr sz="2200" dirty="0">
                <a:solidFill>
                  <a:srgbClr val="282833"/>
                </a:solidFill>
                <a:latin typeface="Arial"/>
                <a:cs typeface="Arial"/>
              </a:rPr>
              <a:t>assign</a:t>
            </a:r>
            <a:r>
              <a:rPr sz="2200" spc="-40" dirty="0">
                <a:solidFill>
                  <a:srgbClr val="282833"/>
                </a:solidFill>
                <a:latin typeface="Arial"/>
                <a:cs typeface="Arial"/>
              </a:rPr>
              <a:t> </a:t>
            </a:r>
            <a:r>
              <a:rPr sz="2200" dirty="0">
                <a:solidFill>
                  <a:srgbClr val="282833"/>
                </a:solidFill>
                <a:latin typeface="Arial"/>
                <a:cs typeface="Arial"/>
              </a:rPr>
              <a:t>members</a:t>
            </a:r>
            <a:r>
              <a:rPr sz="2200" spc="-20" dirty="0">
                <a:solidFill>
                  <a:srgbClr val="282833"/>
                </a:solidFill>
                <a:latin typeface="Arial"/>
                <a:cs typeface="Arial"/>
              </a:rPr>
              <a:t> </a:t>
            </a:r>
            <a:r>
              <a:rPr sz="2200" dirty="0">
                <a:solidFill>
                  <a:srgbClr val="282833"/>
                </a:solidFill>
                <a:latin typeface="Arial"/>
                <a:cs typeface="Arial"/>
              </a:rPr>
              <a:t>to</a:t>
            </a:r>
            <a:r>
              <a:rPr sz="2200" spc="-20" dirty="0">
                <a:solidFill>
                  <a:srgbClr val="282833"/>
                </a:solidFill>
                <a:latin typeface="Arial"/>
                <a:cs typeface="Arial"/>
              </a:rPr>
              <a:t> </a:t>
            </a:r>
            <a:r>
              <a:rPr sz="2200" spc="-10" dirty="0">
                <a:solidFill>
                  <a:srgbClr val="282833"/>
                </a:solidFill>
                <a:latin typeface="Arial"/>
                <a:cs typeface="Arial"/>
              </a:rPr>
              <a:t>various </a:t>
            </a:r>
            <a:r>
              <a:rPr sz="2200" dirty="0">
                <a:solidFill>
                  <a:srgbClr val="282833"/>
                </a:solidFill>
                <a:latin typeface="Arial"/>
                <a:cs typeface="Arial"/>
              </a:rPr>
              <a:t>roles</a:t>
            </a:r>
            <a:r>
              <a:rPr sz="2200" spc="-50" dirty="0">
                <a:solidFill>
                  <a:srgbClr val="282833"/>
                </a:solidFill>
                <a:latin typeface="Arial"/>
                <a:cs typeface="Arial"/>
              </a:rPr>
              <a:t> </a:t>
            </a:r>
            <a:r>
              <a:rPr sz="2200" dirty="0">
                <a:solidFill>
                  <a:srgbClr val="282833"/>
                </a:solidFill>
                <a:latin typeface="Arial"/>
                <a:cs typeface="Arial"/>
              </a:rPr>
              <a:t>and</a:t>
            </a:r>
            <a:r>
              <a:rPr sz="2200" spc="-50" dirty="0">
                <a:solidFill>
                  <a:srgbClr val="282833"/>
                </a:solidFill>
                <a:latin typeface="Arial"/>
                <a:cs typeface="Arial"/>
              </a:rPr>
              <a:t> </a:t>
            </a:r>
            <a:r>
              <a:rPr sz="2200" dirty="0">
                <a:solidFill>
                  <a:srgbClr val="282833"/>
                </a:solidFill>
                <a:latin typeface="Arial"/>
                <a:cs typeface="Arial"/>
              </a:rPr>
              <a:t>control</a:t>
            </a:r>
            <a:r>
              <a:rPr sz="2200" spc="-45" dirty="0">
                <a:solidFill>
                  <a:srgbClr val="282833"/>
                </a:solidFill>
                <a:latin typeface="Arial"/>
                <a:cs typeface="Arial"/>
              </a:rPr>
              <a:t> </a:t>
            </a:r>
            <a:r>
              <a:rPr sz="2200" dirty="0">
                <a:solidFill>
                  <a:srgbClr val="282833"/>
                </a:solidFill>
                <a:latin typeface="Arial"/>
                <a:cs typeface="Arial"/>
              </a:rPr>
              <a:t>the</a:t>
            </a:r>
            <a:r>
              <a:rPr sz="2200" spc="-50" dirty="0">
                <a:solidFill>
                  <a:srgbClr val="282833"/>
                </a:solidFill>
                <a:latin typeface="Arial"/>
                <a:cs typeface="Arial"/>
              </a:rPr>
              <a:t> </a:t>
            </a:r>
            <a:r>
              <a:rPr sz="2200" dirty="0">
                <a:solidFill>
                  <a:srgbClr val="282833"/>
                </a:solidFill>
                <a:latin typeface="Arial"/>
                <a:cs typeface="Arial"/>
              </a:rPr>
              <a:t>rights</a:t>
            </a:r>
            <a:r>
              <a:rPr sz="2200" spc="-50" dirty="0">
                <a:solidFill>
                  <a:srgbClr val="282833"/>
                </a:solidFill>
                <a:latin typeface="Arial"/>
                <a:cs typeface="Arial"/>
              </a:rPr>
              <a:t> </a:t>
            </a:r>
            <a:r>
              <a:rPr sz="2200" dirty="0">
                <a:solidFill>
                  <a:srgbClr val="282833"/>
                </a:solidFill>
                <a:latin typeface="Arial"/>
                <a:cs typeface="Arial"/>
              </a:rPr>
              <a:t>and</a:t>
            </a:r>
            <a:r>
              <a:rPr sz="2200" spc="-45" dirty="0">
                <a:solidFill>
                  <a:srgbClr val="282833"/>
                </a:solidFill>
                <a:latin typeface="Arial"/>
                <a:cs typeface="Arial"/>
              </a:rPr>
              <a:t> </a:t>
            </a:r>
            <a:r>
              <a:rPr sz="2200" dirty="0">
                <a:solidFill>
                  <a:srgbClr val="282833"/>
                </a:solidFill>
                <a:latin typeface="Arial"/>
                <a:cs typeface="Arial"/>
              </a:rPr>
              <a:t>permissions</a:t>
            </a:r>
            <a:r>
              <a:rPr sz="2200" spc="-60" dirty="0">
                <a:solidFill>
                  <a:srgbClr val="282833"/>
                </a:solidFill>
                <a:latin typeface="Arial"/>
                <a:cs typeface="Arial"/>
              </a:rPr>
              <a:t> </a:t>
            </a:r>
            <a:r>
              <a:rPr sz="2200" dirty="0">
                <a:solidFill>
                  <a:srgbClr val="282833"/>
                </a:solidFill>
                <a:latin typeface="Arial"/>
                <a:cs typeface="Arial"/>
              </a:rPr>
              <a:t>they</a:t>
            </a:r>
            <a:r>
              <a:rPr sz="2200" spc="-50" dirty="0">
                <a:solidFill>
                  <a:srgbClr val="282833"/>
                </a:solidFill>
                <a:latin typeface="Arial"/>
                <a:cs typeface="Arial"/>
              </a:rPr>
              <a:t> </a:t>
            </a:r>
            <a:r>
              <a:rPr sz="2200" dirty="0">
                <a:solidFill>
                  <a:srgbClr val="282833"/>
                </a:solidFill>
                <a:latin typeface="Arial"/>
                <a:cs typeface="Arial"/>
              </a:rPr>
              <a:t>have</a:t>
            </a:r>
            <a:r>
              <a:rPr sz="2200" spc="-50" dirty="0">
                <a:solidFill>
                  <a:srgbClr val="282833"/>
                </a:solidFill>
                <a:latin typeface="Arial"/>
                <a:cs typeface="Arial"/>
              </a:rPr>
              <a:t> </a:t>
            </a:r>
            <a:r>
              <a:rPr sz="2200" spc="-25" dirty="0">
                <a:solidFill>
                  <a:srgbClr val="282833"/>
                </a:solidFill>
                <a:latin typeface="Arial"/>
                <a:cs typeface="Arial"/>
              </a:rPr>
              <a:t>to </a:t>
            </a:r>
            <a:r>
              <a:rPr sz="2200" dirty="0">
                <a:solidFill>
                  <a:srgbClr val="282833"/>
                </a:solidFill>
                <a:latin typeface="Arial"/>
                <a:cs typeface="Arial"/>
              </a:rPr>
              <a:t>create</a:t>
            </a:r>
            <a:r>
              <a:rPr sz="2200" spc="-65" dirty="0">
                <a:solidFill>
                  <a:srgbClr val="282833"/>
                </a:solidFill>
                <a:latin typeface="Arial"/>
                <a:cs typeface="Arial"/>
              </a:rPr>
              <a:t> </a:t>
            </a:r>
            <a:r>
              <a:rPr sz="2200" dirty="0">
                <a:solidFill>
                  <a:srgbClr val="282833"/>
                </a:solidFill>
                <a:latin typeface="Arial"/>
                <a:cs typeface="Arial"/>
              </a:rPr>
              <a:t>transactions</a:t>
            </a:r>
            <a:r>
              <a:rPr sz="2200" spc="-70" dirty="0">
                <a:solidFill>
                  <a:srgbClr val="282833"/>
                </a:solidFill>
                <a:latin typeface="Arial"/>
                <a:cs typeface="Arial"/>
              </a:rPr>
              <a:t> </a:t>
            </a:r>
            <a:r>
              <a:rPr sz="2200" dirty="0">
                <a:solidFill>
                  <a:srgbClr val="282833"/>
                </a:solidFill>
                <a:latin typeface="Arial"/>
                <a:cs typeface="Arial"/>
              </a:rPr>
              <a:t>and</a:t>
            </a:r>
            <a:r>
              <a:rPr sz="2200" spc="-65" dirty="0">
                <a:solidFill>
                  <a:srgbClr val="282833"/>
                </a:solidFill>
                <a:latin typeface="Arial"/>
                <a:cs typeface="Arial"/>
              </a:rPr>
              <a:t> </a:t>
            </a:r>
            <a:r>
              <a:rPr sz="2200" dirty="0">
                <a:solidFill>
                  <a:srgbClr val="282833"/>
                </a:solidFill>
                <a:latin typeface="Arial"/>
                <a:cs typeface="Arial"/>
              </a:rPr>
              <a:t>view</a:t>
            </a:r>
            <a:r>
              <a:rPr sz="2200" spc="-80" dirty="0">
                <a:solidFill>
                  <a:srgbClr val="282833"/>
                </a:solidFill>
                <a:latin typeface="Arial"/>
                <a:cs typeface="Arial"/>
              </a:rPr>
              <a:t> </a:t>
            </a:r>
            <a:r>
              <a:rPr sz="2200" spc="-10" dirty="0">
                <a:solidFill>
                  <a:srgbClr val="282833"/>
                </a:solidFill>
                <a:latin typeface="Arial"/>
                <a:cs typeface="Arial"/>
              </a:rPr>
              <a:t>data.</a:t>
            </a:r>
            <a:endParaRPr sz="2200" dirty="0">
              <a:latin typeface="Arial"/>
              <a:cs typeface="Arial"/>
            </a:endParaRPr>
          </a:p>
          <a:p>
            <a:pPr marL="469900" marR="5080" lvl="1" indent="-182880">
              <a:spcBef>
                <a:spcPts val="530"/>
              </a:spcBef>
              <a:buClr>
                <a:srgbClr val="93A299"/>
              </a:buClr>
              <a:buSzPct val="84090"/>
              <a:buChar char="•"/>
              <a:tabLst>
                <a:tab pos="469900" algn="l"/>
              </a:tabLst>
            </a:pPr>
            <a:r>
              <a:rPr sz="2200" dirty="0">
                <a:solidFill>
                  <a:srgbClr val="282833"/>
                </a:solidFill>
                <a:latin typeface="Arial"/>
                <a:cs typeface="Arial"/>
              </a:rPr>
              <a:t>Membership</a:t>
            </a:r>
            <a:r>
              <a:rPr sz="2200" spc="-75" dirty="0">
                <a:solidFill>
                  <a:srgbClr val="282833"/>
                </a:solidFill>
                <a:latin typeface="Arial"/>
                <a:cs typeface="Arial"/>
              </a:rPr>
              <a:t> </a:t>
            </a:r>
            <a:r>
              <a:rPr sz="2200" dirty="0">
                <a:solidFill>
                  <a:srgbClr val="282833"/>
                </a:solidFill>
                <a:latin typeface="Arial"/>
                <a:cs typeface="Arial"/>
              </a:rPr>
              <a:t>management</a:t>
            </a:r>
            <a:r>
              <a:rPr sz="2200" spc="-60" dirty="0">
                <a:solidFill>
                  <a:srgbClr val="282833"/>
                </a:solidFill>
                <a:latin typeface="Arial"/>
                <a:cs typeface="Arial"/>
              </a:rPr>
              <a:t> </a:t>
            </a:r>
            <a:r>
              <a:rPr sz="2200" dirty="0">
                <a:solidFill>
                  <a:srgbClr val="282833"/>
                </a:solidFill>
                <a:latin typeface="Arial"/>
                <a:cs typeface="Arial"/>
              </a:rPr>
              <a:t>may</a:t>
            </a:r>
            <a:r>
              <a:rPr sz="2200" spc="-70" dirty="0">
                <a:solidFill>
                  <a:srgbClr val="282833"/>
                </a:solidFill>
                <a:latin typeface="Arial"/>
                <a:cs typeface="Arial"/>
              </a:rPr>
              <a:t> </a:t>
            </a:r>
            <a:r>
              <a:rPr sz="2200" dirty="0">
                <a:solidFill>
                  <a:srgbClr val="282833"/>
                </a:solidFill>
                <a:latin typeface="Arial"/>
                <a:cs typeface="Arial"/>
              </a:rPr>
              <a:t>be</a:t>
            </a:r>
            <a:r>
              <a:rPr sz="2200" spc="-70" dirty="0">
                <a:solidFill>
                  <a:srgbClr val="282833"/>
                </a:solidFill>
                <a:latin typeface="Arial"/>
                <a:cs typeface="Arial"/>
              </a:rPr>
              <a:t> </a:t>
            </a:r>
            <a:r>
              <a:rPr sz="2200" dirty="0">
                <a:solidFill>
                  <a:srgbClr val="282833"/>
                </a:solidFill>
                <a:latin typeface="Arial"/>
                <a:cs typeface="Arial"/>
              </a:rPr>
              <a:t>distributed,</a:t>
            </a:r>
            <a:r>
              <a:rPr sz="2200" spc="-70" dirty="0">
                <a:solidFill>
                  <a:srgbClr val="282833"/>
                </a:solidFill>
                <a:latin typeface="Arial"/>
                <a:cs typeface="Arial"/>
              </a:rPr>
              <a:t> </a:t>
            </a:r>
            <a:r>
              <a:rPr sz="2200" dirty="0">
                <a:solidFill>
                  <a:srgbClr val="282833"/>
                </a:solidFill>
                <a:latin typeface="Arial"/>
                <a:cs typeface="Arial"/>
              </a:rPr>
              <a:t>allowing</a:t>
            </a:r>
            <a:r>
              <a:rPr sz="2200" spc="-85" dirty="0">
                <a:solidFill>
                  <a:srgbClr val="282833"/>
                </a:solidFill>
                <a:latin typeface="Arial"/>
                <a:cs typeface="Arial"/>
              </a:rPr>
              <a:t> </a:t>
            </a:r>
            <a:r>
              <a:rPr sz="2200" spc="-10" dirty="0">
                <a:solidFill>
                  <a:srgbClr val="282833"/>
                </a:solidFill>
                <a:latin typeface="Arial"/>
                <a:cs typeface="Arial"/>
              </a:rPr>
              <a:t>multiple </a:t>
            </a:r>
            <a:r>
              <a:rPr sz="2200" dirty="0">
                <a:solidFill>
                  <a:srgbClr val="282833"/>
                </a:solidFill>
                <a:latin typeface="Arial"/>
                <a:cs typeface="Arial"/>
              </a:rPr>
              <a:t>members</a:t>
            </a:r>
            <a:r>
              <a:rPr sz="2200" spc="-40" dirty="0">
                <a:solidFill>
                  <a:srgbClr val="282833"/>
                </a:solidFill>
                <a:latin typeface="Arial"/>
                <a:cs typeface="Arial"/>
              </a:rPr>
              <a:t> </a:t>
            </a:r>
            <a:r>
              <a:rPr sz="2200" dirty="0">
                <a:solidFill>
                  <a:srgbClr val="282833"/>
                </a:solidFill>
                <a:latin typeface="Arial"/>
                <a:cs typeface="Arial"/>
              </a:rPr>
              <a:t>to</a:t>
            </a:r>
            <a:r>
              <a:rPr sz="2200" spc="-40" dirty="0">
                <a:solidFill>
                  <a:srgbClr val="282833"/>
                </a:solidFill>
                <a:latin typeface="Arial"/>
                <a:cs typeface="Arial"/>
              </a:rPr>
              <a:t> </a:t>
            </a:r>
            <a:r>
              <a:rPr sz="2200" dirty="0">
                <a:solidFill>
                  <a:srgbClr val="282833"/>
                </a:solidFill>
                <a:latin typeface="Arial"/>
                <a:cs typeface="Arial"/>
              </a:rPr>
              <a:t>invite</a:t>
            </a:r>
            <a:r>
              <a:rPr sz="2200" spc="-55" dirty="0">
                <a:solidFill>
                  <a:srgbClr val="282833"/>
                </a:solidFill>
                <a:latin typeface="Arial"/>
                <a:cs typeface="Arial"/>
              </a:rPr>
              <a:t> </a:t>
            </a:r>
            <a:r>
              <a:rPr sz="2200" dirty="0">
                <a:solidFill>
                  <a:srgbClr val="282833"/>
                </a:solidFill>
                <a:latin typeface="Arial"/>
                <a:cs typeface="Arial"/>
              </a:rPr>
              <a:t>and</a:t>
            </a:r>
            <a:r>
              <a:rPr sz="2200" spc="-40" dirty="0">
                <a:solidFill>
                  <a:srgbClr val="282833"/>
                </a:solidFill>
                <a:latin typeface="Arial"/>
                <a:cs typeface="Arial"/>
              </a:rPr>
              <a:t> </a:t>
            </a:r>
            <a:r>
              <a:rPr sz="2200" dirty="0">
                <a:solidFill>
                  <a:srgbClr val="282833"/>
                </a:solidFill>
                <a:latin typeface="Arial"/>
                <a:cs typeface="Arial"/>
              </a:rPr>
              <a:t>manage</a:t>
            </a:r>
            <a:r>
              <a:rPr sz="2200" spc="-40" dirty="0">
                <a:solidFill>
                  <a:srgbClr val="282833"/>
                </a:solidFill>
                <a:latin typeface="Arial"/>
                <a:cs typeface="Arial"/>
              </a:rPr>
              <a:t> </a:t>
            </a:r>
            <a:r>
              <a:rPr sz="2200" dirty="0">
                <a:solidFill>
                  <a:srgbClr val="282833"/>
                </a:solidFill>
                <a:latin typeface="Arial"/>
                <a:cs typeface="Arial"/>
              </a:rPr>
              <a:t>others,</a:t>
            </a:r>
            <a:r>
              <a:rPr sz="2200" spc="-40" dirty="0">
                <a:solidFill>
                  <a:srgbClr val="282833"/>
                </a:solidFill>
                <a:latin typeface="Arial"/>
                <a:cs typeface="Arial"/>
              </a:rPr>
              <a:t> </a:t>
            </a:r>
            <a:r>
              <a:rPr sz="2200" dirty="0">
                <a:solidFill>
                  <a:srgbClr val="282833"/>
                </a:solidFill>
                <a:latin typeface="Arial"/>
                <a:cs typeface="Arial"/>
              </a:rPr>
              <a:t>or</a:t>
            </a:r>
            <a:r>
              <a:rPr sz="2200" spc="-35" dirty="0">
                <a:solidFill>
                  <a:srgbClr val="282833"/>
                </a:solidFill>
                <a:latin typeface="Arial"/>
                <a:cs typeface="Arial"/>
              </a:rPr>
              <a:t> </a:t>
            </a:r>
            <a:r>
              <a:rPr sz="2200" dirty="0">
                <a:solidFill>
                  <a:srgbClr val="282833"/>
                </a:solidFill>
                <a:latin typeface="Arial"/>
                <a:cs typeface="Arial"/>
              </a:rPr>
              <a:t>might</a:t>
            </a:r>
            <a:r>
              <a:rPr sz="2200" spc="-40" dirty="0">
                <a:solidFill>
                  <a:srgbClr val="282833"/>
                </a:solidFill>
                <a:latin typeface="Arial"/>
                <a:cs typeface="Arial"/>
              </a:rPr>
              <a:t> </a:t>
            </a:r>
            <a:r>
              <a:rPr sz="2200" dirty="0">
                <a:solidFill>
                  <a:srgbClr val="282833"/>
                </a:solidFill>
                <a:latin typeface="Arial"/>
                <a:cs typeface="Arial"/>
              </a:rPr>
              <a:t>be</a:t>
            </a:r>
            <a:r>
              <a:rPr sz="2200" spc="-40" dirty="0">
                <a:solidFill>
                  <a:srgbClr val="282833"/>
                </a:solidFill>
                <a:latin typeface="Arial"/>
                <a:cs typeface="Arial"/>
              </a:rPr>
              <a:t> </a:t>
            </a:r>
            <a:r>
              <a:rPr sz="2200" spc="-10" dirty="0">
                <a:solidFill>
                  <a:srgbClr val="282833"/>
                </a:solidFill>
                <a:latin typeface="Arial"/>
                <a:cs typeface="Arial"/>
              </a:rPr>
              <a:t>controlled </a:t>
            </a:r>
            <a:r>
              <a:rPr sz="2200" dirty="0">
                <a:solidFill>
                  <a:srgbClr val="282833"/>
                </a:solidFill>
                <a:latin typeface="Arial"/>
                <a:cs typeface="Arial"/>
              </a:rPr>
              <a:t>solely</a:t>
            </a:r>
            <a:r>
              <a:rPr sz="2200" spc="-50" dirty="0">
                <a:solidFill>
                  <a:srgbClr val="282833"/>
                </a:solidFill>
                <a:latin typeface="Arial"/>
                <a:cs typeface="Arial"/>
              </a:rPr>
              <a:t> </a:t>
            </a:r>
            <a:r>
              <a:rPr sz="2200" dirty="0">
                <a:solidFill>
                  <a:srgbClr val="282833"/>
                </a:solidFill>
                <a:latin typeface="Arial"/>
                <a:cs typeface="Arial"/>
              </a:rPr>
              <a:t>by</a:t>
            </a:r>
            <a:r>
              <a:rPr sz="2200" spc="-30" dirty="0">
                <a:solidFill>
                  <a:srgbClr val="282833"/>
                </a:solidFill>
                <a:latin typeface="Arial"/>
                <a:cs typeface="Arial"/>
              </a:rPr>
              <a:t> </a:t>
            </a:r>
            <a:r>
              <a:rPr sz="2200" dirty="0">
                <a:solidFill>
                  <a:srgbClr val="282833"/>
                </a:solidFill>
                <a:latin typeface="Arial"/>
                <a:cs typeface="Arial"/>
              </a:rPr>
              <a:t>a</a:t>
            </a:r>
            <a:r>
              <a:rPr sz="2200" spc="-35" dirty="0">
                <a:solidFill>
                  <a:srgbClr val="282833"/>
                </a:solidFill>
                <a:latin typeface="Arial"/>
                <a:cs typeface="Arial"/>
              </a:rPr>
              <a:t> </a:t>
            </a:r>
            <a:r>
              <a:rPr sz="2200" dirty="0">
                <a:solidFill>
                  <a:srgbClr val="282833"/>
                </a:solidFill>
                <a:latin typeface="Arial"/>
                <a:cs typeface="Arial"/>
              </a:rPr>
              <a:t>central</a:t>
            </a:r>
            <a:r>
              <a:rPr sz="2200" spc="-35" dirty="0">
                <a:solidFill>
                  <a:srgbClr val="282833"/>
                </a:solidFill>
                <a:latin typeface="Arial"/>
                <a:cs typeface="Arial"/>
              </a:rPr>
              <a:t> </a:t>
            </a:r>
            <a:r>
              <a:rPr sz="2200" dirty="0">
                <a:solidFill>
                  <a:srgbClr val="282833"/>
                </a:solidFill>
                <a:latin typeface="Arial"/>
                <a:cs typeface="Arial"/>
              </a:rPr>
              <a:t>authority</a:t>
            </a:r>
            <a:r>
              <a:rPr sz="2200" spc="-30" dirty="0">
                <a:solidFill>
                  <a:srgbClr val="282833"/>
                </a:solidFill>
                <a:latin typeface="Arial"/>
                <a:cs typeface="Arial"/>
              </a:rPr>
              <a:t> </a:t>
            </a:r>
            <a:r>
              <a:rPr sz="2200" spc="-10" dirty="0">
                <a:solidFill>
                  <a:srgbClr val="282833"/>
                </a:solidFill>
                <a:latin typeface="Arial"/>
                <a:cs typeface="Arial"/>
              </a:rPr>
              <a:t>member.</a:t>
            </a:r>
            <a:endParaRPr sz="22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spcBef>
                <a:spcPts val="100"/>
              </a:spcBef>
            </a:pPr>
            <a:r>
              <a:rPr spc="-105" dirty="0"/>
              <a:t>Functional</a:t>
            </a:r>
            <a:endParaRPr spc="-95" dirty="0"/>
          </a:p>
        </p:txBody>
      </p:sp>
      <p:sp>
        <p:nvSpPr>
          <p:cNvPr id="3" name="object 3"/>
          <p:cNvSpPr txBox="1"/>
          <p:nvPr/>
        </p:nvSpPr>
        <p:spPr>
          <a:xfrm>
            <a:off x="2059941" y="1473200"/>
            <a:ext cx="8094345" cy="4739759"/>
          </a:xfrm>
          <a:prstGeom prst="rect">
            <a:avLst/>
          </a:prstGeom>
        </p:spPr>
        <p:txBody>
          <a:bodyPr vert="horz" wrap="square" lIns="0" tIns="12700" rIns="0" bIns="0" rtlCol="0">
            <a:spAutoFit/>
          </a:bodyPr>
          <a:lstStyle/>
          <a:p>
            <a:pPr marL="194945" marR="210185" indent="-182880">
              <a:spcBef>
                <a:spcPts val="100"/>
              </a:spcBef>
              <a:buClr>
                <a:srgbClr val="93A299"/>
              </a:buClr>
              <a:buSzPct val="84090"/>
              <a:buFontTx/>
              <a:buChar char="•"/>
              <a:tabLst>
                <a:tab pos="194945" algn="l"/>
              </a:tabLst>
            </a:pPr>
            <a:r>
              <a:rPr lang="en-US" b="1" dirty="0">
                <a:solidFill>
                  <a:srgbClr val="282833"/>
                </a:solidFill>
                <a:latin typeface="Arial"/>
                <a:cs typeface="Arial"/>
              </a:rPr>
              <a:t>Permission Management:</a:t>
            </a:r>
            <a:endParaRPr lang="en-US" b="1" dirty="0">
              <a:latin typeface="Arial"/>
              <a:cs typeface="Arial"/>
            </a:endParaRPr>
          </a:p>
          <a:p>
            <a:pPr marL="194945" marR="210185" indent="-182880">
              <a:spcBef>
                <a:spcPts val="100"/>
              </a:spcBef>
              <a:buClr>
                <a:srgbClr val="93A299"/>
              </a:buClr>
              <a:buSzPct val="84090"/>
              <a:buChar char="•"/>
              <a:tabLst>
                <a:tab pos="194945" algn="l"/>
              </a:tabLst>
            </a:pPr>
            <a:r>
              <a:rPr sz="2000" dirty="0">
                <a:solidFill>
                  <a:srgbClr val="282833"/>
                </a:solidFill>
                <a:latin typeface="Arial"/>
                <a:cs typeface="Arial"/>
              </a:rPr>
              <a:t>The</a:t>
            </a:r>
            <a:r>
              <a:rPr sz="2000" spc="-45" dirty="0">
                <a:solidFill>
                  <a:srgbClr val="282833"/>
                </a:solidFill>
                <a:latin typeface="Arial"/>
                <a:cs typeface="Arial"/>
              </a:rPr>
              <a:t> </a:t>
            </a:r>
            <a:r>
              <a:rPr sz="2000" dirty="0">
                <a:solidFill>
                  <a:srgbClr val="282833"/>
                </a:solidFill>
                <a:latin typeface="Arial"/>
                <a:cs typeface="Arial"/>
              </a:rPr>
              <a:t>collaborative</a:t>
            </a:r>
            <a:r>
              <a:rPr sz="2000" spc="-40" dirty="0">
                <a:solidFill>
                  <a:srgbClr val="282833"/>
                </a:solidFill>
                <a:latin typeface="Arial"/>
                <a:cs typeface="Arial"/>
              </a:rPr>
              <a:t> </a:t>
            </a:r>
            <a:r>
              <a:rPr sz="2000" dirty="0">
                <a:solidFill>
                  <a:srgbClr val="282833"/>
                </a:solidFill>
                <a:latin typeface="Arial"/>
                <a:cs typeface="Arial"/>
              </a:rPr>
              <a:t>network</a:t>
            </a:r>
            <a:r>
              <a:rPr sz="2000" spc="-40" dirty="0">
                <a:solidFill>
                  <a:srgbClr val="282833"/>
                </a:solidFill>
                <a:latin typeface="Arial"/>
                <a:cs typeface="Arial"/>
              </a:rPr>
              <a:t> </a:t>
            </a:r>
            <a:r>
              <a:rPr sz="2000" dirty="0">
                <a:solidFill>
                  <a:srgbClr val="282833"/>
                </a:solidFill>
                <a:latin typeface="Arial"/>
                <a:cs typeface="Arial"/>
              </a:rPr>
              <a:t>will</a:t>
            </a:r>
            <a:r>
              <a:rPr sz="2000" spc="-55" dirty="0">
                <a:solidFill>
                  <a:srgbClr val="282833"/>
                </a:solidFill>
                <a:latin typeface="Arial"/>
                <a:cs typeface="Arial"/>
              </a:rPr>
              <a:t> </a:t>
            </a:r>
            <a:r>
              <a:rPr sz="2000" dirty="0">
                <a:solidFill>
                  <a:srgbClr val="282833"/>
                </a:solidFill>
                <a:latin typeface="Arial"/>
                <a:cs typeface="Arial"/>
              </a:rPr>
              <a:t>also</a:t>
            </a:r>
            <a:r>
              <a:rPr sz="2000" spc="-40" dirty="0">
                <a:solidFill>
                  <a:srgbClr val="282833"/>
                </a:solidFill>
                <a:latin typeface="Arial"/>
                <a:cs typeface="Arial"/>
              </a:rPr>
              <a:t> </a:t>
            </a:r>
            <a:r>
              <a:rPr sz="2000" dirty="0">
                <a:solidFill>
                  <a:srgbClr val="282833"/>
                </a:solidFill>
                <a:latin typeface="Arial"/>
                <a:cs typeface="Arial"/>
              </a:rPr>
              <a:t>need</a:t>
            </a:r>
            <a:r>
              <a:rPr sz="2000" spc="-45" dirty="0">
                <a:solidFill>
                  <a:srgbClr val="282833"/>
                </a:solidFill>
                <a:latin typeface="Arial"/>
                <a:cs typeface="Arial"/>
              </a:rPr>
              <a:t> </a:t>
            </a:r>
            <a:r>
              <a:rPr sz="2000" dirty="0">
                <a:solidFill>
                  <a:srgbClr val="282833"/>
                </a:solidFill>
                <a:latin typeface="Arial"/>
                <a:cs typeface="Arial"/>
              </a:rPr>
              <a:t>to</a:t>
            </a:r>
            <a:r>
              <a:rPr sz="2000" spc="-40" dirty="0">
                <a:solidFill>
                  <a:srgbClr val="282833"/>
                </a:solidFill>
                <a:latin typeface="Arial"/>
                <a:cs typeface="Arial"/>
              </a:rPr>
              <a:t> </a:t>
            </a:r>
            <a:r>
              <a:rPr sz="2000" dirty="0">
                <a:solidFill>
                  <a:srgbClr val="282833"/>
                </a:solidFill>
                <a:latin typeface="Arial"/>
                <a:cs typeface="Arial"/>
              </a:rPr>
              <a:t>define</a:t>
            </a:r>
            <a:r>
              <a:rPr sz="2000" spc="-40" dirty="0">
                <a:solidFill>
                  <a:srgbClr val="282833"/>
                </a:solidFill>
                <a:latin typeface="Arial"/>
                <a:cs typeface="Arial"/>
              </a:rPr>
              <a:t> </a:t>
            </a:r>
            <a:r>
              <a:rPr sz="2000" spc="-25" dirty="0">
                <a:solidFill>
                  <a:srgbClr val="282833"/>
                </a:solidFill>
                <a:latin typeface="Arial"/>
                <a:cs typeface="Arial"/>
              </a:rPr>
              <a:t>the </a:t>
            </a:r>
            <a:r>
              <a:rPr sz="2000" dirty="0">
                <a:solidFill>
                  <a:srgbClr val="282833"/>
                </a:solidFill>
                <a:latin typeface="Arial"/>
                <a:cs typeface="Arial"/>
              </a:rPr>
              <a:t>permission</a:t>
            </a:r>
            <a:r>
              <a:rPr sz="2000" spc="-60" dirty="0">
                <a:solidFill>
                  <a:srgbClr val="282833"/>
                </a:solidFill>
                <a:latin typeface="Arial"/>
                <a:cs typeface="Arial"/>
              </a:rPr>
              <a:t> </a:t>
            </a:r>
            <a:r>
              <a:rPr sz="2000" dirty="0">
                <a:solidFill>
                  <a:srgbClr val="282833"/>
                </a:solidFill>
                <a:latin typeface="Arial"/>
                <a:cs typeface="Arial"/>
              </a:rPr>
              <a:t>rules</a:t>
            </a:r>
            <a:r>
              <a:rPr sz="2000" spc="-55" dirty="0">
                <a:solidFill>
                  <a:srgbClr val="282833"/>
                </a:solidFill>
                <a:latin typeface="Arial"/>
                <a:cs typeface="Arial"/>
              </a:rPr>
              <a:t> </a:t>
            </a:r>
            <a:r>
              <a:rPr sz="2000" dirty="0">
                <a:solidFill>
                  <a:srgbClr val="282833"/>
                </a:solidFill>
                <a:latin typeface="Arial"/>
                <a:cs typeface="Arial"/>
              </a:rPr>
              <a:t>that</a:t>
            </a:r>
            <a:r>
              <a:rPr sz="2000" spc="-55" dirty="0">
                <a:solidFill>
                  <a:srgbClr val="282833"/>
                </a:solidFill>
                <a:latin typeface="Arial"/>
                <a:cs typeface="Arial"/>
              </a:rPr>
              <a:t> </a:t>
            </a:r>
            <a:r>
              <a:rPr sz="2000" dirty="0">
                <a:solidFill>
                  <a:srgbClr val="282833"/>
                </a:solidFill>
                <a:latin typeface="Arial"/>
                <a:cs typeface="Arial"/>
              </a:rPr>
              <a:t>the</a:t>
            </a:r>
            <a:r>
              <a:rPr sz="2000" spc="-55" dirty="0">
                <a:solidFill>
                  <a:srgbClr val="282833"/>
                </a:solidFill>
                <a:latin typeface="Arial"/>
                <a:cs typeface="Arial"/>
              </a:rPr>
              <a:t> </a:t>
            </a:r>
            <a:r>
              <a:rPr sz="2000" dirty="0">
                <a:solidFill>
                  <a:srgbClr val="282833"/>
                </a:solidFill>
                <a:latin typeface="Arial"/>
                <a:cs typeface="Arial"/>
              </a:rPr>
              <a:t>network</a:t>
            </a:r>
            <a:r>
              <a:rPr sz="2000" spc="-55" dirty="0">
                <a:solidFill>
                  <a:srgbClr val="282833"/>
                </a:solidFill>
                <a:latin typeface="Arial"/>
                <a:cs typeface="Arial"/>
              </a:rPr>
              <a:t> </a:t>
            </a:r>
            <a:r>
              <a:rPr sz="2000" dirty="0">
                <a:solidFill>
                  <a:srgbClr val="282833"/>
                </a:solidFill>
                <a:latin typeface="Arial"/>
                <a:cs typeface="Arial"/>
              </a:rPr>
              <a:t>will</a:t>
            </a:r>
            <a:r>
              <a:rPr sz="2000" spc="-75" dirty="0">
                <a:solidFill>
                  <a:srgbClr val="282833"/>
                </a:solidFill>
                <a:latin typeface="Arial"/>
                <a:cs typeface="Arial"/>
              </a:rPr>
              <a:t> </a:t>
            </a:r>
            <a:r>
              <a:rPr sz="2000" dirty="0">
                <a:solidFill>
                  <a:srgbClr val="282833"/>
                </a:solidFill>
                <a:latin typeface="Arial"/>
                <a:cs typeface="Arial"/>
              </a:rPr>
              <a:t>operate</a:t>
            </a:r>
            <a:r>
              <a:rPr sz="2000" spc="-45" dirty="0">
                <a:solidFill>
                  <a:srgbClr val="282833"/>
                </a:solidFill>
                <a:latin typeface="Arial"/>
                <a:cs typeface="Arial"/>
              </a:rPr>
              <a:t> </a:t>
            </a:r>
            <a:r>
              <a:rPr sz="2000" spc="-20" dirty="0">
                <a:solidFill>
                  <a:srgbClr val="282833"/>
                </a:solidFill>
                <a:latin typeface="Arial"/>
                <a:cs typeface="Arial"/>
              </a:rPr>
              <a:t>under.</a:t>
            </a:r>
            <a:r>
              <a:rPr sz="2000" spc="-85" dirty="0">
                <a:solidFill>
                  <a:srgbClr val="282833"/>
                </a:solidFill>
                <a:latin typeface="Arial"/>
                <a:cs typeface="Arial"/>
              </a:rPr>
              <a:t> </a:t>
            </a:r>
            <a:r>
              <a:rPr sz="2000" spc="-10" dirty="0">
                <a:solidFill>
                  <a:srgbClr val="282833"/>
                </a:solidFill>
                <a:latin typeface="Arial"/>
                <a:cs typeface="Arial"/>
              </a:rPr>
              <a:t>These </a:t>
            </a:r>
            <a:r>
              <a:rPr sz="2000" dirty="0">
                <a:solidFill>
                  <a:srgbClr val="282833"/>
                </a:solidFill>
                <a:latin typeface="Arial"/>
                <a:cs typeface="Arial"/>
              </a:rPr>
              <a:t>rules</a:t>
            </a:r>
            <a:r>
              <a:rPr sz="2000" spc="-30" dirty="0">
                <a:solidFill>
                  <a:srgbClr val="282833"/>
                </a:solidFill>
                <a:latin typeface="Arial"/>
                <a:cs typeface="Arial"/>
              </a:rPr>
              <a:t> </a:t>
            </a:r>
            <a:r>
              <a:rPr sz="2000" dirty="0">
                <a:solidFill>
                  <a:srgbClr val="282833"/>
                </a:solidFill>
                <a:latin typeface="Arial"/>
                <a:cs typeface="Arial"/>
              </a:rPr>
              <a:t>will</a:t>
            </a:r>
            <a:r>
              <a:rPr sz="2000" spc="-50" dirty="0">
                <a:solidFill>
                  <a:srgbClr val="282833"/>
                </a:solidFill>
                <a:latin typeface="Arial"/>
                <a:cs typeface="Arial"/>
              </a:rPr>
              <a:t> </a:t>
            </a:r>
            <a:r>
              <a:rPr sz="2000" dirty="0">
                <a:solidFill>
                  <a:srgbClr val="282833"/>
                </a:solidFill>
                <a:latin typeface="Arial"/>
                <a:cs typeface="Arial"/>
              </a:rPr>
              <a:t>determine</a:t>
            </a:r>
            <a:r>
              <a:rPr sz="2000" spc="-15" dirty="0">
                <a:solidFill>
                  <a:srgbClr val="282833"/>
                </a:solidFill>
                <a:latin typeface="Arial"/>
                <a:cs typeface="Arial"/>
              </a:rPr>
              <a:t> </a:t>
            </a:r>
            <a:r>
              <a:rPr sz="2000" dirty="0">
                <a:solidFill>
                  <a:srgbClr val="282833"/>
                </a:solidFill>
                <a:latin typeface="Arial"/>
                <a:cs typeface="Arial"/>
              </a:rPr>
              <a:t>who</a:t>
            </a:r>
            <a:r>
              <a:rPr sz="2000" spc="-30" dirty="0">
                <a:solidFill>
                  <a:srgbClr val="282833"/>
                </a:solidFill>
                <a:latin typeface="Arial"/>
                <a:cs typeface="Arial"/>
              </a:rPr>
              <a:t> </a:t>
            </a:r>
            <a:r>
              <a:rPr sz="2000" dirty="0">
                <a:solidFill>
                  <a:srgbClr val="282833"/>
                </a:solidFill>
                <a:latin typeface="Arial"/>
                <a:cs typeface="Arial"/>
              </a:rPr>
              <a:t>is</a:t>
            </a:r>
            <a:r>
              <a:rPr sz="2000" spc="-45" dirty="0">
                <a:solidFill>
                  <a:srgbClr val="282833"/>
                </a:solidFill>
                <a:latin typeface="Arial"/>
                <a:cs typeface="Arial"/>
              </a:rPr>
              <a:t> </a:t>
            </a:r>
            <a:r>
              <a:rPr sz="2000" dirty="0">
                <a:solidFill>
                  <a:srgbClr val="282833"/>
                </a:solidFill>
                <a:latin typeface="Arial"/>
                <a:cs typeface="Arial"/>
              </a:rPr>
              <a:t>allowed</a:t>
            </a:r>
            <a:r>
              <a:rPr sz="2000" spc="-25" dirty="0">
                <a:solidFill>
                  <a:srgbClr val="282833"/>
                </a:solidFill>
                <a:latin typeface="Arial"/>
                <a:cs typeface="Arial"/>
              </a:rPr>
              <a:t> </a:t>
            </a:r>
            <a:r>
              <a:rPr sz="2000" dirty="0">
                <a:solidFill>
                  <a:srgbClr val="282833"/>
                </a:solidFill>
                <a:latin typeface="Arial"/>
                <a:cs typeface="Arial"/>
              </a:rPr>
              <a:t>to</a:t>
            </a:r>
            <a:r>
              <a:rPr sz="2000" spc="-30" dirty="0">
                <a:solidFill>
                  <a:srgbClr val="282833"/>
                </a:solidFill>
                <a:latin typeface="Arial"/>
                <a:cs typeface="Arial"/>
              </a:rPr>
              <a:t> </a:t>
            </a:r>
            <a:r>
              <a:rPr sz="2000" dirty="0">
                <a:solidFill>
                  <a:srgbClr val="282833"/>
                </a:solidFill>
                <a:latin typeface="Arial"/>
                <a:cs typeface="Arial"/>
              </a:rPr>
              <a:t>create</a:t>
            </a:r>
            <a:r>
              <a:rPr sz="2000" spc="-30" dirty="0">
                <a:solidFill>
                  <a:srgbClr val="282833"/>
                </a:solidFill>
                <a:latin typeface="Arial"/>
                <a:cs typeface="Arial"/>
              </a:rPr>
              <a:t> </a:t>
            </a:r>
            <a:r>
              <a:rPr sz="2000" spc="-10" dirty="0">
                <a:solidFill>
                  <a:srgbClr val="282833"/>
                </a:solidFill>
                <a:latin typeface="Arial"/>
                <a:cs typeface="Arial"/>
              </a:rPr>
              <a:t>transactions, </a:t>
            </a:r>
            <a:r>
              <a:rPr sz="2000" dirty="0">
                <a:solidFill>
                  <a:srgbClr val="282833"/>
                </a:solidFill>
                <a:latin typeface="Arial"/>
                <a:cs typeface="Arial"/>
              </a:rPr>
              <a:t>access</a:t>
            </a:r>
            <a:r>
              <a:rPr sz="2000" spc="-40" dirty="0">
                <a:solidFill>
                  <a:srgbClr val="282833"/>
                </a:solidFill>
                <a:latin typeface="Arial"/>
                <a:cs typeface="Arial"/>
              </a:rPr>
              <a:t> </a:t>
            </a:r>
            <a:r>
              <a:rPr sz="2000" dirty="0">
                <a:solidFill>
                  <a:srgbClr val="282833"/>
                </a:solidFill>
                <a:latin typeface="Arial"/>
                <a:cs typeface="Arial"/>
              </a:rPr>
              <a:t>details</a:t>
            </a:r>
            <a:r>
              <a:rPr sz="2000" spc="-40" dirty="0">
                <a:solidFill>
                  <a:srgbClr val="282833"/>
                </a:solidFill>
                <a:latin typeface="Arial"/>
                <a:cs typeface="Arial"/>
              </a:rPr>
              <a:t> </a:t>
            </a:r>
            <a:r>
              <a:rPr sz="2000" dirty="0">
                <a:solidFill>
                  <a:srgbClr val="282833"/>
                </a:solidFill>
                <a:latin typeface="Arial"/>
                <a:cs typeface="Arial"/>
              </a:rPr>
              <a:t>of</a:t>
            </a:r>
            <a:r>
              <a:rPr sz="2000" spc="-20" dirty="0">
                <a:solidFill>
                  <a:srgbClr val="282833"/>
                </a:solidFill>
                <a:latin typeface="Arial"/>
                <a:cs typeface="Arial"/>
              </a:rPr>
              <a:t> </a:t>
            </a:r>
            <a:r>
              <a:rPr sz="2000" dirty="0">
                <a:solidFill>
                  <a:srgbClr val="282833"/>
                </a:solidFill>
                <a:latin typeface="Arial"/>
                <a:cs typeface="Arial"/>
              </a:rPr>
              <a:t>the</a:t>
            </a:r>
            <a:r>
              <a:rPr sz="2000" spc="-25" dirty="0">
                <a:solidFill>
                  <a:srgbClr val="282833"/>
                </a:solidFill>
                <a:latin typeface="Arial"/>
                <a:cs typeface="Arial"/>
              </a:rPr>
              <a:t> </a:t>
            </a:r>
            <a:r>
              <a:rPr sz="2000" dirty="0">
                <a:solidFill>
                  <a:srgbClr val="282833"/>
                </a:solidFill>
                <a:latin typeface="Arial"/>
                <a:cs typeface="Arial"/>
              </a:rPr>
              <a:t>transactions,</a:t>
            </a:r>
            <a:r>
              <a:rPr sz="2000" spc="-25" dirty="0">
                <a:solidFill>
                  <a:srgbClr val="282833"/>
                </a:solidFill>
                <a:latin typeface="Arial"/>
                <a:cs typeface="Arial"/>
              </a:rPr>
              <a:t> </a:t>
            </a:r>
            <a:r>
              <a:rPr sz="2000" dirty="0">
                <a:solidFill>
                  <a:srgbClr val="282833"/>
                </a:solidFill>
                <a:latin typeface="Arial"/>
                <a:cs typeface="Arial"/>
              </a:rPr>
              <a:t>and</a:t>
            </a:r>
            <a:r>
              <a:rPr sz="2000" spc="-20" dirty="0">
                <a:solidFill>
                  <a:srgbClr val="282833"/>
                </a:solidFill>
                <a:latin typeface="Arial"/>
                <a:cs typeface="Arial"/>
              </a:rPr>
              <a:t> </a:t>
            </a:r>
            <a:r>
              <a:rPr sz="2000" dirty="0">
                <a:solidFill>
                  <a:srgbClr val="282833"/>
                </a:solidFill>
                <a:latin typeface="Arial"/>
                <a:cs typeface="Arial"/>
              </a:rPr>
              <a:t>what</a:t>
            </a:r>
            <a:r>
              <a:rPr sz="2000" spc="-25" dirty="0">
                <a:solidFill>
                  <a:srgbClr val="282833"/>
                </a:solidFill>
                <a:latin typeface="Arial"/>
                <a:cs typeface="Arial"/>
              </a:rPr>
              <a:t> </a:t>
            </a:r>
            <a:r>
              <a:rPr sz="2000" dirty="0">
                <a:solidFill>
                  <a:srgbClr val="282833"/>
                </a:solidFill>
                <a:latin typeface="Arial"/>
                <a:cs typeface="Arial"/>
              </a:rPr>
              <a:t>details</a:t>
            </a:r>
            <a:r>
              <a:rPr sz="2000" spc="-25" dirty="0">
                <a:solidFill>
                  <a:srgbClr val="282833"/>
                </a:solidFill>
                <a:latin typeface="Arial"/>
                <a:cs typeface="Arial"/>
              </a:rPr>
              <a:t> </a:t>
            </a:r>
            <a:r>
              <a:rPr sz="2000" dirty="0">
                <a:solidFill>
                  <a:srgbClr val="282833"/>
                </a:solidFill>
                <a:latin typeface="Arial"/>
                <a:cs typeface="Arial"/>
              </a:rPr>
              <a:t>each</a:t>
            </a:r>
            <a:r>
              <a:rPr sz="2000" spc="-25" dirty="0">
                <a:solidFill>
                  <a:srgbClr val="282833"/>
                </a:solidFill>
                <a:latin typeface="Arial"/>
                <a:cs typeface="Arial"/>
              </a:rPr>
              <a:t> </a:t>
            </a:r>
            <a:r>
              <a:rPr sz="2000" spc="-10" dirty="0">
                <a:solidFill>
                  <a:srgbClr val="282833"/>
                </a:solidFill>
                <a:latin typeface="Arial"/>
                <a:cs typeface="Arial"/>
              </a:rPr>
              <a:t>party </a:t>
            </a:r>
            <a:r>
              <a:rPr sz="2000" dirty="0">
                <a:solidFill>
                  <a:srgbClr val="282833"/>
                </a:solidFill>
                <a:latin typeface="Arial"/>
                <a:cs typeface="Arial"/>
              </a:rPr>
              <a:t>is</a:t>
            </a:r>
            <a:r>
              <a:rPr sz="2000" spc="-15" dirty="0">
                <a:solidFill>
                  <a:srgbClr val="282833"/>
                </a:solidFill>
                <a:latin typeface="Arial"/>
                <a:cs typeface="Arial"/>
              </a:rPr>
              <a:t> </a:t>
            </a:r>
            <a:r>
              <a:rPr sz="2000" dirty="0">
                <a:solidFill>
                  <a:srgbClr val="282833"/>
                </a:solidFill>
                <a:latin typeface="Arial"/>
                <a:cs typeface="Arial"/>
              </a:rPr>
              <a:t>allowed</a:t>
            </a:r>
            <a:r>
              <a:rPr sz="2000" spc="-10" dirty="0">
                <a:solidFill>
                  <a:srgbClr val="282833"/>
                </a:solidFill>
                <a:latin typeface="Arial"/>
                <a:cs typeface="Arial"/>
              </a:rPr>
              <a:t> </a:t>
            </a:r>
            <a:r>
              <a:rPr sz="2000" dirty="0">
                <a:solidFill>
                  <a:srgbClr val="282833"/>
                </a:solidFill>
                <a:latin typeface="Arial"/>
                <a:cs typeface="Arial"/>
              </a:rPr>
              <a:t>to</a:t>
            </a:r>
            <a:r>
              <a:rPr sz="2000" spc="-10" dirty="0">
                <a:solidFill>
                  <a:srgbClr val="282833"/>
                </a:solidFill>
                <a:latin typeface="Arial"/>
                <a:cs typeface="Arial"/>
              </a:rPr>
              <a:t> access.</a:t>
            </a:r>
            <a:endParaRPr sz="2000" dirty="0">
              <a:latin typeface="Arial"/>
              <a:cs typeface="Arial"/>
            </a:endParaRPr>
          </a:p>
          <a:p>
            <a:pPr marL="194945" marR="5080"/>
            <a:r>
              <a:rPr sz="2000" dirty="0">
                <a:solidFill>
                  <a:srgbClr val="282833"/>
                </a:solidFill>
                <a:latin typeface="Arial"/>
                <a:cs typeface="Arial"/>
              </a:rPr>
              <a:t>E.g.</a:t>
            </a:r>
            <a:r>
              <a:rPr sz="2000" spc="-35" dirty="0">
                <a:solidFill>
                  <a:srgbClr val="282833"/>
                </a:solidFill>
                <a:latin typeface="Arial"/>
                <a:cs typeface="Arial"/>
              </a:rPr>
              <a:t> </a:t>
            </a:r>
            <a:r>
              <a:rPr sz="2000" dirty="0">
                <a:solidFill>
                  <a:srgbClr val="282833"/>
                </a:solidFill>
                <a:latin typeface="Arial"/>
                <a:cs typeface="Arial"/>
              </a:rPr>
              <a:t>in</a:t>
            </a:r>
            <a:r>
              <a:rPr sz="2000" spc="-30" dirty="0">
                <a:solidFill>
                  <a:srgbClr val="282833"/>
                </a:solidFill>
                <a:latin typeface="Arial"/>
                <a:cs typeface="Arial"/>
              </a:rPr>
              <a:t> </a:t>
            </a:r>
            <a:r>
              <a:rPr sz="2000" dirty="0">
                <a:solidFill>
                  <a:srgbClr val="282833"/>
                </a:solidFill>
                <a:latin typeface="Arial"/>
                <a:cs typeface="Arial"/>
              </a:rPr>
              <a:t>a</a:t>
            </a:r>
            <a:r>
              <a:rPr sz="2000" spc="-30" dirty="0">
                <a:solidFill>
                  <a:srgbClr val="282833"/>
                </a:solidFill>
                <a:latin typeface="Arial"/>
                <a:cs typeface="Arial"/>
              </a:rPr>
              <a:t> </a:t>
            </a:r>
            <a:r>
              <a:rPr sz="2000" dirty="0">
                <a:solidFill>
                  <a:srgbClr val="282833"/>
                </a:solidFill>
                <a:latin typeface="Arial"/>
                <a:cs typeface="Arial"/>
              </a:rPr>
              <a:t>supply</a:t>
            </a:r>
            <a:r>
              <a:rPr sz="2000" spc="-40" dirty="0">
                <a:solidFill>
                  <a:srgbClr val="282833"/>
                </a:solidFill>
                <a:latin typeface="Arial"/>
                <a:cs typeface="Arial"/>
              </a:rPr>
              <a:t> </a:t>
            </a:r>
            <a:r>
              <a:rPr sz="2000" dirty="0">
                <a:solidFill>
                  <a:srgbClr val="282833"/>
                </a:solidFill>
                <a:latin typeface="Arial"/>
                <a:cs typeface="Arial"/>
              </a:rPr>
              <a:t>chain</a:t>
            </a:r>
            <a:r>
              <a:rPr sz="2000" spc="-30" dirty="0">
                <a:solidFill>
                  <a:srgbClr val="282833"/>
                </a:solidFill>
                <a:latin typeface="Arial"/>
                <a:cs typeface="Arial"/>
              </a:rPr>
              <a:t> </a:t>
            </a:r>
            <a:r>
              <a:rPr sz="2000" dirty="0">
                <a:solidFill>
                  <a:srgbClr val="282833"/>
                </a:solidFill>
                <a:latin typeface="Arial"/>
                <a:cs typeface="Arial"/>
              </a:rPr>
              <a:t>network,</a:t>
            </a:r>
            <a:r>
              <a:rPr sz="2000" spc="-30" dirty="0">
                <a:solidFill>
                  <a:srgbClr val="282833"/>
                </a:solidFill>
                <a:latin typeface="Arial"/>
                <a:cs typeface="Arial"/>
              </a:rPr>
              <a:t> </a:t>
            </a:r>
            <a:r>
              <a:rPr sz="2000" dirty="0">
                <a:solidFill>
                  <a:srgbClr val="282833"/>
                </a:solidFill>
                <a:latin typeface="Arial"/>
                <a:cs typeface="Arial"/>
              </a:rPr>
              <a:t>a</a:t>
            </a:r>
            <a:r>
              <a:rPr sz="2000" spc="-30" dirty="0">
                <a:solidFill>
                  <a:srgbClr val="282833"/>
                </a:solidFill>
                <a:latin typeface="Arial"/>
                <a:cs typeface="Arial"/>
              </a:rPr>
              <a:t> </a:t>
            </a:r>
            <a:r>
              <a:rPr sz="2000" dirty="0">
                <a:solidFill>
                  <a:srgbClr val="282833"/>
                </a:solidFill>
                <a:latin typeface="Arial"/>
                <a:cs typeface="Arial"/>
              </a:rPr>
              <a:t>manufacturer</a:t>
            </a:r>
            <a:r>
              <a:rPr sz="2000" spc="-15" dirty="0">
                <a:solidFill>
                  <a:srgbClr val="282833"/>
                </a:solidFill>
                <a:latin typeface="Arial"/>
                <a:cs typeface="Arial"/>
              </a:rPr>
              <a:t> </a:t>
            </a:r>
            <a:r>
              <a:rPr sz="2000" dirty="0">
                <a:solidFill>
                  <a:srgbClr val="282833"/>
                </a:solidFill>
                <a:latin typeface="Arial"/>
                <a:cs typeface="Arial"/>
              </a:rPr>
              <a:t>can</a:t>
            </a:r>
            <a:r>
              <a:rPr sz="2000" spc="-25" dirty="0">
                <a:solidFill>
                  <a:srgbClr val="282833"/>
                </a:solidFill>
                <a:latin typeface="Arial"/>
                <a:cs typeface="Arial"/>
              </a:rPr>
              <a:t> </a:t>
            </a:r>
            <a:r>
              <a:rPr sz="2000" dirty="0">
                <a:solidFill>
                  <a:srgbClr val="282833"/>
                </a:solidFill>
                <a:latin typeface="Arial"/>
                <a:cs typeface="Arial"/>
              </a:rPr>
              <a:t>enter</a:t>
            </a:r>
            <a:r>
              <a:rPr sz="2000" spc="-30" dirty="0">
                <a:solidFill>
                  <a:srgbClr val="282833"/>
                </a:solidFill>
                <a:latin typeface="Arial"/>
                <a:cs typeface="Arial"/>
              </a:rPr>
              <a:t> </a:t>
            </a:r>
            <a:r>
              <a:rPr sz="2000" spc="-10" dirty="0">
                <a:solidFill>
                  <a:srgbClr val="282833"/>
                </a:solidFill>
                <a:latin typeface="Arial"/>
                <a:cs typeface="Arial"/>
              </a:rPr>
              <a:t>details </a:t>
            </a:r>
            <a:r>
              <a:rPr sz="2000" dirty="0">
                <a:solidFill>
                  <a:srgbClr val="282833"/>
                </a:solidFill>
                <a:latin typeface="Arial"/>
                <a:cs typeface="Arial"/>
              </a:rPr>
              <a:t>of</a:t>
            </a:r>
            <a:r>
              <a:rPr sz="2000" spc="-35" dirty="0">
                <a:solidFill>
                  <a:srgbClr val="282833"/>
                </a:solidFill>
                <a:latin typeface="Arial"/>
                <a:cs typeface="Arial"/>
              </a:rPr>
              <a:t> </a:t>
            </a:r>
            <a:r>
              <a:rPr sz="2000" dirty="0">
                <a:solidFill>
                  <a:srgbClr val="282833"/>
                </a:solidFill>
                <a:latin typeface="Arial"/>
                <a:cs typeface="Arial"/>
              </a:rPr>
              <a:t>a</a:t>
            </a:r>
            <a:r>
              <a:rPr sz="2000" spc="-35" dirty="0">
                <a:solidFill>
                  <a:srgbClr val="282833"/>
                </a:solidFill>
                <a:latin typeface="Arial"/>
                <a:cs typeface="Arial"/>
              </a:rPr>
              <a:t> </a:t>
            </a:r>
            <a:r>
              <a:rPr sz="2000" dirty="0">
                <a:solidFill>
                  <a:srgbClr val="282833"/>
                </a:solidFill>
                <a:latin typeface="Arial"/>
                <a:cs typeface="Arial"/>
              </a:rPr>
              <a:t>product</a:t>
            </a:r>
            <a:r>
              <a:rPr sz="2000" spc="-35" dirty="0">
                <a:solidFill>
                  <a:srgbClr val="282833"/>
                </a:solidFill>
                <a:latin typeface="Arial"/>
                <a:cs typeface="Arial"/>
              </a:rPr>
              <a:t> </a:t>
            </a:r>
            <a:r>
              <a:rPr sz="2000" dirty="0">
                <a:solidFill>
                  <a:srgbClr val="282833"/>
                </a:solidFill>
                <a:latin typeface="Arial"/>
                <a:cs typeface="Arial"/>
              </a:rPr>
              <a:t>once</a:t>
            </a:r>
            <a:r>
              <a:rPr sz="2000" spc="-35" dirty="0">
                <a:solidFill>
                  <a:srgbClr val="282833"/>
                </a:solidFill>
                <a:latin typeface="Arial"/>
                <a:cs typeface="Arial"/>
              </a:rPr>
              <a:t> </a:t>
            </a:r>
            <a:r>
              <a:rPr sz="2000" dirty="0">
                <a:solidFill>
                  <a:srgbClr val="282833"/>
                </a:solidFill>
                <a:latin typeface="Arial"/>
                <a:cs typeface="Arial"/>
              </a:rPr>
              <a:t>it</a:t>
            </a:r>
            <a:r>
              <a:rPr sz="2000" spc="-35" dirty="0">
                <a:solidFill>
                  <a:srgbClr val="282833"/>
                </a:solidFill>
                <a:latin typeface="Arial"/>
                <a:cs typeface="Arial"/>
              </a:rPr>
              <a:t> </a:t>
            </a:r>
            <a:r>
              <a:rPr sz="2000" dirty="0">
                <a:solidFill>
                  <a:srgbClr val="282833"/>
                </a:solidFill>
                <a:latin typeface="Arial"/>
                <a:cs typeface="Arial"/>
              </a:rPr>
              <a:t>is</a:t>
            </a:r>
            <a:r>
              <a:rPr sz="2000" spc="-35" dirty="0">
                <a:solidFill>
                  <a:srgbClr val="282833"/>
                </a:solidFill>
                <a:latin typeface="Arial"/>
                <a:cs typeface="Arial"/>
              </a:rPr>
              <a:t> </a:t>
            </a:r>
            <a:r>
              <a:rPr sz="2000" dirty="0">
                <a:solidFill>
                  <a:srgbClr val="282833"/>
                </a:solidFill>
                <a:latin typeface="Arial"/>
                <a:cs typeface="Arial"/>
              </a:rPr>
              <a:t>manufactured,</a:t>
            </a:r>
            <a:r>
              <a:rPr sz="2000" spc="-25" dirty="0">
                <a:solidFill>
                  <a:srgbClr val="282833"/>
                </a:solidFill>
                <a:latin typeface="Arial"/>
                <a:cs typeface="Arial"/>
              </a:rPr>
              <a:t> </a:t>
            </a:r>
            <a:r>
              <a:rPr sz="2000" dirty="0">
                <a:solidFill>
                  <a:srgbClr val="282833"/>
                </a:solidFill>
                <a:latin typeface="Arial"/>
                <a:cs typeface="Arial"/>
              </a:rPr>
              <a:t>but</a:t>
            </a:r>
            <a:r>
              <a:rPr sz="2000" spc="-35" dirty="0">
                <a:solidFill>
                  <a:srgbClr val="282833"/>
                </a:solidFill>
                <a:latin typeface="Arial"/>
                <a:cs typeface="Arial"/>
              </a:rPr>
              <a:t> </a:t>
            </a:r>
            <a:r>
              <a:rPr sz="2000" dirty="0">
                <a:solidFill>
                  <a:srgbClr val="282833"/>
                </a:solidFill>
                <a:latin typeface="Arial"/>
                <a:cs typeface="Arial"/>
              </a:rPr>
              <a:t>a</a:t>
            </a:r>
            <a:r>
              <a:rPr sz="2000" spc="-35" dirty="0">
                <a:solidFill>
                  <a:srgbClr val="282833"/>
                </a:solidFill>
                <a:latin typeface="Arial"/>
                <a:cs typeface="Arial"/>
              </a:rPr>
              <a:t> </a:t>
            </a:r>
            <a:r>
              <a:rPr sz="2000" dirty="0">
                <a:solidFill>
                  <a:srgbClr val="282833"/>
                </a:solidFill>
                <a:latin typeface="Arial"/>
                <a:cs typeface="Arial"/>
              </a:rPr>
              <a:t>retailer</a:t>
            </a:r>
            <a:r>
              <a:rPr sz="2000" spc="-35" dirty="0">
                <a:solidFill>
                  <a:srgbClr val="282833"/>
                </a:solidFill>
                <a:latin typeface="Arial"/>
                <a:cs typeface="Arial"/>
              </a:rPr>
              <a:t> </a:t>
            </a:r>
            <a:r>
              <a:rPr sz="2000" dirty="0">
                <a:solidFill>
                  <a:srgbClr val="282833"/>
                </a:solidFill>
                <a:latin typeface="Arial"/>
                <a:cs typeface="Arial"/>
              </a:rPr>
              <a:t>can</a:t>
            </a:r>
            <a:r>
              <a:rPr sz="2000" spc="-35" dirty="0">
                <a:solidFill>
                  <a:srgbClr val="282833"/>
                </a:solidFill>
                <a:latin typeface="Arial"/>
                <a:cs typeface="Arial"/>
              </a:rPr>
              <a:t> </a:t>
            </a:r>
            <a:r>
              <a:rPr sz="2000" spc="-20" dirty="0">
                <a:solidFill>
                  <a:srgbClr val="282833"/>
                </a:solidFill>
                <a:latin typeface="Arial"/>
                <a:cs typeface="Arial"/>
              </a:rPr>
              <a:t>only </a:t>
            </a:r>
            <a:r>
              <a:rPr sz="2000" dirty="0">
                <a:solidFill>
                  <a:srgbClr val="282833"/>
                </a:solidFill>
                <a:latin typeface="Arial"/>
                <a:cs typeface="Arial"/>
              </a:rPr>
              <a:t>verify</a:t>
            </a:r>
            <a:r>
              <a:rPr sz="2000" spc="-50" dirty="0">
                <a:solidFill>
                  <a:srgbClr val="282833"/>
                </a:solidFill>
                <a:latin typeface="Arial"/>
                <a:cs typeface="Arial"/>
              </a:rPr>
              <a:t> </a:t>
            </a:r>
            <a:r>
              <a:rPr sz="2000" dirty="0">
                <a:solidFill>
                  <a:srgbClr val="282833"/>
                </a:solidFill>
                <a:latin typeface="Arial"/>
                <a:cs typeface="Arial"/>
              </a:rPr>
              <a:t>the</a:t>
            </a:r>
            <a:r>
              <a:rPr sz="2000" spc="-35" dirty="0">
                <a:solidFill>
                  <a:srgbClr val="282833"/>
                </a:solidFill>
                <a:latin typeface="Arial"/>
                <a:cs typeface="Arial"/>
              </a:rPr>
              <a:t> </a:t>
            </a:r>
            <a:r>
              <a:rPr sz="2000" dirty="0">
                <a:solidFill>
                  <a:srgbClr val="282833"/>
                </a:solidFill>
                <a:latin typeface="Arial"/>
                <a:cs typeface="Arial"/>
              </a:rPr>
              <a:t>date</a:t>
            </a:r>
            <a:r>
              <a:rPr sz="2000" spc="-40" dirty="0">
                <a:solidFill>
                  <a:srgbClr val="282833"/>
                </a:solidFill>
                <a:latin typeface="Arial"/>
                <a:cs typeface="Arial"/>
              </a:rPr>
              <a:t> </a:t>
            </a:r>
            <a:r>
              <a:rPr sz="2000" dirty="0">
                <a:solidFill>
                  <a:srgbClr val="282833"/>
                </a:solidFill>
                <a:latin typeface="Arial"/>
                <a:cs typeface="Arial"/>
              </a:rPr>
              <a:t>of</a:t>
            </a:r>
            <a:r>
              <a:rPr sz="2000" spc="-35" dirty="0">
                <a:solidFill>
                  <a:srgbClr val="282833"/>
                </a:solidFill>
                <a:latin typeface="Arial"/>
                <a:cs typeface="Arial"/>
              </a:rPr>
              <a:t> </a:t>
            </a:r>
            <a:r>
              <a:rPr sz="2000" spc="-10" dirty="0">
                <a:solidFill>
                  <a:srgbClr val="282833"/>
                </a:solidFill>
                <a:latin typeface="Arial"/>
                <a:cs typeface="Arial"/>
              </a:rPr>
              <a:t>manufacture.</a:t>
            </a:r>
            <a:endParaRPr sz="2000" dirty="0">
              <a:latin typeface="Arial"/>
              <a:cs typeface="Arial"/>
            </a:endParaRPr>
          </a:p>
          <a:p>
            <a:pPr marL="195580" marR="83820" indent="-182880">
              <a:spcBef>
                <a:spcPts val="530"/>
              </a:spcBef>
              <a:buClr>
                <a:srgbClr val="93A299"/>
              </a:buClr>
              <a:buSzPct val="84090"/>
              <a:buChar char="•"/>
              <a:tabLst>
                <a:tab pos="195580" algn="l"/>
              </a:tabLst>
            </a:pPr>
            <a:r>
              <a:rPr sz="2000" dirty="0">
                <a:solidFill>
                  <a:srgbClr val="282833"/>
                </a:solidFill>
                <a:latin typeface="Arial"/>
                <a:cs typeface="Arial"/>
              </a:rPr>
              <a:t>The</a:t>
            </a:r>
            <a:r>
              <a:rPr sz="2000" spc="-60" dirty="0">
                <a:solidFill>
                  <a:srgbClr val="282833"/>
                </a:solidFill>
                <a:latin typeface="Arial"/>
                <a:cs typeface="Arial"/>
              </a:rPr>
              <a:t> </a:t>
            </a:r>
            <a:r>
              <a:rPr sz="2000" dirty="0">
                <a:solidFill>
                  <a:srgbClr val="282833"/>
                </a:solidFill>
                <a:latin typeface="Arial"/>
                <a:cs typeface="Arial"/>
              </a:rPr>
              <a:t>permission</a:t>
            </a:r>
            <a:r>
              <a:rPr sz="2000" spc="-55" dirty="0">
                <a:solidFill>
                  <a:srgbClr val="282833"/>
                </a:solidFill>
                <a:latin typeface="Arial"/>
                <a:cs typeface="Arial"/>
              </a:rPr>
              <a:t> </a:t>
            </a:r>
            <a:r>
              <a:rPr sz="2000" dirty="0">
                <a:solidFill>
                  <a:srgbClr val="282833"/>
                </a:solidFill>
                <a:latin typeface="Arial"/>
                <a:cs typeface="Arial"/>
              </a:rPr>
              <a:t>management</a:t>
            </a:r>
            <a:r>
              <a:rPr sz="2000" spc="-50" dirty="0">
                <a:solidFill>
                  <a:srgbClr val="282833"/>
                </a:solidFill>
                <a:latin typeface="Arial"/>
                <a:cs typeface="Arial"/>
              </a:rPr>
              <a:t> </a:t>
            </a:r>
            <a:r>
              <a:rPr sz="2000" dirty="0">
                <a:solidFill>
                  <a:srgbClr val="282833"/>
                </a:solidFill>
                <a:latin typeface="Arial"/>
                <a:cs typeface="Arial"/>
              </a:rPr>
              <a:t>will</a:t>
            </a:r>
            <a:r>
              <a:rPr sz="2000" spc="-70" dirty="0">
                <a:solidFill>
                  <a:srgbClr val="282833"/>
                </a:solidFill>
                <a:latin typeface="Arial"/>
                <a:cs typeface="Arial"/>
              </a:rPr>
              <a:t> </a:t>
            </a:r>
            <a:r>
              <a:rPr sz="2000" dirty="0">
                <a:solidFill>
                  <a:srgbClr val="282833"/>
                </a:solidFill>
                <a:latin typeface="Arial"/>
                <a:cs typeface="Arial"/>
              </a:rPr>
              <a:t>be</a:t>
            </a:r>
            <a:r>
              <a:rPr sz="2000" spc="-55" dirty="0">
                <a:solidFill>
                  <a:srgbClr val="282833"/>
                </a:solidFill>
                <a:latin typeface="Arial"/>
                <a:cs typeface="Arial"/>
              </a:rPr>
              <a:t> </a:t>
            </a:r>
            <a:r>
              <a:rPr sz="2000" dirty="0">
                <a:solidFill>
                  <a:srgbClr val="282833"/>
                </a:solidFill>
                <a:latin typeface="Arial"/>
                <a:cs typeface="Arial"/>
              </a:rPr>
              <a:t>very</a:t>
            </a:r>
            <a:r>
              <a:rPr sz="2000" spc="-55" dirty="0">
                <a:solidFill>
                  <a:srgbClr val="282833"/>
                </a:solidFill>
                <a:latin typeface="Arial"/>
                <a:cs typeface="Arial"/>
              </a:rPr>
              <a:t> </a:t>
            </a:r>
            <a:r>
              <a:rPr sz="2000" dirty="0">
                <a:solidFill>
                  <a:srgbClr val="282833"/>
                </a:solidFill>
                <a:latin typeface="Arial"/>
                <a:cs typeface="Arial"/>
              </a:rPr>
              <a:t>important</a:t>
            </a:r>
            <a:r>
              <a:rPr sz="2000" spc="-50" dirty="0">
                <a:solidFill>
                  <a:srgbClr val="282833"/>
                </a:solidFill>
                <a:latin typeface="Arial"/>
                <a:cs typeface="Arial"/>
              </a:rPr>
              <a:t> </a:t>
            </a:r>
            <a:r>
              <a:rPr sz="2000" dirty="0">
                <a:solidFill>
                  <a:srgbClr val="282833"/>
                </a:solidFill>
                <a:latin typeface="Arial"/>
                <a:cs typeface="Arial"/>
              </a:rPr>
              <a:t>to</a:t>
            </a:r>
            <a:r>
              <a:rPr sz="2000" spc="-55" dirty="0">
                <a:solidFill>
                  <a:srgbClr val="282833"/>
                </a:solidFill>
                <a:latin typeface="Arial"/>
                <a:cs typeface="Arial"/>
              </a:rPr>
              <a:t> </a:t>
            </a:r>
            <a:r>
              <a:rPr sz="2000" spc="-10" dirty="0">
                <a:solidFill>
                  <a:srgbClr val="282833"/>
                </a:solidFill>
                <a:latin typeface="Arial"/>
                <a:cs typeface="Arial"/>
              </a:rPr>
              <a:t>ensure </a:t>
            </a:r>
            <a:r>
              <a:rPr sz="2000" dirty="0">
                <a:solidFill>
                  <a:srgbClr val="282833"/>
                </a:solidFill>
                <a:latin typeface="Arial"/>
                <a:cs typeface="Arial"/>
              </a:rPr>
              <a:t>the</a:t>
            </a:r>
            <a:r>
              <a:rPr sz="2000" spc="-55" dirty="0">
                <a:solidFill>
                  <a:srgbClr val="282833"/>
                </a:solidFill>
                <a:latin typeface="Arial"/>
                <a:cs typeface="Arial"/>
              </a:rPr>
              <a:t> </a:t>
            </a:r>
            <a:r>
              <a:rPr sz="2000" dirty="0">
                <a:solidFill>
                  <a:srgbClr val="282833"/>
                </a:solidFill>
                <a:latin typeface="Arial"/>
                <a:cs typeface="Arial"/>
              </a:rPr>
              <a:t>members</a:t>
            </a:r>
            <a:r>
              <a:rPr sz="2000" spc="-55" dirty="0">
                <a:solidFill>
                  <a:srgbClr val="282833"/>
                </a:solidFill>
                <a:latin typeface="Arial"/>
                <a:cs typeface="Arial"/>
              </a:rPr>
              <a:t> </a:t>
            </a:r>
            <a:r>
              <a:rPr sz="2000" dirty="0">
                <a:solidFill>
                  <a:srgbClr val="282833"/>
                </a:solidFill>
                <a:latin typeface="Arial"/>
                <a:cs typeface="Arial"/>
              </a:rPr>
              <a:t>of</a:t>
            </a:r>
            <a:r>
              <a:rPr sz="2000" spc="-50" dirty="0">
                <a:solidFill>
                  <a:srgbClr val="282833"/>
                </a:solidFill>
                <a:latin typeface="Arial"/>
                <a:cs typeface="Arial"/>
              </a:rPr>
              <a:t> </a:t>
            </a:r>
            <a:r>
              <a:rPr sz="2000" dirty="0">
                <a:solidFill>
                  <a:srgbClr val="282833"/>
                </a:solidFill>
                <a:latin typeface="Arial"/>
                <a:cs typeface="Arial"/>
              </a:rPr>
              <a:t>the</a:t>
            </a:r>
            <a:r>
              <a:rPr sz="2000" spc="-55" dirty="0">
                <a:solidFill>
                  <a:srgbClr val="282833"/>
                </a:solidFill>
                <a:latin typeface="Arial"/>
                <a:cs typeface="Arial"/>
              </a:rPr>
              <a:t> </a:t>
            </a:r>
            <a:r>
              <a:rPr sz="2000" dirty="0">
                <a:solidFill>
                  <a:srgbClr val="282833"/>
                </a:solidFill>
                <a:latin typeface="Arial"/>
                <a:cs typeface="Arial"/>
              </a:rPr>
              <a:t>collaborative</a:t>
            </a:r>
            <a:r>
              <a:rPr sz="2000" spc="-70" dirty="0">
                <a:solidFill>
                  <a:srgbClr val="282833"/>
                </a:solidFill>
                <a:latin typeface="Arial"/>
                <a:cs typeface="Arial"/>
              </a:rPr>
              <a:t> </a:t>
            </a:r>
            <a:r>
              <a:rPr sz="2000" dirty="0">
                <a:solidFill>
                  <a:srgbClr val="282833"/>
                </a:solidFill>
                <a:latin typeface="Arial"/>
                <a:cs typeface="Arial"/>
              </a:rPr>
              <a:t>network</a:t>
            </a:r>
            <a:r>
              <a:rPr sz="2000" spc="-55" dirty="0">
                <a:solidFill>
                  <a:srgbClr val="282833"/>
                </a:solidFill>
                <a:latin typeface="Arial"/>
                <a:cs typeface="Arial"/>
              </a:rPr>
              <a:t> </a:t>
            </a:r>
            <a:r>
              <a:rPr sz="2000" dirty="0">
                <a:solidFill>
                  <a:srgbClr val="282833"/>
                </a:solidFill>
                <a:latin typeface="Arial"/>
                <a:cs typeface="Arial"/>
              </a:rPr>
              <a:t>trust</a:t>
            </a:r>
            <a:r>
              <a:rPr sz="2000" spc="-50" dirty="0">
                <a:solidFill>
                  <a:srgbClr val="282833"/>
                </a:solidFill>
                <a:latin typeface="Arial"/>
                <a:cs typeface="Arial"/>
              </a:rPr>
              <a:t> </a:t>
            </a:r>
            <a:r>
              <a:rPr sz="2000" dirty="0">
                <a:solidFill>
                  <a:srgbClr val="282833"/>
                </a:solidFill>
                <a:latin typeface="Arial"/>
                <a:cs typeface="Arial"/>
              </a:rPr>
              <a:t>the</a:t>
            </a:r>
            <a:r>
              <a:rPr sz="2000" spc="-50" dirty="0">
                <a:solidFill>
                  <a:srgbClr val="282833"/>
                </a:solidFill>
                <a:latin typeface="Arial"/>
                <a:cs typeface="Arial"/>
              </a:rPr>
              <a:t> </a:t>
            </a:r>
            <a:r>
              <a:rPr sz="2000" dirty="0">
                <a:solidFill>
                  <a:srgbClr val="282833"/>
                </a:solidFill>
                <a:latin typeface="Arial"/>
                <a:cs typeface="Arial"/>
              </a:rPr>
              <a:t>network</a:t>
            </a:r>
            <a:r>
              <a:rPr sz="2000" spc="-55" dirty="0">
                <a:solidFill>
                  <a:srgbClr val="282833"/>
                </a:solidFill>
                <a:latin typeface="Arial"/>
                <a:cs typeface="Arial"/>
              </a:rPr>
              <a:t> </a:t>
            </a:r>
            <a:r>
              <a:rPr sz="2000" spc="-25" dirty="0">
                <a:solidFill>
                  <a:srgbClr val="282833"/>
                </a:solidFill>
                <a:latin typeface="Arial"/>
                <a:cs typeface="Arial"/>
              </a:rPr>
              <a:t>and </a:t>
            </a:r>
            <a:r>
              <a:rPr sz="2000" dirty="0">
                <a:solidFill>
                  <a:srgbClr val="282833"/>
                </a:solidFill>
                <a:latin typeface="Arial"/>
                <a:cs typeface="Arial"/>
              </a:rPr>
              <a:t>that</a:t>
            </a:r>
            <a:r>
              <a:rPr sz="2000" spc="-25" dirty="0">
                <a:solidFill>
                  <a:srgbClr val="282833"/>
                </a:solidFill>
                <a:latin typeface="Arial"/>
                <a:cs typeface="Arial"/>
              </a:rPr>
              <a:t> </a:t>
            </a:r>
            <a:r>
              <a:rPr sz="2000" dirty="0">
                <a:solidFill>
                  <a:srgbClr val="282833"/>
                </a:solidFill>
                <a:latin typeface="Arial"/>
                <a:cs typeface="Arial"/>
              </a:rPr>
              <a:t>data</a:t>
            </a:r>
            <a:r>
              <a:rPr sz="2000" spc="-30" dirty="0">
                <a:solidFill>
                  <a:srgbClr val="282833"/>
                </a:solidFill>
                <a:latin typeface="Arial"/>
                <a:cs typeface="Arial"/>
              </a:rPr>
              <a:t> </a:t>
            </a:r>
            <a:r>
              <a:rPr sz="2000" dirty="0">
                <a:solidFill>
                  <a:srgbClr val="282833"/>
                </a:solidFill>
                <a:latin typeface="Arial"/>
                <a:cs typeface="Arial"/>
              </a:rPr>
              <a:t>they</a:t>
            </a:r>
            <a:r>
              <a:rPr sz="2000" spc="-25" dirty="0">
                <a:solidFill>
                  <a:srgbClr val="282833"/>
                </a:solidFill>
                <a:latin typeface="Arial"/>
                <a:cs typeface="Arial"/>
              </a:rPr>
              <a:t> </a:t>
            </a:r>
            <a:r>
              <a:rPr sz="2000" dirty="0">
                <a:solidFill>
                  <a:srgbClr val="282833"/>
                </a:solidFill>
                <a:latin typeface="Arial"/>
                <a:cs typeface="Arial"/>
              </a:rPr>
              <a:t>place</a:t>
            </a:r>
            <a:r>
              <a:rPr sz="2000" spc="-30" dirty="0">
                <a:solidFill>
                  <a:srgbClr val="282833"/>
                </a:solidFill>
                <a:latin typeface="Arial"/>
                <a:cs typeface="Arial"/>
              </a:rPr>
              <a:t> </a:t>
            </a:r>
            <a:r>
              <a:rPr sz="2000" dirty="0">
                <a:solidFill>
                  <a:srgbClr val="282833"/>
                </a:solidFill>
                <a:latin typeface="Arial"/>
                <a:cs typeface="Arial"/>
              </a:rPr>
              <a:t>into</a:t>
            </a:r>
            <a:r>
              <a:rPr sz="2000" spc="-30" dirty="0">
                <a:solidFill>
                  <a:srgbClr val="282833"/>
                </a:solidFill>
                <a:latin typeface="Arial"/>
                <a:cs typeface="Arial"/>
              </a:rPr>
              <a:t> </a:t>
            </a:r>
            <a:r>
              <a:rPr sz="2000" dirty="0">
                <a:solidFill>
                  <a:srgbClr val="282833"/>
                </a:solidFill>
                <a:latin typeface="Arial"/>
                <a:cs typeface="Arial"/>
              </a:rPr>
              <a:t>the</a:t>
            </a:r>
            <a:r>
              <a:rPr sz="2000" spc="-30" dirty="0">
                <a:solidFill>
                  <a:srgbClr val="282833"/>
                </a:solidFill>
                <a:latin typeface="Arial"/>
                <a:cs typeface="Arial"/>
              </a:rPr>
              <a:t> </a:t>
            </a:r>
            <a:r>
              <a:rPr sz="2000" dirty="0">
                <a:solidFill>
                  <a:srgbClr val="282833"/>
                </a:solidFill>
                <a:latin typeface="Arial"/>
                <a:cs typeface="Arial"/>
              </a:rPr>
              <a:t>blockchain</a:t>
            </a:r>
            <a:r>
              <a:rPr sz="2000" spc="-50" dirty="0">
                <a:solidFill>
                  <a:srgbClr val="282833"/>
                </a:solidFill>
                <a:latin typeface="Arial"/>
                <a:cs typeface="Arial"/>
              </a:rPr>
              <a:t> </a:t>
            </a:r>
            <a:r>
              <a:rPr sz="2000" dirty="0">
                <a:solidFill>
                  <a:srgbClr val="282833"/>
                </a:solidFill>
                <a:latin typeface="Arial"/>
                <a:cs typeface="Arial"/>
              </a:rPr>
              <a:t>will</a:t>
            </a:r>
            <a:r>
              <a:rPr sz="2000" spc="-45" dirty="0">
                <a:solidFill>
                  <a:srgbClr val="282833"/>
                </a:solidFill>
                <a:latin typeface="Arial"/>
                <a:cs typeface="Arial"/>
              </a:rPr>
              <a:t> </a:t>
            </a:r>
            <a:r>
              <a:rPr sz="2000" dirty="0">
                <a:solidFill>
                  <a:srgbClr val="282833"/>
                </a:solidFill>
                <a:latin typeface="Arial"/>
                <a:cs typeface="Arial"/>
              </a:rPr>
              <a:t>remain</a:t>
            </a:r>
            <a:r>
              <a:rPr sz="2000" spc="-30" dirty="0">
                <a:solidFill>
                  <a:srgbClr val="282833"/>
                </a:solidFill>
                <a:latin typeface="Arial"/>
                <a:cs typeface="Arial"/>
              </a:rPr>
              <a:t> </a:t>
            </a:r>
            <a:r>
              <a:rPr sz="2000" dirty="0">
                <a:solidFill>
                  <a:srgbClr val="282833"/>
                </a:solidFill>
                <a:latin typeface="Arial"/>
                <a:cs typeface="Arial"/>
              </a:rPr>
              <a:t>secure</a:t>
            </a:r>
            <a:r>
              <a:rPr sz="2000" spc="-30" dirty="0">
                <a:solidFill>
                  <a:srgbClr val="282833"/>
                </a:solidFill>
                <a:latin typeface="Arial"/>
                <a:cs typeface="Arial"/>
              </a:rPr>
              <a:t> </a:t>
            </a:r>
            <a:r>
              <a:rPr sz="2000" spc="-25" dirty="0">
                <a:solidFill>
                  <a:srgbClr val="282833"/>
                </a:solidFill>
                <a:latin typeface="Arial"/>
                <a:cs typeface="Arial"/>
              </a:rPr>
              <a:t>and </a:t>
            </a:r>
            <a:r>
              <a:rPr sz="2000" dirty="0">
                <a:solidFill>
                  <a:srgbClr val="282833"/>
                </a:solidFill>
                <a:latin typeface="Arial"/>
                <a:cs typeface="Arial"/>
              </a:rPr>
              <a:t>only</a:t>
            </a:r>
            <a:r>
              <a:rPr sz="2000" spc="-15" dirty="0">
                <a:solidFill>
                  <a:srgbClr val="282833"/>
                </a:solidFill>
                <a:latin typeface="Arial"/>
                <a:cs typeface="Arial"/>
              </a:rPr>
              <a:t> </a:t>
            </a:r>
            <a:r>
              <a:rPr sz="2000" dirty="0">
                <a:solidFill>
                  <a:srgbClr val="282833"/>
                </a:solidFill>
                <a:latin typeface="Arial"/>
                <a:cs typeface="Arial"/>
              </a:rPr>
              <a:t>be</a:t>
            </a:r>
            <a:r>
              <a:rPr sz="2000" spc="-15" dirty="0">
                <a:solidFill>
                  <a:srgbClr val="282833"/>
                </a:solidFill>
                <a:latin typeface="Arial"/>
                <a:cs typeface="Arial"/>
              </a:rPr>
              <a:t> </a:t>
            </a:r>
            <a:r>
              <a:rPr sz="2000" dirty="0">
                <a:solidFill>
                  <a:srgbClr val="282833"/>
                </a:solidFill>
                <a:latin typeface="Arial"/>
                <a:cs typeface="Arial"/>
              </a:rPr>
              <a:t>used</a:t>
            </a:r>
            <a:r>
              <a:rPr sz="2000" spc="-15" dirty="0">
                <a:solidFill>
                  <a:srgbClr val="282833"/>
                </a:solidFill>
                <a:latin typeface="Arial"/>
                <a:cs typeface="Arial"/>
              </a:rPr>
              <a:t> </a:t>
            </a:r>
            <a:r>
              <a:rPr sz="2000" dirty="0">
                <a:solidFill>
                  <a:srgbClr val="282833"/>
                </a:solidFill>
                <a:latin typeface="Arial"/>
                <a:cs typeface="Arial"/>
              </a:rPr>
              <a:t>as</a:t>
            </a:r>
            <a:r>
              <a:rPr sz="2000" spc="-10" dirty="0">
                <a:solidFill>
                  <a:srgbClr val="282833"/>
                </a:solidFill>
                <a:latin typeface="Arial"/>
                <a:cs typeface="Arial"/>
              </a:rPr>
              <a:t> intended.</a:t>
            </a:r>
            <a:endParaRPr sz="2000" dirty="0">
              <a:latin typeface="Arial"/>
              <a:cs typeface="Arial"/>
            </a:endParaRPr>
          </a:p>
          <a:p>
            <a:pPr marL="195580" marR="488950" indent="-182880">
              <a:spcBef>
                <a:spcPts val="525"/>
              </a:spcBef>
              <a:buClr>
                <a:srgbClr val="93A299"/>
              </a:buClr>
              <a:buSzPct val="84090"/>
              <a:buChar char="•"/>
              <a:tabLst>
                <a:tab pos="195580" algn="l"/>
              </a:tabLst>
            </a:pPr>
            <a:r>
              <a:rPr sz="2000" dirty="0">
                <a:solidFill>
                  <a:srgbClr val="282833"/>
                </a:solidFill>
                <a:latin typeface="Arial"/>
                <a:cs typeface="Arial"/>
              </a:rPr>
              <a:t>Some</a:t>
            </a:r>
            <a:r>
              <a:rPr sz="2000" spc="-45" dirty="0">
                <a:solidFill>
                  <a:srgbClr val="282833"/>
                </a:solidFill>
                <a:latin typeface="Arial"/>
                <a:cs typeface="Arial"/>
              </a:rPr>
              <a:t> </a:t>
            </a:r>
            <a:r>
              <a:rPr sz="2000" dirty="0">
                <a:solidFill>
                  <a:srgbClr val="282833"/>
                </a:solidFill>
                <a:latin typeface="Arial"/>
                <a:cs typeface="Arial"/>
              </a:rPr>
              <a:t>collaborative</a:t>
            </a:r>
            <a:r>
              <a:rPr sz="2000" spc="-45" dirty="0">
                <a:solidFill>
                  <a:srgbClr val="282833"/>
                </a:solidFill>
                <a:latin typeface="Arial"/>
                <a:cs typeface="Arial"/>
              </a:rPr>
              <a:t> </a:t>
            </a:r>
            <a:r>
              <a:rPr sz="2000" dirty="0">
                <a:solidFill>
                  <a:srgbClr val="282833"/>
                </a:solidFill>
                <a:latin typeface="Arial"/>
                <a:cs typeface="Arial"/>
              </a:rPr>
              <a:t>networks</a:t>
            </a:r>
            <a:r>
              <a:rPr sz="2000" spc="-45" dirty="0">
                <a:solidFill>
                  <a:srgbClr val="282833"/>
                </a:solidFill>
                <a:latin typeface="Arial"/>
                <a:cs typeface="Arial"/>
              </a:rPr>
              <a:t> </a:t>
            </a:r>
            <a:r>
              <a:rPr sz="2000" dirty="0">
                <a:solidFill>
                  <a:srgbClr val="282833"/>
                </a:solidFill>
                <a:latin typeface="Arial"/>
                <a:cs typeface="Arial"/>
              </a:rPr>
              <a:t>may</a:t>
            </a:r>
            <a:r>
              <a:rPr sz="2000" spc="-40" dirty="0">
                <a:solidFill>
                  <a:srgbClr val="282833"/>
                </a:solidFill>
                <a:latin typeface="Arial"/>
                <a:cs typeface="Arial"/>
              </a:rPr>
              <a:t> </a:t>
            </a:r>
            <a:r>
              <a:rPr sz="2000" dirty="0">
                <a:solidFill>
                  <a:srgbClr val="282833"/>
                </a:solidFill>
                <a:latin typeface="Arial"/>
                <a:cs typeface="Arial"/>
              </a:rPr>
              <a:t>implement</a:t>
            </a:r>
            <a:r>
              <a:rPr sz="2000" spc="-45" dirty="0">
                <a:solidFill>
                  <a:srgbClr val="282833"/>
                </a:solidFill>
                <a:latin typeface="Arial"/>
                <a:cs typeface="Arial"/>
              </a:rPr>
              <a:t> </a:t>
            </a:r>
            <a:r>
              <a:rPr sz="2000" dirty="0">
                <a:solidFill>
                  <a:srgbClr val="282833"/>
                </a:solidFill>
                <a:latin typeface="Arial"/>
                <a:cs typeface="Arial"/>
              </a:rPr>
              <a:t>audit</a:t>
            </a:r>
            <a:r>
              <a:rPr sz="2000" spc="-45" dirty="0">
                <a:solidFill>
                  <a:srgbClr val="282833"/>
                </a:solidFill>
                <a:latin typeface="Arial"/>
                <a:cs typeface="Arial"/>
              </a:rPr>
              <a:t> </a:t>
            </a:r>
            <a:r>
              <a:rPr sz="2000" spc="-35" dirty="0">
                <a:solidFill>
                  <a:srgbClr val="282833"/>
                </a:solidFill>
                <a:latin typeface="Arial"/>
                <a:cs typeface="Arial"/>
              </a:rPr>
              <a:t>or </a:t>
            </a:r>
            <a:r>
              <a:rPr sz="2000" dirty="0">
                <a:solidFill>
                  <a:srgbClr val="282833"/>
                </a:solidFill>
                <a:latin typeface="Arial"/>
                <a:cs typeface="Arial"/>
              </a:rPr>
              <a:t>compliance</a:t>
            </a:r>
            <a:r>
              <a:rPr sz="2000" spc="-55" dirty="0">
                <a:solidFill>
                  <a:srgbClr val="282833"/>
                </a:solidFill>
                <a:latin typeface="Arial"/>
                <a:cs typeface="Arial"/>
              </a:rPr>
              <a:t> </a:t>
            </a:r>
            <a:r>
              <a:rPr sz="2000" dirty="0">
                <a:solidFill>
                  <a:srgbClr val="282833"/>
                </a:solidFill>
                <a:latin typeface="Arial"/>
                <a:cs typeface="Arial"/>
              </a:rPr>
              <a:t>processes</a:t>
            </a:r>
            <a:r>
              <a:rPr sz="2000" spc="-45" dirty="0">
                <a:solidFill>
                  <a:srgbClr val="282833"/>
                </a:solidFill>
                <a:latin typeface="Arial"/>
                <a:cs typeface="Arial"/>
              </a:rPr>
              <a:t> </a:t>
            </a:r>
            <a:r>
              <a:rPr sz="2000" dirty="0">
                <a:solidFill>
                  <a:srgbClr val="282833"/>
                </a:solidFill>
                <a:latin typeface="Arial"/>
                <a:cs typeface="Arial"/>
              </a:rPr>
              <a:t>to</a:t>
            </a:r>
            <a:r>
              <a:rPr sz="2000" spc="-35" dirty="0">
                <a:solidFill>
                  <a:srgbClr val="282833"/>
                </a:solidFill>
                <a:latin typeface="Arial"/>
                <a:cs typeface="Arial"/>
              </a:rPr>
              <a:t> </a:t>
            </a:r>
            <a:r>
              <a:rPr sz="2000" dirty="0">
                <a:solidFill>
                  <a:srgbClr val="282833"/>
                </a:solidFill>
                <a:latin typeface="Arial"/>
                <a:cs typeface="Arial"/>
              </a:rPr>
              <a:t>ensure</a:t>
            </a:r>
            <a:r>
              <a:rPr sz="2000" spc="-35" dirty="0">
                <a:solidFill>
                  <a:srgbClr val="282833"/>
                </a:solidFill>
                <a:latin typeface="Arial"/>
                <a:cs typeface="Arial"/>
              </a:rPr>
              <a:t> </a:t>
            </a:r>
            <a:r>
              <a:rPr sz="2000" dirty="0">
                <a:solidFill>
                  <a:srgbClr val="282833"/>
                </a:solidFill>
                <a:latin typeface="Arial"/>
                <a:cs typeface="Arial"/>
              </a:rPr>
              <a:t>that</a:t>
            </a:r>
            <a:r>
              <a:rPr sz="2000" spc="-35" dirty="0">
                <a:solidFill>
                  <a:srgbClr val="282833"/>
                </a:solidFill>
                <a:latin typeface="Arial"/>
                <a:cs typeface="Arial"/>
              </a:rPr>
              <a:t> </a:t>
            </a:r>
            <a:r>
              <a:rPr sz="2000" dirty="0">
                <a:solidFill>
                  <a:srgbClr val="282833"/>
                </a:solidFill>
                <a:latin typeface="Arial"/>
                <a:cs typeface="Arial"/>
              </a:rPr>
              <a:t>members</a:t>
            </a:r>
            <a:r>
              <a:rPr sz="2000" spc="-35" dirty="0">
                <a:solidFill>
                  <a:srgbClr val="282833"/>
                </a:solidFill>
                <a:latin typeface="Arial"/>
                <a:cs typeface="Arial"/>
              </a:rPr>
              <a:t> </a:t>
            </a:r>
            <a:r>
              <a:rPr sz="2000" dirty="0">
                <a:solidFill>
                  <a:srgbClr val="282833"/>
                </a:solidFill>
                <a:latin typeface="Arial"/>
                <a:cs typeface="Arial"/>
              </a:rPr>
              <a:t>abide</a:t>
            </a:r>
            <a:r>
              <a:rPr sz="2000" spc="-35" dirty="0">
                <a:solidFill>
                  <a:srgbClr val="282833"/>
                </a:solidFill>
                <a:latin typeface="Arial"/>
                <a:cs typeface="Arial"/>
              </a:rPr>
              <a:t> </a:t>
            </a:r>
            <a:r>
              <a:rPr sz="2000" dirty="0">
                <a:solidFill>
                  <a:srgbClr val="282833"/>
                </a:solidFill>
                <a:latin typeface="Arial"/>
                <a:cs typeface="Arial"/>
              </a:rPr>
              <a:t>by</a:t>
            </a:r>
            <a:r>
              <a:rPr sz="2000" spc="-40" dirty="0">
                <a:solidFill>
                  <a:srgbClr val="282833"/>
                </a:solidFill>
                <a:latin typeface="Arial"/>
                <a:cs typeface="Arial"/>
              </a:rPr>
              <a:t> </a:t>
            </a:r>
            <a:r>
              <a:rPr sz="2000" spc="-25" dirty="0">
                <a:solidFill>
                  <a:srgbClr val="282833"/>
                </a:solidFill>
                <a:latin typeface="Arial"/>
                <a:cs typeface="Arial"/>
              </a:rPr>
              <a:t>the </a:t>
            </a:r>
            <a:r>
              <a:rPr sz="2000" dirty="0">
                <a:solidFill>
                  <a:srgbClr val="282833"/>
                </a:solidFill>
                <a:latin typeface="Arial"/>
                <a:cs typeface="Arial"/>
              </a:rPr>
              <a:t>rules</a:t>
            </a:r>
            <a:r>
              <a:rPr sz="2000" spc="-40" dirty="0">
                <a:solidFill>
                  <a:srgbClr val="282833"/>
                </a:solidFill>
                <a:latin typeface="Arial"/>
                <a:cs typeface="Arial"/>
              </a:rPr>
              <a:t> </a:t>
            </a:r>
            <a:r>
              <a:rPr sz="2000" dirty="0">
                <a:solidFill>
                  <a:srgbClr val="282833"/>
                </a:solidFill>
                <a:latin typeface="Arial"/>
                <a:cs typeface="Arial"/>
              </a:rPr>
              <a:t>and</a:t>
            </a:r>
            <a:r>
              <a:rPr sz="2000" spc="-40" dirty="0">
                <a:solidFill>
                  <a:srgbClr val="282833"/>
                </a:solidFill>
                <a:latin typeface="Arial"/>
                <a:cs typeface="Arial"/>
              </a:rPr>
              <a:t> </a:t>
            </a:r>
            <a:r>
              <a:rPr sz="2000" dirty="0">
                <a:solidFill>
                  <a:srgbClr val="282833"/>
                </a:solidFill>
                <a:latin typeface="Arial"/>
                <a:cs typeface="Arial"/>
              </a:rPr>
              <a:t>take</a:t>
            </a:r>
            <a:r>
              <a:rPr sz="2000" spc="-45" dirty="0">
                <a:solidFill>
                  <a:srgbClr val="282833"/>
                </a:solidFill>
                <a:latin typeface="Arial"/>
                <a:cs typeface="Arial"/>
              </a:rPr>
              <a:t> </a:t>
            </a:r>
            <a:r>
              <a:rPr sz="2000" dirty="0">
                <a:solidFill>
                  <a:srgbClr val="282833"/>
                </a:solidFill>
                <a:latin typeface="Arial"/>
                <a:cs typeface="Arial"/>
              </a:rPr>
              <a:t>action</a:t>
            </a:r>
            <a:r>
              <a:rPr sz="2000" spc="-40" dirty="0">
                <a:solidFill>
                  <a:srgbClr val="282833"/>
                </a:solidFill>
                <a:latin typeface="Arial"/>
                <a:cs typeface="Arial"/>
              </a:rPr>
              <a:t> </a:t>
            </a:r>
            <a:r>
              <a:rPr sz="2000" dirty="0">
                <a:solidFill>
                  <a:srgbClr val="282833"/>
                </a:solidFill>
                <a:latin typeface="Arial"/>
                <a:cs typeface="Arial"/>
              </a:rPr>
              <a:t>against</a:t>
            </a:r>
            <a:r>
              <a:rPr sz="2000" spc="-45" dirty="0">
                <a:solidFill>
                  <a:srgbClr val="282833"/>
                </a:solidFill>
                <a:latin typeface="Arial"/>
                <a:cs typeface="Arial"/>
              </a:rPr>
              <a:t> </a:t>
            </a:r>
            <a:r>
              <a:rPr sz="2000" dirty="0">
                <a:solidFill>
                  <a:srgbClr val="282833"/>
                </a:solidFill>
                <a:latin typeface="Arial"/>
                <a:cs typeface="Arial"/>
              </a:rPr>
              <a:t>members</a:t>
            </a:r>
            <a:r>
              <a:rPr sz="2000" spc="-40" dirty="0">
                <a:solidFill>
                  <a:srgbClr val="282833"/>
                </a:solidFill>
                <a:latin typeface="Arial"/>
                <a:cs typeface="Arial"/>
              </a:rPr>
              <a:t> </a:t>
            </a:r>
            <a:r>
              <a:rPr sz="2000" dirty="0">
                <a:solidFill>
                  <a:srgbClr val="282833"/>
                </a:solidFill>
                <a:latin typeface="Arial"/>
                <a:cs typeface="Arial"/>
              </a:rPr>
              <a:t>who</a:t>
            </a:r>
            <a:r>
              <a:rPr sz="2000" spc="-35" dirty="0">
                <a:solidFill>
                  <a:srgbClr val="282833"/>
                </a:solidFill>
                <a:latin typeface="Arial"/>
                <a:cs typeface="Arial"/>
              </a:rPr>
              <a:t> </a:t>
            </a:r>
            <a:r>
              <a:rPr sz="2000" dirty="0">
                <a:solidFill>
                  <a:srgbClr val="282833"/>
                </a:solidFill>
                <a:latin typeface="Arial"/>
                <a:cs typeface="Arial"/>
              </a:rPr>
              <a:t>do</a:t>
            </a:r>
            <a:r>
              <a:rPr sz="2000" spc="-40" dirty="0">
                <a:solidFill>
                  <a:srgbClr val="282833"/>
                </a:solidFill>
                <a:latin typeface="Arial"/>
                <a:cs typeface="Arial"/>
              </a:rPr>
              <a:t> </a:t>
            </a:r>
            <a:r>
              <a:rPr sz="2000" spc="-20" dirty="0">
                <a:solidFill>
                  <a:srgbClr val="282833"/>
                </a:solidFill>
                <a:latin typeface="Arial"/>
                <a:cs typeface="Arial"/>
              </a:rPr>
              <a:t>not.</a:t>
            </a:r>
            <a:endParaRPr sz="20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1" y="696723"/>
            <a:ext cx="7475855" cy="635635"/>
          </a:xfrm>
          <a:prstGeom prst="rect">
            <a:avLst/>
          </a:prstGeom>
        </p:spPr>
        <p:txBody>
          <a:bodyPr vert="horz" wrap="square" lIns="0" tIns="12700" rIns="0" bIns="0" rtlCol="0">
            <a:spAutoFit/>
          </a:bodyPr>
          <a:lstStyle/>
          <a:p>
            <a:pPr marL="12700">
              <a:spcBef>
                <a:spcPts val="100"/>
              </a:spcBef>
            </a:pPr>
            <a:r>
              <a:rPr spc="-105" dirty="0"/>
              <a:t>Functional</a:t>
            </a:r>
            <a:endParaRPr spc="-85" dirty="0"/>
          </a:p>
        </p:txBody>
      </p:sp>
      <p:sp>
        <p:nvSpPr>
          <p:cNvPr id="3" name="object 3"/>
          <p:cNvSpPr txBox="1"/>
          <p:nvPr/>
        </p:nvSpPr>
        <p:spPr>
          <a:xfrm>
            <a:off x="1926591" y="1363470"/>
            <a:ext cx="8086725" cy="5537413"/>
          </a:xfrm>
          <a:prstGeom prst="rect">
            <a:avLst/>
          </a:prstGeom>
        </p:spPr>
        <p:txBody>
          <a:bodyPr vert="horz" wrap="square" lIns="0" tIns="86360" rIns="0" bIns="0" rtlCol="0">
            <a:spAutoFit/>
          </a:bodyPr>
          <a:lstStyle/>
          <a:p>
            <a:pPr marL="194310" indent="-181610">
              <a:spcBef>
                <a:spcPts val="680"/>
              </a:spcBef>
              <a:buClr>
                <a:srgbClr val="93A299"/>
              </a:buClr>
              <a:buSzPct val="83333"/>
              <a:buChar char="•"/>
              <a:tabLst>
                <a:tab pos="194310" algn="l"/>
              </a:tabLst>
            </a:pPr>
            <a:r>
              <a:rPr sz="2000" b="1" spc="-10" dirty="0">
                <a:solidFill>
                  <a:srgbClr val="282833"/>
                </a:solidFill>
                <a:latin typeface="Arial"/>
                <a:cs typeface="Arial"/>
              </a:rPr>
              <a:t>Transaction</a:t>
            </a:r>
            <a:r>
              <a:rPr sz="2000" b="1" spc="-125" dirty="0">
                <a:solidFill>
                  <a:srgbClr val="282833"/>
                </a:solidFill>
                <a:latin typeface="Arial"/>
                <a:cs typeface="Arial"/>
              </a:rPr>
              <a:t> </a:t>
            </a:r>
            <a:r>
              <a:rPr sz="2000" b="1" spc="-10" dirty="0">
                <a:solidFill>
                  <a:srgbClr val="282833"/>
                </a:solidFill>
                <a:latin typeface="Arial"/>
                <a:cs typeface="Arial"/>
              </a:rPr>
              <a:t>Processes</a:t>
            </a:r>
            <a:endParaRPr sz="2000" b="1" dirty="0">
              <a:latin typeface="Arial"/>
              <a:cs typeface="Arial"/>
            </a:endParaRPr>
          </a:p>
          <a:p>
            <a:pPr marL="469900" marR="1307465" lvl="1" indent="-182880">
              <a:spcBef>
                <a:spcPts val="535"/>
              </a:spcBef>
              <a:buClr>
                <a:srgbClr val="93A299"/>
              </a:buClr>
              <a:buSzPct val="84090"/>
              <a:buChar char="•"/>
              <a:tabLst>
                <a:tab pos="469900" algn="l"/>
              </a:tabLst>
            </a:pPr>
            <a:r>
              <a:rPr sz="2000" dirty="0">
                <a:solidFill>
                  <a:srgbClr val="282833"/>
                </a:solidFill>
                <a:latin typeface="Arial"/>
                <a:cs typeface="Arial"/>
              </a:rPr>
              <a:t>These</a:t>
            </a:r>
            <a:r>
              <a:rPr sz="2000" spc="-65" dirty="0">
                <a:solidFill>
                  <a:srgbClr val="282833"/>
                </a:solidFill>
                <a:latin typeface="Arial"/>
                <a:cs typeface="Arial"/>
              </a:rPr>
              <a:t> </a:t>
            </a:r>
            <a:r>
              <a:rPr sz="2000" dirty="0">
                <a:solidFill>
                  <a:srgbClr val="282833"/>
                </a:solidFill>
                <a:latin typeface="Arial"/>
                <a:cs typeface="Arial"/>
              </a:rPr>
              <a:t>are</a:t>
            </a:r>
            <a:r>
              <a:rPr sz="2000" spc="-65" dirty="0">
                <a:solidFill>
                  <a:srgbClr val="282833"/>
                </a:solidFill>
                <a:latin typeface="Arial"/>
                <a:cs typeface="Arial"/>
              </a:rPr>
              <a:t> </a:t>
            </a:r>
            <a:r>
              <a:rPr sz="2000" dirty="0">
                <a:solidFill>
                  <a:srgbClr val="282833"/>
                </a:solidFill>
                <a:latin typeface="Arial"/>
                <a:cs typeface="Arial"/>
              </a:rPr>
              <a:t>transactions</a:t>
            </a:r>
            <a:r>
              <a:rPr sz="2000" spc="-65" dirty="0">
                <a:solidFill>
                  <a:srgbClr val="282833"/>
                </a:solidFill>
                <a:latin typeface="Arial"/>
                <a:cs typeface="Arial"/>
              </a:rPr>
              <a:t> </a:t>
            </a:r>
            <a:r>
              <a:rPr sz="2000" dirty="0">
                <a:solidFill>
                  <a:srgbClr val="282833"/>
                </a:solidFill>
                <a:latin typeface="Arial"/>
                <a:cs typeface="Arial"/>
              </a:rPr>
              <a:t>that</a:t>
            </a:r>
            <a:r>
              <a:rPr sz="2000" spc="-65" dirty="0">
                <a:solidFill>
                  <a:srgbClr val="282833"/>
                </a:solidFill>
                <a:latin typeface="Arial"/>
                <a:cs typeface="Arial"/>
              </a:rPr>
              <a:t> </a:t>
            </a:r>
            <a:r>
              <a:rPr sz="2000" dirty="0">
                <a:solidFill>
                  <a:srgbClr val="282833"/>
                </a:solidFill>
                <a:latin typeface="Arial"/>
                <a:cs typeface="Arial"/>
              </a:rPr>
              <a:t>are</a:t>
            </a:r>
            <a:r>
              <a:rPr sz="2000" spc="-65" dirty="0">
                <a:solidFill>
                  <a:srgbClr val="282833"/>
                </a:solidFill>
                <a:latin typeface="Arial"/>
                <a:cs typeface="Arial"/>
              </a:rPr>
              <a:t> </a:t>
            </a:r>
            <a:r>
              <a:rPr sz="2000" dirty="0">
                <a:solidFill>
                  <a:srgbClr val="282833"/>
                </a:solidFill>
                <a:latin typeface="Arial"/>
                <a:cs typeface="Arial"/>
              </a:rPr>
              <a:t>to</a:t>
            </a:r>
            <a:r>
              <a:rPr sz="2000" spc="-60" dirty="0">
                <a:solidFill>
                  <a:srgbClr val="282833"/>
                </a:solidFill>
                <a:latin typeface="Arial"/>
                <a:cs typeface="Arial"/>
              </a:rPr>
              <a:t> </a:t>
            </a:r>
            <a:r>
              <a:rPr sz="2000" dirty="0">
                <a:solidFill>
                  <a:srgbClr val="282833"/>
                </a:solidFill>
                <a:latin typeface="Arial"/>
                <a:cs typeface="Arial"/>
              </a:rPr>
              <a:t>be</a:t>
            </a:r>
            <a:r>
              <a:rPr sz="2000" spc="-65" dirty="0">
                <a:solidFill>
                  <a:srgbClr val="282833"/>
                </a:solidFill>
                <a:latin typeface="Arial"/>
                <a:cs typeface="Arial"/>
              </a:rPr>
              <a:t> </a:t>
            </a:r>
            <a:r>
              <a:rPr sz="2000" dirty="0">
                <a:solidFill>
                  <a:srgbClr val="282833"/>
                </a:solidFill>
                <a:latin typeface="Arial"/>
                <a:cs typeface="Arial"/>
              </a:rPr>
              <a:t>performed</a:t>
            </a:r>
            <a:r>
              <a:rPr sz="2000" spc="-50" dirty="0">
                <a:solidFill>
                  <a:srgbClr val="282833"/>
                </a:solidFill>
                <a:latin typeface="Arial"/>
                <a:cs typeface="Arial"/>
              </a:rPr>
              <a:t> </a:t>
            </a:r>
            <a:r>
              <a:rPr sz="2000" spc="-25" dirty="0">
                <a:solidFill>
                  <a:srgbClr val="282833"/>
                </a:solidFill>
                <a:latin typeface="Arial"/>
                <a:cs typeface="Arial"/>
              </a:rPr>
              <a:t>by </a:t>
            </a:r>
            <a:r>
              <a:rPr sz="2000" dirty="0">
                <a:solidFill>
                  <a:srgbClr val="282833"/>
                </a:solidFill>
                <a:latin typeface="Arial"/>
                <a:cs typeface="Arial"/>
              </a:rPr>
              <a:t>collaborative</a:t>
            </a:r>
            <a:r>
              <a:rPr sz="2000" spc="-45" dirty="0">
                <a:solidFill>
                  <a:srgbClr val="282833"/>
                </a:solidFill>
                <a:latin typeface="Arial"/>
                <a:cs typeface="Arial"/>
              </a:rPr>
              <a:t> </a:t>
            </a:r>
            <a:r>
              <a:rPr sz="2000" dirty="0">
                <a:solidFill>
                  <a:srgbClr val="282833"/>
                </a:solidFill>
                <a:latin typeface="Arial"/>
                <a:cs typeface="Arial"/>
              </a:rPr>
              <a:t>network</a:t>
            </a:r>
            <a:r>
              <a:rPr sz="2000" spc="-45" dirty="0">
                <a:solidFill>
                  <a:srgbClr val="282833"/>
                </a:solidFill>
                <a:latin typeface="Arial"/>
                <a:cs typeface="Arial"/>
              </a:rPr>
              <a:t> </a:t>
            </a:r>
            <a:r>
              <a:rPr sz="2000" spc="-10" dirty="0">
                <a:solidFill>
                  <a:srgbClr val="282833"/>
                </a:solidFill>
                <a:latin typeface="Arial"/>
                <a:cs typeface="Arial"/>
              </a:rPr>
              <a:t>members.</a:t>
            </a:r>
            <a:endParaRPr sz="2000" dirty="0">
              <a:latin typeface="Arial"/>
              <a:cs typeface="Arial"/>
            </a:endParaRPr>
          </a:p>
          <a:p>
            <a:pPr marL="469900" marR="5080" lvl="1" indent="-182880">
              <a:spcBef>
                <a:spcPts val="530"/>
              </a:spcBef>
              <a:buClr>
                <a:srgbClr val="93A299"/>
              </a:buClr>
              <a:buSzPct val="84090"/>
              <a:buChar char="•"/>
              <a:tabLst>
                <a:tab pos="469900" algn="l"/>
              </a:tabLst>
            </a:pPr>
            <a:r>
              <a:rPr sz="2000" dirty="0">
                <a:solidFill>
                  <a:srgbClr val="282833"/>
                </a:solidFill>
                <a:latin typeface="Arial"/>
                <a:cs typeface="Arial"/>
              </a:rPr>
              <a:t>These</a:t>
            </a:r>
            <a:r>
              <a:rPr sz="2000" spc="-70" dirty="0">
                <a:solidFill>
                  <a:srgbClr val="282833"/>
                </a:solidFill>
                <a:latin typeface="Arial"/>
                <a:cs typeface="Arial"/>
              </a:rPr>
              <a:t> </a:t>
            </a:r>
            <a:r>
              <a:rPr sz="2000" dirty="0">
                <a:solidFill>
                  <a:srgbClr val="282833"/>
                </a:solidFill>
                <a:latin typeface="Arial"/>
                <a:cs typeface="Arial"/>
              </a:rPr>
              <a:t>transactions</a:t>
            </a:r>
            <a:r>
              <a:rPr sz="2000" spc="-70" dirty="0">
                <a:solidFill>
                  <a:srgbClr val="282833"/>
                </a:solidFill>
                <a:latin typeface="Arial"/>
                <a:cs typeface="Arial"/>
              </a:rPr>
              <a:t> </a:t>
            </a:r>
            <a:r>
              <a:rPr sz="2000" dirty="0">
                <a:solidFill>
                  <a:srgbClr val="282833"/>
                </a:solidFill>
                <a:latin typeface="Arial"/>
                <a:cs typeface="Arial"/>
              </a:rPr>
              <a:t>need</a:t>
            </a:r>
            <a:r>
              <a:rPr sz="2000" spc="-65" dirty="0">
                <a:solidFill>
                  <a:srgbClr val="282833"/>
                </a:solidFill>
                <a:latin typeface="Arial"/>
                <a:cs typeface="Arial"/>
              </a:rPr>
              <a:t> </a:t>
            </a:r>
            <a:r>
              <a:rPr sz="2000" dirty="0">
                <a:solidFill>
                  <a:srgbClr val="282833"/>
                </a:solidFill>
                <a:latin typeface="Arial"/>
                <a:cs typeface="Arial"/>
              </a:rPr>
              <a:t>to</a:t>
            </a:r>
            <a:r>
              <a:rPr sz="2000" spc="-65" dirty="0">
                <a:solidFill>
                  <a:srgbClr val="282833"/>
                </a:solidFill>
                <a:latin typeface="Arial"/>
                <a:cs typeface="Arial"/>
              </a:rPr>
              <a:t> </a:t>
            </a:r>
            <a:r>
              <a:rPr sz="2000" dirty="0">
                <a:solidFill>
                  <a:srgbClr val="282833"/>
                </a:solidFill>
                <a:latin typeface="Arial"/>
                <a:cs typeface="Arial"/>
              </a:rPr>
              <a:t>be</a:t>
            </a:r>
            <a:r>
              <a:rPr sz="2000" spc="-65" dirty="0">
                <a:solidFill>
                  <a:srgbClr val="282833"/>
                </a:solidFill>
                <a:latin typeface="Arial"/>
                <a:cs typeface="Arial"/>
              </a:rPr>
              <a:t> </a:t>
            </a:r>
            <a:r>
              <a:rPr sz="2000" dirty="0">
                <a:solidFill>
                  <a:srgbClr val="282833"/>
                </a:solidFill>
                <a:latin typeface="Arial"/>
                <a:cs typeface="Arial"/>
              </a:rPr>
              <a:t>defined</a:t>
            </a:r>
            <a:r>
              <a:rPr sz="2000" spc="-65" dirty="0">
                <a:solidFill>
                  <a:srgbClr val="282833"/>
                </a:solidFill>
                <a:latin typeface="Arial"/>
                <a:cs typeface="Arial"/>
              </a:rPr>
              <a:t> </a:t>
            </a:r>
            <a:r>
              <a:rPr sz="2000" dirty="0">
                <a:solidFill>
                  <a:srgbClr val="282833"/>
                </a:solidFill>
                <a:latin typeface="Arial"/>
                <a:cs typeface="Arial"/>
              </a:rPr>
              <a:t>and</a:t>
            </a:r>
            <a:r>
              <a:rPr sz="2000" spc="-65" dirty="0">
                <a:solidFill>
                  <a:srgbClr val="282833"/>
                </a:solidFill>
                <a:latin typeface="Arial"/>
                <a:cs typeface="Arial"/>
              </a:rPr>
              <a:t> </a:t>
            </a:r>
            <a:r>
              <a:rPr sz="2000" dirty="0">
                <a:solidFill>
                  <a:srgbClr val="282833"/>
                </a:solidFill>
                <a:latin typeface="Arial"/>
                <a:cs typeface="Arial"/>
              </a:rPr>
              <a:t>then</a:t>
            </a:r>
            <a:r>
              <a:rPr sz="2000" spc="-65" dirty="0">
                <a:solidFill>
                  <a:srgbClr val="282833"/>
                </a:solidFill>
                <a:latin typeface="Arial"/>
                <a:cs typeface="Arial"/>
              </a:rPr>
              <a:t> </a:t>
            </a:r>
            <a:r>
              <a:rPr sz="2000" spc="-10" dirty="0">
                <a:solidFill>
                  <a:srgbClr val="282833"/>
                </a:solidFill>
                <a:latin typeface="Arial"/>
                <a:cs typeface="Arial"/>
              </a:rPr>
              <a:t>implemented </a:t>
            </a:r>
            <a:r>
              <a:rPr sz="2000" dirty="0">
                <a:solidFill>
                  <a:srgbClr val="282833"/>
                </a:solidFill>
                <a:latin typeface="Arial"/>
                <a:cs typeface="Arial"/>
              </a:rPr>
              <a:t>in</a:t>
            </a:r>
            <a:r>
              <a:rPr sz="2000" spc="-30" dirty="0">
                <a:solidFill>
                  <a:srgbClr val="282833"/>
                </a:solidFill>
                <a:latin typeface="Arial"/>
                <a:cs typeface="Arial"/>
              </a:rPr>
              <a:t> </a:t>
            </a:r>
            <a:r>
              <a:rPr sz="2000" dirty="0">
                <a:solidFill>
                  <a:srgbClr val="282833"/>
                </a:solidFill>
                <a:latin typeface="Arial"/>
                <a:cs typeface="Arial"/>
              </a:rPr>
              <a:t>smart</a:t>
            </a:r>
            <a:r>
              <a:rPr sz="2000" spc="-30" dirty="0">
                <a:solidFill>
                  <a:srgbClr val="282833"/>
                </a:solidFill>
                <a:latin typeface="Arial"/>
                <a:cs typeface="Arial"/>
              </a:rPr>
              <a:t> </a:t>
            </a:r>
            <a:r>
              <a:rPr sz="2000" spc="-10" dirty="0">
                <a:solidFill>
                  <a:srgbClr val="282833"/>
                </a:solidFill>
                <a:latin typeface="Arial"/>
                <a:cs typeface="Arial"/>
              </a:rPr>
              <a:t>contracts.</a:t>
            </a:r>
            <a:endParaRPr sz="2000" dirty="0">
              <a:latin typeface="Arial"/>
              <a:cs typeface="Arial"/>
            </a:endParaRPr>
          </a:p>
          <a:p>
            <a:pPr marL="469900" marR="20320" lvl="1" indent="-182880">
              <a:spcBef>
                <a:spcPts val="530"/>
              </a:spcBef>
              <a:buClr>
                <a:srgbClr val="93A299"/>
              </a:buClr>
              <a:buSzPct val="84090"/>
              <a:buChar char="•"/>
              <a:tabLst>
                <a:tab pos="469900" algn="l"/>
              </a:tabLst>
            </a:pPr>
            <a:r>
              <a:rPr sz="2000" dirty="0">
                <a:solidFill>
                  <a:srgbClr val="282833"/>
                </a:solidFill>
                <a:latin typeface="Arial"/>
                <a:cs typeface="Arial"/>
              </a:rPr>
              <a:t>The</a:t>
            </a:r>
            <a:r>
              <a:rPr sz="2000" spc="-50" dirty="0">
                <a:solidFill>
                  <a:srgbClr val="282833"/>
                </a:solidFill>
                <a:latin typeface="Arial"/>
                <a:cs typeface="Arial"/>
              </a:rPr>
              <a:t> </a:t>
            </a:r>
            <a:r>
              <a:rPr sz="2000" dirty="0">
                <a:solidFill>
                  <a:srgbClr val="282833"/>
                </a:solidFill>
                <a:latin typeface="Arial"/>
                <a:cs typeface="Arial"/>
              </a:rPr>
              <a:t>collaborative</a:t>
            </a:r>
            <a:r>
              <a:rPr sz="2000" spc="-45" dirty="0">
                <a:solidFill>
                  <a:srgbClr val="282833"/>
                </a:solidFill>
                <a:latin typeface="Arial"/>
                <a:cs typeface="Arial"/>
              </a:rPr>
              <a:t> </a:t>
            </a:r>
            <a:r>
              <a:rPr sz="2000" dirty="0">
                <a:solidFill>
                  <a:srgbClr val="282833"/>
                </a:solidFill>
                <a:latin typeface="Arial"/>
                <a:cs typeface="Arial"/>
              </a:rPr>
              <a:t>network</a:t>
            </a:r>
            <a:r>
              <a:rPr sz="2000" spc="-50" dirty="0">
                <a:solidFill>
                  <a:srgbClr val="282833"/>
                </a:solidFill>
                <a:latin typeface="Arial"/>
                <a:cs typeface="Arial"/>
              </a:rPr>
              <a:t> </a:t>
            </a:r>
            <a:r>
              <a:rPr sz="2000" dirty="0">
                <a:solidFill>
                  <a:srgbClr val="282833"/>
                </a:solidFill>
                <a:latin typeface="Arial"/>
                <a:cs typeface="Arial"/>
              </a:rPr>
              <a:t>members</a:t>
            </a:r>
            <a:r>
              <a:rPr sz="2000" spc="-40" dirty="0">
                <a:solidFill>
                  <a:srgbClr val="282833"/>
                </a:solidFill>
                <a:latin typeface="Arial"/>
                <a:cs typeface="Arial"/>
              </a:rPr>
              <a:t> </a:t>
            </a:r>
            <a:r>
              <a:rPr sz="2000" dirty="0">
                <a:solidFill>
                  <a:srgbClr val="282833"/>
                </a:solidFill>
                <a:latin typeface="Arial"/>
                <a:cs typeface="Arial"/>
              </a:rPr>
              <a:t>need</a:t>
            </a:r>
            <a:r>
              <a:rPr sz="2000" spc="-45" dirty="0">
                <a:solidFill>
                  <a:srgbClr val="282833"/>
                </a:solidFill>
                <a:latin typeface="Arial"/>
                <a:cs typeface="Arial"/>
              </a:rPr>
              <a:t> </a:t>
            </a:r>
            <a:r>
              <a:rPr sz="2000" dirty="0">
                <a:solidFill>
                  <a:srgbClr val="282833"/>
                </a:solidFill>
                <a:latin typeface="Arial"/>
                <a:cs typeface="Arial"/>
              </a:rPr>
              <a:t>to</a:t>
            </a:r>
            <a:r>
              <a:rPr sz="2000" spc="-45" dirty="0">
                <a:solidFill>
                  <a:srgbClr val="282833"/>
                </a:solidFill>
                <a:latin typeface="Arial"/>
                <a:cs typeface="Arial"/>
              </a:rPr>
              <a:t> </a:t>
            </a:r>
            <a:r>
              <a:rPr sz="2000" dirty="0">
                <a:solidFill>
                  <a:srgbClr val="282833"/>
                </a:solidFill>
                <a:latin typeface="Arial"/>
                <a:cs typeface="Arial"/>
              </a:rPr>
              <a:t>know</a:t>
            </a:r>
            <a:r>
              <a:rPr sz="2000" spc="-50" dirty="0">
                <a:solidFill>
                  <a:srgbClr val="282833"/>
                </a:solidFill>
                <a:latin typeface="Arial"/>
                <a:cs typeface="Arial"/>
              </a:rPr>
              <a:t> </a:t>
            </a:r>
            <a:r>
              <a:rPr sz="2000" dirty="0">
                <a:solidFill>
                  <a:srgbClr val="282833"/>
                </a:solidFill>
                <a:latin typeface="Arial"/>
                <a:cs typeface="Arial"/>
              </a:rPr>
              <a:t>what</a:t>
            </a:r>
            <a:r>
              <a:rPr sz="2000" spc="-45" dirty="0">
                <a:solidFill>
                  <a:srgbClr val="282833"/>
                </a:solidFill>
                <a:latin typeface="Arial"/>
                <a:cs typeface="Arial"/>
              </a:rPr>
              <a:t> </a:t>
            </a:r>
            <a:r>
              <a:rPr sz="2000" spc="-10" dirty="0">
                <a:solidFill>
                  <a:srgbClr val="282833"/>
                </a:solidFill>
                <a:latin typeface="Arial"/>
                <a:cs typeface="Arial"/>
              </a:rPr>
              <a:t>types </a:t>
            </a:r>
            <a:r>
              <a:rPr sz="2000" dirty="0">
                <a:solidFill>
                  <a:srgbClr val="282833"/>
                </a:solidFill>
                <a:latin typeface="Arial"/>
                <a:cs typeface="Arial"/>
              </a:rPr>
              <a:t>of</a:t>
            </a:r>
            <a:r>
              <a:rPr sz="2000" spc="-40" dirty="0">
                <a:solidFill>
                  <a:srgbClr val="282833"/>
                </a:solidFill>
                <a:latin typeface="Arial"/>
                <a:cs typeface="Arial"/>
              </a:rPr>
              <a:t> </a:t>
            </a:r>
            <a:r>
              <a:rPr sz="2000" dirty="0">
                <a:solidFill>
                  <a:srgbClr val="282833"/>
                </a:solidFill>
                <a:latin typeface="Arial"/>
                <a:cs typeface="Arial"/>
              </a:rPr>
              <a:t>transactions</a:t>
            </a:r>
            <a:r>
              <a:rPr sz="2000" spc="-40" dirty="0">
                <a:solidFill>
                  <a:srgbClr val="282833"/>
                </a:solidFill>
                <a:latin typeface="Arial"/>
                <a:cs typeface="Arial"/>
              </a:rPr>
              <a:t> </a:t>
            </a:r>
            <a:r>
              <a:rPr sz="2000" dirty="0">
                <a:solidFill>
                  <a:srgbClr val="282833"/>
                </a:solidFill>
                <a:latin typeface="Arial"/>
                <a:cs typeface="Arial"/>
              </a:rPr>
              <a:t>are</a:t>
            </a:r>
            <a:r>
              <a:rPr sz="2000" spc="-40" dirty="0">
                <a:solidFill>
                  <a:srgbClr val="282833"/>
                </a:solidFill>
                <a:latin typeface="Arial"/>
                <a:cs typeface="Arial"/>
              </a:rPr>
              <a:t> </a:t>
            </a:r>
            <a:r>
              <a:rPr sz="2000" dirty="0">
                <a:solidFill>
                  <a:srgbClr val="282833"/>
                </a:solidFill>
                <a:latin typeface="Arial"/>
                <a:cs typeface="Arial"/>
              </a:rPr>
              <a:t>possible</a:t>
            </a:r>
            <a:r>
              <a:rPr sz="2000" spc="-55" dirty="0">
                <a:solidFill>
                  <a:srgbClr val="282833"/>
                </a:solidFill>
                <a:latin typeface="Arial"/>
                <a:cs typeface="Arial"/>
              </a:rPr>
              <a:t> </a:t>
            </a:r>
            <a:r>
              <a:rPr sz="2000" dirty="0">
                <a:solidFill>
                  <a:srgbClr val="282833"/>
                </a:solidFill>
                <a:latin typeface="Arial"/>
                <a:cs typeface="Arial"/>
              </a:rPr>
              <a:t>and</a:t>
            </a:r>
            <a:r>
              <a:rPr sz="2000" spc="-35" dirty="0">
                <a:solidFill>
                  <a:srgbClr val="282833"/>
                </a:solidFill>
                <a:latin typeface="Arial"/>
                <a:cs typeface="Arial"/>
              </a:rPr>
              <a:t> </a:t>
            </a:r>
            <a:r>
              <a:rPr sz="2000" dirty="0">
                <a:solidFill>
                  <a:srgbClr val="282833"/>
                </a:solidFill>
                <a:latin typeface="Arial"/>
                <a:cs typeface="Arial"/>
              </a:rPr>
              <a:t>who</a:t>
            </a:r>
            <a:r>
              <a:rPr sz="2000" spc="-40" dirty="0">
                <a:solidFill>
                  <a:srgbClr val="282833"/>
                </a:solidFill>
                <a:latin typeface="Arial"/>
                <a:cs typeface="Arial"/>
              </a:rPr>
              <a:t> </a:t>
            </a:r>
            <a:r>
              <a:rPr sz="2000" dirty="0">
                <a:solidFill>
                  <a:srgbClr val="282833"/>
                </a:solidFill>
                <a:latin typeface="Arial"/>
                <a:cs typeface="Arial"/>
              </a:rPr>
              <a:t>has</a:t>
            </a:r>
            <a:r>
              <a:rPr sz="2000" spc="-40" dirty="0">
                <a:solidFill>
                  <a:srgbClr val="282833"/>
                </a:solidFill>
                <a:latin typeface="Arial"/>
                <a:cs typeface="Arial"/>
              </a:rPr>
              <a:t> </a:t>
            </a:r>
            <a:r>
              <a:rPr sz="2000" dirty="0">
                <a:solidFill>
                  <a:srgbClr val="282833"/>
                </a:solidFill>
                <a:latin typeface="Arial"/>
                <a:cs typeface="Arial"/>
              </a:rPr>
              <a:t>permission</a:t>
            </a:r>
            <a:r>
              <a:rPr sz="2000" spc="-40" dirty="0">
                <a:solidFill>
                  <a:srgbClr val="282833"/>
                </a:solidFill>
                <a:latin typeface="Arial"/>
                <a:cs typeface="Arial"/>
              </a:rPr>
              <a:t> </a:t>
            </a:r>
            <a:r>
              <a:rPr sz="2000" spc="-25" dirty="0">
                <a:solidFill>
                  <a:srgbClr val="282833"/>
                </a:solidFill>
                <a:latin typeface="Arial"/>
                <a:cs typeface="Arial"/>
              </a:rPr>
              <a:t>to </a:t>
            </a:r>
            <a:r>
              <a:rPr sz="2000" dirty="0">
                <a:solidFill>
                  <a:srgbClr val="282833"/>
                </a:solidFill>
                <a:latin typeface="Arial"/>
                <a:cs typeface="Arial"/>
              </a:rPr>
              <a:t>perform</a:t>
            </a:r>
            <a:r>
              <a:rPr sz="2000" spc="-35" dirty="0">
                <a:solidFill>
                  <a:srgbClr val="282833"/>
                </a:solidFill>
                <a:latin typeface="Arial"/>
                <a:cs typeface="Arial"/>
              </a:rPr>
              <a:t> </a:t>
            </a:r>
            <a:r>
              <a:rPr sz="2000" dirty="0">
                <a:solidFill>
                  <a:srgbClr val="282833"/>
                </a:solidFill>
                <a:latin typeface="Arial"/>
                <a:cs typeface="Arial"/>
              </a:rPr>
              <a:t>certain</a:t>
            </a:r>
            <a:r>
              <a:rPr sz="2000" spc="-55" dirty="0">
                <a:solidFill>
                  <a:srgbClr val="282833"/>
                </a:solidFill>
                <a:latin typeface="Arial"/>
                <a:cs typeface="Arial"/>
              </a:rPr>
              <a:t> </a:t>
            </a:r>
            <a:r>
              <a:rPr sz="2000" dirty="0">
                <a:solidFill>
                  <a:srgbClr val="282833"/>
                </a:solidFill>
                <a:latin typeface="Arial"/>
                <a:cs typeface="Arial"/>
              </a:rPr>
              <a:t>types</a:t>
            </a:r>
            <a:r>
              <a:rPr sz="2000" spc="-50" dirty="0">
                <a:solidFill>
                  <a:srgbClr val="282833"/>
                </a:solidFill>
                <a:latin typeface="Arial"/>
                <a:cs typeface="Arial"/>
              </a:rPr>
              <a:t> </a:t>
            </a:r>
            <a:r>
              <a:rPr sz="2000" dirty="0">
                <a:solidFill>
                  <a:srgbClr val="282833"/>
                </a:solidFill>
                <a:latin typeface="Arial"/>
                <a:cs typeface="Arial"/>
              </a:rPr>
              <a:t>of</a:t>
            </a:r>
            <a:r>
              <a:rPr sz="2000" spc="-55" dirty="0">
                <a:solidFill>
                  <a:srgbClr val="282833"/>
                </a:solidFill>
                <a:latin typeface="Arial"/>
                <a:cs typeface="Arial"/>
              </a:rPr>
              <a:t> </a:t>
            </a:r>
            <a:r>
              <a:rPr sz="2000" spc="-10" dirty="0">
                <a:solidFill>
                  <a:srgbClr val="282833"/>
                </a:solidFill>
                <a:latin typeface="Arial"/>
                <a:cs typeface="Arial"/>
              </a:rPr>
              <a:t>transactions.</a:t>
            </a:r>
            <a:endParaRPr sz="2000" dirty="0">
              <a:latin typeface="Arial"/>
              <a:cs typeface="Arial"/>
            </a:endParaRPr>
          </a:p>
          <a:p>
            <a:pPr marL="194310" indent="-181610">
              <a:spcBef>
                <a:spcPts val="565"/>
              </a:spcBef>
              <a:buClr>
                <a:srgbClr val="93A299"/>
              </a:buClr>
              <a:buSzPct val="83333"/>
              <a:buChar char="•"/>
              <a:tabLst>
                <a:tab pos="194310" algn="l"/>
              </a:tabLst>
            </a:pPr>
            <a:r>
              <a:rPr sz="2000" b="1" spc="-20" dirty="0">
                <a:solidFill>
                  <a:srgbClr val="282833"/>
                </a:solidFill>
                <a:latin typeface="Arial"/>
                <a:cs typeface="Arial"/>
              </a:rPr>
              <a:t>Data</a:t>
            </a:r>
            <a:r>
              <a:rPr sz="2000" b="1" spc="-150" dirty="0">
                <a:solidFill>
                  <a:srgbClr val="282833"/>
                </a:solidFill>
                <a:latin typeface="Arial"/>
                <a:cs typeface="Arial"/>
              </a:rPr>
              <a:t> </a:t>
            </a:r>
            <a:r>
              <a:rPr sz="2000" b="1" dirty="0">
                <a:solidFill>
                  <a:srgbClr val="282833"/>
                </a:solidFill>
                <a:latin typeface="Arial"/>
                <a:cs typeface="Arial"/>
              </a:rPr>
              <a:t>Access</a:t>
            </a:r>
            <a:r>
              <a:rPr sz="2000" b="1" spc="-75" dirty="0">
                <a:solidFill>
                  <a:srgbClr val="282833"/>
                </a:solidFill>
                <a:latin typeface="Arial"/>
                <a:cs typeface="Arial"/>
              </a:rPr>
              <a:t> </a:t>
            </a:r>
            <a:r>
              <a:rPr sz="2000" b="1" spc="-10" dirty="0">
                <a:solidFill>
                  <a:srgbClr val="282833"/>
                </a:solidFill>
                <a:latin typeface="Arial"/>
                <a:cs typeface="Arial"/>
              </a:rPr>
              <a:t>Management</a:t>
            </a:r>
            <a:endParaRPr sz="2000" b="1" dirty="0">
              <a:latin typeface="Arial"/>
              <a:cs typeface="Arial"/>
            </a:endParaRPr>
          </a:p>
          <a:p>
            <a:pPr marL="469900" marR="194310" lvl="1" indent="-182880">
              <a:spcBef>
                <a:spcPts val="535"/>
              </a:spcBef>
              <a:buClr>
                <a:srgbClr val="93A299"/>
              </a:buClr>
              <a:buSzPct val="84090"/>
              <a:buChar char="•"/>
              <a:tabLst>
                <a:tab pos="469900" algn="l"/>
              </a:tabLst>
            </a:pPr>
            <a:r>
              <a:rPr sz="2000" dirty="0">
                <a:solidFill>
                  <a:srgbClr val="282833"/>
                </a:solidFill>
                <a:latin typeface="Arial"/>
                <a:cs typeface="Arial"/>
              </a:rPr>
              <a:t>The</a:t>
            </a:r>
            <a:r>
              <a:rPr sz="2000" spc="-20" dirty="0">
                <a:solidFill>
                  <a:srgbClr val="282833"/>
                </a:solidFill>
                <a:latin typeface="Arial"/>
                <a:cs typeface="Arial"/>
              </a:rPr>
              <a:t> </a:t>
            </a:r>
            <a:r>
              <a:rPr sz="2000" dirty="0">
                <a:solidFill>
                  <a:srgbClr val="282833"/>
                </a:solidFill>
                <a:latin typeface="Arial"/>
                <a:cs typeface="Arial"/>
              </a:rPr>
              <a:t>ability</a:t>
            </a:r>
            <a:r>
              <a:rPr sz="2000" spc="-40" dirty="0">
                <a:solidFill>
                  <a:srgbClr val="282833"/>
                </a:solidFill>
                <a:latin typeface="Arial"/>
                <a:cs typeface="Arial"/>
              </a:rPr>
              <a:t> </a:t>
            </a:r>
            <a:r>
              <a:rPr sz="2000" dirty="0">
                <a:solidFill>
                  <a:srgbClr val="282833"/>
                </a:solidFill>
                <a:latin typeface="Arial"/>
                <a:cs typeface="Arial"/>
              </a:rPr>
              <a:t>to</a:t>
            </a:r>
            <a:r>
              <a:rPr sz="2000" spc="-20" dirty="0">
                <a:solidFill>
                  <a:srgbClr val="282833"/>
                </a:solidFill>
                <a:latin typeface="Arial"/>
                <a:cs typeface="Arial"/>
              </a:rPr>
              <a:t> </a:t>
            </a:r>
            <a:r>
              <a:rPr sz="2000" dirty="0">
                <a:solidFill>
                  <a:srgbClr val="282833"/>
                </a:solidFill>
                <a:latin typeface="Arial"/>
                <a:cs typeface="Arial"/>
              </a:rPr>
              <a:t>control</a:t>
            </a:r>
            <a:r>
              <a:rPr sz="2000" spc="-20" dirty="0">
                <a:solidFill>
                  <a:srgbClr val="282833"/>
                </a:solidFill>
                <a:latin typeface="Arial"/>
                <a:cs typeface="Arial"/>
              </a:rPr>
              <a:t> </a:t>
            </a:r>
            <a:r>
              <a:rPr sz="2000" dirty="0">
                <a:solidFill>
                  <a:srgbClr val="282833"/>
                </a:solidFill>
                <a:latin typeface="Arial"/>
                <a:cs typeface="Arial"/>
              </a:rPr>
              <a:t>which</a:t>
            </a:r>
            <a:r>
              <a:rPr sz="2000" spc="-40" dirty="0">
                <a:solidFill>
                  <a:srgbClr val="282833"/>
                </a:solidFill>
                <a:latin typeface="Arial"/>
                <a:cs typeface="Arial"/>
              </a:rPr>
              <a:t> </a:t>
            </a:r>
            <a:r>
              <a:rPr sz="2000" dirty="0">
                <a:solidFill>
                  <a:srgbClr val="282833"/>
                </a:solidFill>
                <a:latin typeface="Arial"/>
                <a:cs typeface="Arial"/>
              </a:rPr>
              <a:t>data</a:t>
            </a:r>
            <a:r>
              <a:rPr sz="2000" spc="-20" dirty="0">
                <a:solidFill>
                  <a:srgbClr val="282833"/>
                </a:solidFill>
                <a:latin typeface="Arial"/>
                <a:cs typeface="Arial"/>
              </a:rPr>
              <a:t> </a:t>
            </a:r>
            <a:r>
              <a:rPr sz="2000" dirty="0">
                <a:solidFill>
                  <a:srgbClr val="282833"/>
                </a:solidFill>
                <a:latin typeface="Arial"/>
                <a:cs typeface="Arial"/>
              </a:rPr>
              <a:t>on</a:t>
            </a:r>
            <a:r>
              <a:rPr sz="2000" spc="-20" dirty="0">
                <a:solidFill>
                  <a:srgbClr val="282833"/>
                </a:solidFill>
                <a:latin typeface="Arial"/>
                <a:cs typeface="Arial"/>
              </a:rPr>
              <a:t> </a:t>
            </a:r>
            <a:r>
              <a:rPr sz="2000" dirty="0">
                <a:solidFill>
                  <a:srgbClr val="282833"/>
                </a:solidFill>
                <a:latin typeface="Arial"/>
                <a:cs typeface="Arial"/>
              </a:rPr>
              <a:t>the</a:t>
            </a:r>
            <a:r>
              <a:rPr sz="2000" spc="-20" dirty="0">
                <a:solidFill>
                  <a:srgbClr val="282833"/>
                </a:solidFill>
                <a:latin typeface="Arial"/>
                <a:cs typeface="Arial"/>
              </a:rPr>
              <a:t> </a:t>
            </a:r>
            <a:r>
              <a:rPr sz="2000" dirty="0">
                <a:solidFill>
                  <a:srgbClr val="282833"/>
                </a:solidFill>
                <a:latin typeface="Arial"/>
                <a:cs typeface="Arial"/>
              </a:rPr>
              <a:t>blockchain</a:t>
            </a:r>
            <a:r>
              <a:rPr sz="2000" spc="-45" dirty="0">
                <a:solidFill>
                  <a:srgbClr val="282833"/>
                </a:solidFill>
                <a:latin typeface="Arial"/>
                <a:cs typeface="Arial"/>
              </a:rPr>
              <a:t> </a:t>
            </a:r>
            <a:r>
              <a:rPr sz="2000" spc="-10" dirty="0">
                <a:solidFill>
                  <a:srgbClr val="282833"/>
                </a:solidFill>
                <a:latin typeface="Arial"/>
                <a:cs typeface="Arial"/>
              </a:rPr>
              <a:t>members </a:t>
            </a:r>
            <a:r>
              <a:rPr sz="2000" dirty="0">
                <a:solidFill>
                  <a:srgbClr val="282833"/>
                </a:solidFill>
                <a:latin typeface="Arial"/>
                <a:cs typeface="Arial"/>
              </a:rPr>
              <a:t>have</a:t>
            </a:r>
            <a:r>
              <a:rPr sz="2000" spc="-35" dirty="0">
                <a:solidFill>
                  <a:srgbClr val="282833"/>
                </a:solidFill>
                <a:latin typeface="Arial"/>
                <a:cs typeface="Arial"/>
              </a:rPr>
              <a:t> </a:t>
            </a:r>
            <a:r>
              <a:rPr sz="2000" dirty="0">
                <a:solidFill>
                  <a:srgbClr val="282833"/>
                </a:solidFill>
                <a:latin typeface="Arial"/>
                <a:cs typeface="Arial"/>
              </a:rPr>
              <a:t>access</a:t>
            </a:r>
            <a:r>
              <a:rPr sz="2000" spc="-30" dirty="0">
                <a:solidFill>
                  <a:srgbClr val="282833"/>
                </a:solidFill>
                <a:latin typeface="Arial"/>
                <a:cs typeface="Arial"/>
              </a:rPr>
              <a:t> </a:t>
            </a:r>
            <a:r>
              <a:rPr sz="2000" spc="-25" dirty="0">
                <a:solidFill>
                  <a:srgbClr val="282833"/>
                </a:solidFill>
                <a:latin typeface="Arial"/>
                <a:cs typeface="Arial"/>
              </a:rPr>
              <a:t>to.</a:t>
            </a:r>
            <a:endParaRPr sz="2000" dirty="0">
              <a:latin typeface="Arial"/>
              <a:cs typeface="Arial"/>
            </a:endParaRPr>
          </a:p>
          <a:p>
            <a:pPr marL="469900" marR="423545" lvl="1" indent="-182880">
              <a:spcBef>
                <a:spcPts val="530"/>
              </a:spcBef>
              <a:buClr>
                <a:srgbClr val="93A299"/>
              </a:buClr>
              <a:buSzPct val="84090"/>
              <a:buChar char="•"/>
              <a:tabLst>
                <a:tab pos="469900" algn="l"/>
              </a:tabLst>
            </a:pPr>
            <a:r>
              <a:rPr sz="2000" dirty="0">
                <a:solidFill>
                  <a:srgbClr val="282833"/>
                </a:solidFill>
                <a:latin typeface="Arial"/>
                <a:cs typeface="Arial"/>
              </a:rPr>
              <a:t>As</a:t>
            </a:r>
            <a:r>
              <a:rPr sz="2000" spc="-35" dirty="0">
                <a:solidFill>
                  <a:srgbClr val="282833"/>
                </a:solidFill>
                <a:latin typeface="Arial"/>
                <a:cs typeface="Arial"/>
              </a:rPr>
              <a:t> </a:t>
            </a:r>
            <a:r>
              <a:rPr sz="2000" dirty="0">
                <a:solidFill>
                  <a:srgbClr val="282833"/>
                </a:solidFill>
                <a:latin typeface="Arial"/>
                <a:cs typeface="Arial"/>
              </a:rPr>
              <a:t>well</a:t>
            </a:r>
            <a:r>
              <a:rPr sz="2000" spc="-30" dirty="0">
                <a:solidFill>
                  <a:srgbClr val="282833"/>
                </a:solidFill>
                <a:latin typeface="Arial"/>
                <a:cs typeface="Arial"/>
              </a:rPr>
              <a:t> </a:t>
            </a:r>
            <a:r>
              <a:rPr sz="2000" dirty="0">
                <a:solidFill>
                  <a:srgbClr val="282833"/>
                </a:solidFill>
                <a:latin typeface="Arial"/>
                <a:cs typeface="Arial"/>
              </a:rPr>
              <a:t>as</a:t>
            </a:r>
            <a:r>
              <a:rPr sz="2000" spc="-30" dirty="0">
                <a:solidFill>
                  <a:srgbClr val="282833"/>
                </a:solidFill>
                <a:latin typeface="Arial"/>
                <a:cs typeface="Arial"/>
              </a:rPr>
              <a:t> </a:t>
            </a:r>
            <a:r>
              <a:rPr sz="2000" dirty="0">
                <a:solidFill>
                  <a:srgbClr val="282833"/>
                </a:solidFill>
                <a:latin typeface="Arial"/>
                <a:cs typeface="Arial"/>
              </a:rPr>
              <a:t>code</a:t>
            </a:r>
            <a:r>
              <a:rPr sz="2000" spc="-30" dirty="0">
                <a:solidFill>
                  <a:srgbClr val="282833"/>
                </a:solidFill>
                <a:latin typeface="Arial"/>
                <a:cs typeface="Arial"/>
              </a:rPr>
              <a:t> </a:t>
            </a:r>
            <a:r>
              <a:rPr sz="2000" dirty="0">
                <a:solidFill>
                  <a:srgbClr val="282833"/>
                </a:solidFill>
                <a:latin typeface="Arial"/>
                <a:cs typeface="Arial"/>
              </a:rPr>
              <a:t>to</a:t>
            </a:r>
            <a:r>
              <a:rPr sz="2000" spc="-30" dirty="0">
                <a:solidFill>
                  <a:srgbClr val="282833"/>
                </a:solidFill>
                <a:latin typeface="Arial"/>
                <a:cs typeface="Arial"/>
              </a:rPr>
              <a:t> </a:t>
            </a:r>
            <a:r>
              <a:rPr sz="2000" dirty="0">
                <a:solidFill>
                  <a:srgbClr val="282833"/>
                </a:solidFill>
                <a:latin typeface="Arial"/>
                <a:cs typeface="Arial"/>
              </a:rPr>
              <a:t>record</a:t>
            </a:r>
            <a:r>
              <a:rPr sz="2000" spc="-15" dirty="0">
                <a:solidFill>
                  <a:srgbClr val="282833"/>
                </a:solidFill>
                <a:latin typeface="Arial"/>
                <a:cs typeface="Arial"/>
              </a:rPr>
              <a:t> </a:t>
            </a:r>
            <a:r>
              <a:rPr sz="2000" dirty="0">
                <a:solidFill>
                  <a:srgbClr val="282833"/>
                </a:solidFill>
                <a:latin typeface="Arial"/>
                <a:cs typeface="Arial"/>
              </a:rPr>
              <a:t>transactions</a:t>
            </a:r>
            <a:r>
              <a:rPr sz="2000" spc="-30" dirty="0">
                <a:solidFill>
                  <a:srgbClr val="282833"/>
                </a:solidFill>
                <a:latin typeface="Arial"/>
                <a:cs typeface="Arial"/>
              </a:rPr>
              <a:t> </a:t>
            </a:r>
            <a:r>
              <a:rPr sz="2000" dirty="0">
                <a:solidFill>
                  <a:srgbClr val="282833"/>
                </a:solidFill>
                <a:latin typeface="Arial"/>
                <a:cs typeface="Arial"/>
              </a:rPr>
              <a:t>into</a:t>
            </a:r>
            <a:r>
              <a:rPr sz="2000" spc="-30" dirty="0">
                <a:solidFill>
                  <a:srgbClr val="282833"/>
                </a:solidFill>
                <a:latin typeface="Arial"/>
                <a:cs typeface="Arial"/>
              </a:rPr>
              <a:t> </a:t>
            </a:r>
            <a:r>
              <a:rPr sz="2000" dirty="0">
                <a:solidFill>
                  <a:srgbClr val="282833"/>
                </a:solidFill>
                <a:latin typeface="Arial"/>
                <a:cs typeface="Arial"/>
              </a:rPr>
              <a:t>the</a:t>
            </a:r>
            <a:r>
              <a:rPr sz="2000" spc="-25" dirty="0">
                <a:solidFill>
                  <a:srgbClr val="282833"/>
                </a:solidFill>
                <a:latin typeface="Arial"/>
                <a:cs typeface="Arial"/>
              </a:rPr>
              <a:t> </a:t>
            </a:r>
            <a:r>
              <a:rPr sz="2000" spc="-10" dirty="0">
                <a:solidFill>
                  <a:srgbClr val="282833"/>
                </a:solidFill>
                <a:latin typeface="Arial"/>
                <a:cs typeface="Arial"/>
              </a:rPr>
              <a:t>blockchain, </a:t>
            </a:r>
            <a:r>
              <a:rPr sz="2000" dirty="0">
                <a:solidFill>
                  <a:srgbClr val="282833"/>
                </a:solidFill>
                <a:latin typeface="Arial"/>
                <a:cs typeface="Arial"/>
              </a:rPr>
              <a:t>code</a:t>
            </a:r>
            <a:r>
              <a:rPr sz="2000" spc="-50" dirty="0">
                <a:solidFill>
                  <a:srgbClr val="282833"/>
                </a:solidFill>
                <a:latin typeface="Arial"/>
                <a:cs typeface="Arial"/>
              </a:rPr>
              <a:t> </a:t>
            </a:r>
            <a:r>
              <a:rPr sz="2000" dirty="0">
                <a:solidFill>
                  <a:srgbClr val="282833"/>
                </a:solidFill>
                <a:latin typeface="Arial"/>
                <a:cs typeface="Arial"/>
              </a:rPr>
              <a:t>will</a:t>
            </a:r>
            <a:r>
              <a:rPr sz="2000" spc="-60" dirty="0">
                <a:solidFill>
                  <a:srgbClr val="282833"/>
                </a:solidFill>
                <a:latin typeface="Arial"/>
                <a:cs typeface="Arial"/>
              </a:rPr>
              <a:t> </a:t>
            </a:r>
            <a:r>
              <a:rPr sz="2000" dirty="0">
                <a:solidFill>
                  <a:srgbClr val="282833"/>
                </a:solidFill>
                <a:latin typeface="Arial"/>
                <a:cs typeface="Arial"/>
              </a:rPr>
              <a:t>also</a:t>
            </a:r>
            <a:r>
              <a:rPr sz="2000" spc="-35" dirty="0">
                <a:solidFill>
                  <a:srgbClr val="282833"/>
                </a:solidFill>
                <a:latin typeface="Arial"/>
                <a:cs typeface="Arial"/>
              </a:rPr>
              <a:t> </a:t>
            </a:r>
            <a:r>
              <a:rPr sz="2000" dirty="0">
                <a:solidFill>
                  <a:srgbClr val="282833"/>
                </a:solidFill>
                <a:latin typeface="Arial"/>
                <a:cs typeface="Arial"/>
              </a:rPr>
              <a:t>be</a:t>
            </a:r>
            <a:r>
              <a:rPr sz="2000" spc="-40" dirty="0">
                <a:solidFill>
                  <a:srgbClr val="282833"/>
                </a:solidFill>
                <a:latin typeface="Arial"/>
                <a:cs typeface="Arial"/>
              </a:rPr>
              <a:t> </a:t>
            </a:r>
            <a:r>
              <a:rPr sz="2000" dirty="0">
                <a:solidFill>
                  <a:srgbClr val="282833"/>
                </a:solidFill>
                <a:latin typeface="Arial"/>
                <a:cs typeface="Arial"/>
              </a:rPr>
              <a:t>needed</a:t>
            </a:r>
            <a:r>
              <a:rPr sz="2000" spc="-40" dirty="0">
                <a:solidFill>
                  <a:srgbClr val="282833"/>
                </a:solidFill>
                <a:latin typeface="Arial"/>
                <a:cs typeface="Arial"/>
              </a:rPr>
              <a:t> </a:t>
            </a:r>
            <a:r>
              <a:rPr sz="2000" dirty="0">
                <a:solidFill>
                  <a:srgbClr val="282833"/>
                </a:solidFill>
                <a:latin typeface="Arial"/>
                <a:cs typeface="Arial"/>
              </a:rPr>
              <a:t>to</a:t>
            </a:r>
            <a:r>
              <a:rPr sz="2000" spc="-35" dirty="0">
                <a:solidFill>
                  <a:srgbClr val="282833"/>
                </a:solidFill>
                <a:latin typeface="Arial"/>
                <a:cs typeface="Arial"/>
              </a:rPr>
              <a:t> </a:t>
            </a:r>
            <a:r>
              <a:rPr sz="2000" dirty="0">
                <a:solidFill>
                  <a:srgbClr val="282833"/>
                </a:solidFill>
                <a:latin typeface="Arial"/>
                <a:cs typeface="Arial"/>
              </a:rPr>
              <a:t>view</a:t>
            </a:r>
            <a:r>
              <a:rPr sz="2000" spc="-40" dirty="0">
                <a:solidFill>
                  <a:srgbClr val="282833"/>
                </a:solidFill>
                <a:latin typeface="Arial"/>
                <a:cs typeface="Arial"/>
              </a:rPr>
              <a:t> </a:t>
            </a:r>
            <a:r>
              <a:rPr sz="2000" spc="-10" dirty="0">
                <a:solidFill>
                  <a:srgbClr val="282833"/>
                </a:solidFill>
                <a:latin typeface="Arial"/>
                <a:cs typeface="Arial"/>
              </a:rPr>
              <a:t>information</a:t>
            </a:r>
            <a:r>
              <a:rPr sz="2000" spc="-40" dirty="0">
                <a:solidFill>
                  <a:srgbClr val="282833"/>
                </a:solidFill>
                <a:latin typeface="Arial"/>
                <a:cs typeface="Arial"/>
              </a:rPr>
              <a:t> </a:t>
            </a:r>
            <a:r>
              <a:rPr sz="2000" dirty="0">
                <a:solidFill>
                  <a:srgbClr val="282833"/>
                </a:solidFill>
                <a:latin typeface="Arial"/>
                <a:cs typeface="Arial"/>
              </a:rPr>
              <a:t>found</a:t>
            </a:r>
            <a:r>
              <a:rPr sz="2000" spc="-40" dirty="0">
                <a:solidFill>
                  <a:srgbClr val="282833"/>
                </a:solidFill>
                <a:latin typeface="Arial"/>
                <a:cs typeface="Arial"/>
              </a:rPr>
              <a:t> </a:t>
            </a:r>
            <a:r>
              <a:rPr sz="2000" dirty="0">
                <a:solidFill>
                  <a:srgbClr val="282833"/>
                </a:solidFill>
                <a:latin typeface="Arial"/>
                <a:cs typeface="Arial"/>
              </a:rPr>
              <a:t>in</a:t>
            </a:r>
            <a:r>
              <a:rPr sz="2000" spc="-35" dirty="0">
                <a:solidFill>
                  <a:srgbClr val="282833"/>
                </a:solidFill>
                <a:latin typeface="Arial"/>
                <a:cs typeface="Arial"/>
              </a:rPr>
              <a:t> </a:t>
            </a:r>
            <a:r>
              <a:rPr sz="2000" spc="-25" dirty="0">
                <a:solidFill>
                  <a:srgbClr val="282833"/>
                </a:solidFill>
                <a:latin typeface="Arial"/>
                <a:cs typeface="Arial"/>
              </a:rPr>
              <a:t>the </a:t>
            </a:r>
            <a:r>
              <a:rPr sz="2000" spc="-10" dirty="0">
                <a:solidFill>
                  <a:srgbClr val="282833"/>
                </a:solidFill>
                <a:latin typeface="Arial"/>
                <a:cs typeface="Arial"/>
              </a:rPr>
              <a:t>blockchain.</a:t>
            </a:r>
            <a:endParaRPr lang="en-US" sz="2000" spc="-10" dirty="0">
              <a:solidFill>
                <a:srgbClr val="282833"/>
              </a:solidFill>
              <a:latin typeface="Arial"/>
              <a:cs typeface="Arial"/>
            </a:endParaRPr>
          </a:p>
          <a:p>
            <a:pPr marL="469900" marR="423545" lvl="1" indent="-182880" algn="just">
              <a:spcBef>
                <a:spcPts val="530"/>
              </a:spcBef>
              <a:buClr>
                <a:srgbClr val="93A299"/>
              </a:buClr>
              <a:buSzPct val="84090"/>
              <a:buFontTx/>
              <a:buChar char="•"/>
              <a:tabLst>
                <a:tab pos="469900" algn="l"/>
              </a:tabLst>
            </a:pPr>
            <a:r>
              <a:rPr lang="en-US" sz="2000" dirty="0">
                <a:solidFill>
                  <a:srgbClr val="282833"/>
                </a:solidFill>
                <a:latin typeface="Arial"/>
                <a:cs typeface="Arial"/>
              </a:rPr>
              <a:t>The</a:t>
            </a:r>
            <a:r>
              <a:rPr lang="en-US" sz="2000" spc="-45" dirty="0">
                <a:solidFill>
                  <a:srgbClr val="282833"/>
                </a:solidFill>
                <a:latin typeface="Arial"/>
                <a:cs typeface="Arial"/>
              </a:rPr>
              <a:t> </a:t>
            </a:r>
            <a:r>
              <a:rPr lang="en-US" sz="2000" dirty="0">
                <a:solidFill>
                  <a:srgbClr val="282833"/>
                </a:solidFill>
                <a:latin typeface="Arial"/>
                <a:cs typeface="Arial"/>
              </a:rPr>
              <a:t>retrieval</a:t>
            </a:r>
            <a:r>
              <a:rPr lang="en-US" sz="2000" spc="-45" dirty="0">
                <a:solidFill>
                  <a:srgbClr val="282833"/>
                </a:solidFill>
                <a:latin typeface="Arial"/>
                <a:cs typeface="Arial"/>
              </a:rPr>
              <a:t> </a:t>
            </a:r>
            <a:r>
              <a:rPr lang="en-US" sz="2000" dirty="0">
                <a:solidFill>
                  <a:srgbClr val="282833"/>
                </a:solidFill>
                <a:latin typeface="Arial"/>
                <a:cs typeface="Arial"/>
              </a:rPr>
              <a:t>processes</a:t>
            </a:r>
            <a:r>
              <a:rPr lang="en-US" sz="2000" spc="-55" dirty="0">
                <a:solidFill>
                  <a:srgbClr val="282833"/>
                </a:solidFill>
                <a:latin typeface="Arial"/>
                <a:cs typeface="Arial"/>
              </a:rPr>
              <a:t> </a:t>
            </a:r>
            <a:r>
              <a:rPr lang="en-US" sz="2000" dirty="0">
                <a:solidFill>
                  <a:srgbClr val="282833"/>
                </a:solidFill>
                <a:latin typeface="Arial"/>
                <a:cs typeface="Arial"/>
              </a:rPr>
              <a:t>will</a:t>
            </a:r>
            <a:r>
              <a:rPr lang="en-US" sz="2000" spc="-65" dirty="0">
                <a:solidFill>
                  <a:srgbClr val="282833"/>
                </a:solidFill>
                <a:latin typeface="Arial"/>
                <a:cs typeface="Arial"/>
              </a:rPr>
              <a:t> </a:t>
            </a:r>
            <a:r>
              <a:rPr lang="en-US" sz="2000" dirty="0">
                <a:solidFill>
                  <a:srgbClr val="282833"/>
                </a:solidFill>
                <a:latin typeface="Arial"/>
                <a:cs typeface="Arial"/>
              </a:rPr>
              <a:t>need</a:t>
            </a:r>
            <a:r>
              <a:rPr lang="en-US" sz="2000" spc="-45" dirty="0">
                <a:solidFill>
                  <a:srgbClr val="282833"/>
                </a:solidFill>
                <a:latin typeface="Arial"/>
                <a:cs typeface="Arial"/>
              </a:rPr>
              <a:t> </a:t>
            </a:r>
            <a:r>
              <a:rPr lang="en-US" sz="2000" dirty="0">
                <a:solidFill>
                  <a:srgbClr val="282833"/>
                </a:solidFill>
                <a:latin typeface="Arial"/>
                <a:cs typeface="Arial"/>
              </a:rPr>
              <a:t>to</a:t>
            </a:r>
            <a:r>
              <a:rPr lang="en-US" sz="2000" spc="-45" dirty="0">
                <a:solidFill>
                  <a:srgbClr val="282833"/>
                </a:solidFill>
                <a:latin typeface="Arial"/>
                <a:cs typeface="Arial"/>
              </a:rPr>
              <a:t> </a:t>
            </a:r>
            <a:r>
              <a:rPr lang="en-US" sz="2000" dirty="0">
                <a:solidFill>
                  <a:srgbClr val="282833"/>
                </a:solidFill>
                <a:latin typeface="Arial"/>
                <a:cs typeface="Arial"/>
              </a:rPr>
              <a:t>determine,</a:t>
            </a:r>
            <a:r>
              <a:rPr lang="en-US" sz="2000" spc="-45" dirty="0">
                <a:solidFill>
                  <a:srgbClr val="282833"/>
                </a:solidFill>
                <a:latin typeface="Arial"/>
                <a:cs typeface="Arial"/>
              </a:rPr>
              <a:t> </a:t>
            </a:r>
            <a:r>
              <a:rPr lang="en-US" sz="2000" dirty="0">
                <a:solidFill>
                  <a:srgbClr val="282833"/>
                </a:solidFill>
                <a:latin typeface="Arial"/>
                <a:cs typeface="Arial"/>
              </a:rPr>
              <a:t>following</a:t>
            </a:r>
            <a:r>
              <a:rPr lang="en-US" sz="2000" spc="-60" dirty="0">
                <a:solidFill>
                  <a:srgbClr val="282833"/>
                </a:solidFill>
                <a:latin typeface="Arial"/>
                <a:cs typeface="Arial"/>
              </a:rPr>
              <a:t> </a:t>
            </a:r>
            <a:r>
              <a:rPr lang="en-US" sz="2000" spc="-25" dirty="0">
                <a:solidFill>
                  <a:srgbClr val="282833"/>
                </a:solidFill>
                <a:latin typeface="Arial"/>
                <a:cs typeface="Arial"/>
              </a:rPr>
              <a:t>the </a:t>
            </a:r>
            <a:r>
              <a:rPr lang="en-US" sz="2000" dirty="0">
                <a:solidFill>
                  <a:srgbClr val="282833"/>
                </a:solidFill>
                <a:latin typeface="Arial"/>
                <a:cs typeface="Arial"/>
              </a:rPr>
              <a:t>rule</a:t>
            </a:r>
            <a:r>
              <a:rPr lang="en-US" sz="2000" spc="-40" dirty="0">
                <a:solidFill>
                  <a:srgbClr val="282833"/>
                </a:solidFill>
                <a:latin typeface="Arial"/>
                <a:cs typeface="Arial"/>
              </a:rPr>
              <a:t> </a:t>
            </a:r>
            <a:r>
              <a:rPr lang="en-US" sz="2000" dirty="0">
                <a:solidFill>
                  <a:srgbClr val="282833"/>
                </a:solidFill>
                <a:latin typeface="Arial"/>
                <a:cs typeface="Arial"/>
              </a:rPr>
              <a:t>sets,</a:t>
            </a:r>
            <a:r>
              <a:rPr lang="en-US" sz="2000" spc="-50" dirty="0">
                <a:solidFill>
                  <a:srgbClr val="282833"/>
                </a:solidFill>
                <a:latin typeface="Arial"/>
                <a:cs typeface="Arial"/>
              </a:rPr>
              <a:t> </a:t>
            </a:r>
            <a:r>
              <a:rPr lang="en-US" sz="2000" dirty="0">
                <a:solidFill>
                  <a:srgbClr val="282833"/>
                </a:solidFill>
                <a:latin typeface="Arial"/>
                <a:cs typeface="Arial"/>
              </a:rPr>
              <a:t>which</a:t>
            </a:r>
            <a:r>
              <a:rPr lang="en-US" sz="2000" spc="-55" dirty="0">
                <a:solidFill>
                  <a:srgbClr val="282833"/>
                </a:solidFill>
                <a:latin typeface="Arial"/>
                <a:cs typeface="Arial"/>
              </a:rPr>
              <a:t> </a:t>
            </a:r>
            <a:r>
              <a:rPr lang="en-US" sz="2000" dirty="0">
                <a:solidFill>
                  <a:srgbClr val="282833"/>
                </a:solidFill>
                <a:latin typeface="Arial"/>
                <a:cs typeface="Arial"/>
              </a:rPr>
              <a:t>data</a:t>
            </a:r>
            <a:r>
              <a:rPr lang="en-US" sz="2000" spc="-40" dirty="0">
                <a:solidFill>
                  <a:srgbClr val="282833"/>
                </a:solidFill>
                <a:latin typeface="Arial"/>
                <a:cs typeface="Arial"/>
              </a:rPr>
              <a:t> </a:t>
            </a:r>
            <a:r>
              <a:rPr lang="en-US" sz="2000" dirty="0">
                <a:solidFill>
                  <a:srgbClr val="282833"/>
                </a:solidFill>
                <a:latin typeface="Arial"/>
                <a:cs typeface="Arial"/>
              </a:rPr>
              <a:t>a</a:t>
            </a:r>
            <a:r>
              <a:rPr lang="en-US" sz="2000" spc="-40" dirty="0">
                <a:solidFill>
                  <a:srgbClr val="282833"/>
                </a:solidFill>
                <a:latin typeface="Arial"/>
                <a:cs typeface="Arial"/>
              </a:rPr>
              <a:t> </a:t>
            </a:r>
            <a:r>
              <a:rPr lang="en-US" sz="2000" dirty="0">
                <a:solidFill>
                  <a:srgbClr val="282833"/>
                </a:solidFill>
                <a:latin typeface="Arial"/>
                <a:cs typeface="Arial"/>
              </a:rPr>
              <a:t>particular</a:t>
            </a:r>
            <a:r>
              <a:rPr lang="en-US" sz="2000" spc="-40" dirty="0">
                <a:solidFill>
                  <a:srgbClr val="282833"/>
                </a:solidFill>
                <a:latin typeface="Arial"/>
                <a:cs typeface="Arial"/>
              </a:rPr>
              <a:t> </a:t>
            </a:r>
            <a:r>
              <a:rPr lang="en-US" sz="2000" dirty="0">
                <a:solidFill>
                  <a:srgbClr val="282833"/>
                </a:solidFill>
                <a:latin typeface="Arial"/>
                <a:cs typeface="Arial"/>
              </a:rPr>
              <a:t>network</a:t>
            </a:r>
            <a:r>
              <a:rPr lang="en-US" sz="2000" spc="-35" dirty="0">
                <a:solidFill>
                  <a:srgbClr val="282833"/>
                </a:solidFill>
                <a:latin typeface="Arial"/>
                <a:cs typeface="Arial"/>
              </a:rPr>
              <a:t> </a:t>
            </a:r>
            <a:r>
              <a:rPr lang="en-US" sz="2000" dirty="0">
                <a:solidFill>
                  <a:srgbClr val="282833"/>
                </a:solidFill>
                <a:latin typeface="Arial"/>
                <a:cs typeface="Arial"/>
              </a:rPr>
              <a:t>member</a:t>
            </a:r>
            <a:r>
              <a:rPr lang="en-US" sz="2000" spc="-40" dirty="0">
                <a:solidFill>
                  <a:srgbClr val="282833"/>
                </a:solidFill>
                <a:latin typeface="Arial"/>
                <a:cs typeface="Arial"/>
              </a:rPr>
              <a:t> </a:t>
            </a:r>
            <a:r>
              <a:rPr lang="en-US" sz="2000" dirty="0">
                <a:solidFill>
                  <a:srgbClr val="282833"/>
                </a:solidFill>
                <a:latin typeface="Arial"/>
                <a:cs typeface="Arial"/>
              </a:rPr>
              <a:t>is</a:t>
            </a:r>
            <a:r>
              <a:rPr lang="en-US" sz="2000" spc="-50" dirty="0">
                <a:solidFill>
                  <a:srgbClr val="282833"/>
                </a:solidFill>
                <a:latin typeface="Arial"/>
                <a:cs typeface="Arial"/>
              </a:rPr>
              <a:t> </a:t>
            </a:r>
            <a:r>
              <a:rPr lang="en-US" sz="2000" spc="-10" dirty="0">
                <a:solidFill>
                  <a:srgbClr val="282833"/>
                </a:solidFill>
                <a:latin typeface="Arial"/>
                <a:cs typeface="Arial"/>
              </a:rPr>
              <a:t>allowed </a:t>
            </a:r>
            <a:r>
              <a:rPr lang="en-US" sz="2000" dirty="0">
                <a:solidFill>
                  <a:srgbClr val="282833"/>
                </a:solidFill>
                <a:latin typeface="Arial"/>
                <a:cs typeface="Arial"/>
              </a:rPr>
              <a:t>to</a:t>
            </a:r>
            <a:r>
              <a:rPr lang="en-US" sz="2000" spc="-20" dirty="0">
                <a:solidFill>
                  <a:srgbClr val="282833"/>
                </a:solidFill>
                <a:latin typeface="Arial"/>
                <a:cs typeface="Arial"/>
              </a:rPr>
              <a:t> view.</a:t>
            </a:r>
            <a:endParaRPr lang="en-US" sz="2000" dirty="0">
              <a:latin typeface="Arial"/>
              <a:cs typeface="Arial"/>
            </a:endParaRPr>
          </a:p>
          <a:p>
            <a:pPr marL="469900" marR="423545" lvl="1" indent="-182880">
              <a:spcBef>
                <a:spcPts val="530"/>
              </a:spcBef>
              <a:buClr>
                <a:srgbClr val="93A299"/>
              </a:buClr>
              <a:buSzPct val="84090"/>
              <a:buChar char="•"/>
              <a:tabLst>
                <a:tab pos="469900" algn="l"/>
              </a:tabLst>
            </a:pPr>
            <a:endParaRPr sz="20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1" y="696723"/>
            <a:ext cx="7475855" cy="635635"/>
          </a:xfrm>
          <a:prstGeom prst="rect">
            <a:avLst/>
          </a:prstGeom>
        </p:spPr>
        <p:txBody>
          <a:bodyPr vert="horz" wrap="square" lIns="0" tIns="12700" rIns="0" bIns="0" rtlCol="0">
            <a:spAutoFit/>
          </a:bodyPr>
          <a:lstStyle/>
          <a:p>
            <a:pPr marL="12700">
              <a:spcBef>
                <a:spcPts val="100"/>
              </a:spcBef>
            </a:pPr>
            <a:r>
              <a:rPr spc="-105" dirty="0"/>
              <a:t>Functional</a:t>
            </a:r>
            <a:endParaRPr spc="-85" dirty="0"/>
          </a:p>
        </p:txBody>
      </p:sp>
      <p:sp>
        <p:nvSpPr>
          <p:cNvPr id="3" name="object 3"/>
          <p:cNvSpPr txBox="1"/>
          <p:nvPr/>
        </p:nvSpPr>
        <p:spPr>
          <a:xfrm>
            <a:off x="2046224" y="1401569"/>
            <a:ext cx="8036559" cy="3695884"/>
          </a:xfrm>
          <a:prstGeom prst="rect">
            <a:avLst/>
          </a:prstGeom>
        </p:spPr>
        <p:txBody>
          <a:bodyPr vert="horz" wrap="square" lIns="0" tIns="86360" rIns="0" bIns="0" rtlCol="0">
            <a:spAutoFit/>
          </a:bodyPr>
          <a:lstStyle/>
          <a:p>
            <a:pPr marL="194310" indent="-181610" algn="just">
              <a:spcBef>
                <a:spcPts val="570"/>
              </a:spcBef>
              <a:buClr>
                <a:srgbClr val="93A299"/>
              </a:buClr>
              <a:buSzPct val="83333"/>
              <a:buChar char="•"/>
              <a:tabLst>
                <a:tab pos="194310" algn="l"/>
              </a:tabLst>
            </a:pPr>
            <a:r>
              <a:rPr sz="2400" b="1" dirty="0">
                <a:solidFill>
                  <a:srgbClr val="282833"/>
                </a:solidFill>
                <a:latin typeface="Arial"/>
                <a:cs typeface="Arial"/>
              </a:rPr>
              <a:t>Property</a:t>
            </a:r>
            <a:r>
              <a:rPr sz="2400" b="1" spc="-120" dirty="0">
                <a:solidFill>
                  <a:srgbClr val="282833"/>
                </a:solidFill>
                <a:latin typeface="Arial"/>
                <a:cs typeface="Arial"/>
              </a:rPr>
              <a:t> </a:t>
            </a:r>
            <a:r>
              <a:rPr sz="2400" b="1" spc="-10" dirty="0">
                <a:solidFill>
                  <a:srgbClr val="282833"/>
                </a:solidFill>
                <a:latin typeface="Arial"/>
                <a:cs typeface="Arial"/>
              </a:rPr>
              <a:t>Management</a:t>
            </a:r>
            <a:endParaRPr sz="2400" b="1" dirty="0">
              <a:latin typeface="Arial"/>
              <a:cs typeface="Arial"/>
            </a:endParaRPr>
          </a:p>
          <a:p>
            <a:pPr marL="469900" marR="154940" lvl="1" indent="-182880">
              <a:spcBef>
                <a:spcPts val="535"/>
              </a:spcBef>
              <a:buClr>
                <a:srgbClr val="93A299"/>
              </a:buClr>
              <a:buSzPct val="84090"/>
              <a:buChar char="•"/>
              <a:tabLst>
                <a:tab pos="469900" algn="l"/>
              </a:tabLst>
            </a:pPr>
            <a:r>
              <a:rPr sz="2200" dirty="0">
                <a:solidFill>
                  <a:srgbClr val="282833"/>
                </a:solidFill>
                <a:latin typeface="Arial"/>
                <a:cs typeface="Arial"/>
              </a:rPr>
              <a:t>Blockchains</a:t>
            </a:r>
            <a:r>
              <a:rPr sz="2200" spc="-60" dirty="0">
                <a:solidFill>
                  <a:srgbClr val="282833"/>
                </a:solidFill>
                <a:latin typeface="Arial"/>
                <a:cs typeface="Arial"/>
              </a:rPr>
              <a:t> </a:t>
            </a:r>
            <a:r>
              <a:rPr sz="2200" dirty="0">
                <a:solidFill>
                  <a:srgbClr val="282833"/>
                </a:solidFill>
                <a:latin typeface="Arial"/>
                <a:cs typeface="Arial"/>
              </a:rPr>
              <a:t>may</a:t>
            </a:r>
            <a:r>
              <a:rPr sz="2200" spc="-45" dirty="0">
                <a:solidFill>
                  <a:srgbClr val="282833"/>
                </a:solidFill>
                <a:latin typeface="Arial"/>
                <a:cs typeface="Arial"/>
              </a:rPr>
              <a:t> </a:t>
            </a:r>
            <a:r>
              <a:rPr sz="2200" dirty="0">
                <a:solidFill>
                  <a:srgbClr val="282833"/>
                </a:solidFill>
                <a:latin typeface="Arial"/>
                <a:cs typeface="Arial"/>
              </a:rPr>
              <a:t>record</a:t>
            </a:r>
            <a:r>
              <a:rPr sz="2200" spc="-30" dirty="0">
                <a:solidFill>
                  <a:srgbClr val="282833"/>
                </a:solidFill>
                <a:latin typeface="Arial"/>
                <a:cs typeface="Arial"/>
              </a:rPr>
              <a:t> </a:t>
            </a:r>
            <a:r>
              <a:rPr sz="2200" dirty="0">
                <a:solidFill>
                  <a:srgbClr val="282833"/>
                </a:solidFill>
                <a:latin typeface="Arial"/>
                <a:cs typeface="Arial"/>
              </a:rPr>
              <a:t>property</a:t>
            </a:r>
            <a:r>
              <a:rPr sz="2200" spc="-30" dirty="0">
                <a:solidFill>
                  <a:srgbClr val="282833"/>
                </a:solidFill>
                <a:latin typeface="Arial"/>
                <a:cs typeface="Arial"/>
              </a:rPr>
              <a:t> </a:t>
            </a:r>
            <a:r>
              <a:rPr sz="2200" dirty="0">
                <a:solidFill>
                  <a:srgbClr val="282833"/>
                </a:solidFill>
                <a:latin typeface="Arial"/>
                <a:cs typeface="Arial"/>
              </a:rPr>
              <a:t>that</a:t>
            </a:r>
            <a:r>
              <a:rPr sz="2200" spc="-40" dirty="0">
                <a:solidFill>
                  <a:srgbClr val="282833"/>
                </a:solidFill>
                <a:latin typeface="Arial"/>
                <a:cs typeface="Arial"/>
              </a:rPr>
              <a:t> </a:t>
            </a:r>
            <a:r>
              <a:rPr sz="2200" dirty="0">
                <a:solidFill>
                  <a:srgbClr val="282833"/>
                </a:solidFill>
                <a:latin typeface="Arial"/>
                <a:cs typeface="Arial"/>
              </a:rPr>
              <a:t>members</a:t>
            </a:r>
            <a:r>
              <a:rPr sz="2200" spc="-40" dirty="0">
                <a:solidFill>
                  <a:srgbClr val="282833"/>
                </a:solidFill>
                <a:latin typeface="Arial"/>
                <a:cs typeface="Arial"/>
              </a:rPr>
              <a:t> </a:t>
            </a:r>
            <a:r>
              <a:rPr sz="2200" dirty="0">
                <a:solidFill>
                  <a:srgbClr val="282833"/>
                </a:solidFill>
                <a:latin typeface="Arial"/>
                <a:cs typeface="Arial"/>
              </a:rPr>
              <a:t>have</a:t>
            </a:r>
            <a:r>
              <a:rPr sz="2200" spc="-45" dirty="0">
                <a:solidFill>
                  <a:srgbClr val="282833"/>
                </a:solidFill>
                <a:latin typeface="Arial"/>
                <a:cs typeface="Arial"/>
              </a:rPr>
              <a:t> </a:t>
            </a:r>
            <a:r>
              <a:rPr sz="2200" dirty="0">
                <a:solidFill>
                  <a:srgbClr val="282833"/>
                </a:solidFill>
                <a:latin typeface="Arial"/>
                <a:cs typeface="Arial"/>
              </a:rPr>
              <a:t>a</a:t>
            </a:r>
            <a:r>
              <a:rPr sz="2200" spc="-40" dirty="0">
                <a:solidFill>
                  <a:srgbClr val="282833"/>
                </a:solidFill>
                <a:latin typeface="Arial"/>
                <a:cs typeface="Arial"/>
              </a:rPr>
              <a:t> </a:t>
            </a:r>
            <a:r>
              <a:rPr sz="2200" spc="-10" dirty="0">
                <a:solidFill>
                  <a:srgbClr val="282833"/>
                </a:solidFill>
                <a:latin typeface="Arial"/>
                <a:cs typeface="Arial"/>
              </a:rPr>
              <a:t>right </a:t>
            </a:r>
            <a:r>
              <a:rPr sz="2200" dirty="0">
                <a:solidFill>
                  <a:srgbClr val="282833"/>
                </a:solidFill>
                <a:latin typeface="Arial"/>
                <a:cs typeface="Arial"/>
              </a:rPr>
              <a:t>to</a:t>
            </a:r>
            <a:r>
              <a:rPr sz="2200" spc="-35" dirty="0">
                <a:solidFill>
                  <a:srgbClr val="282833"/>
                </a:solidFill>
                <a:latin typeface="Arial"/>
                <a:cs typeface="Arial"/>
              </a:rPr>
              <a:t> </a:t>
            </a:r>
            <a:r>
              <a:rPr sz="2200" dirty="0">
                <a:solidFill>
                  <a:srgbClr val="282833"/>
                </a:solidFill>
                <a:latin typeface="Arial"/>
                <a:cs typeface="Arial"/>
              </a:rPr>
              <a:t>or</a:t>
            </a:r>
            <a:r>
              <a:rPr sz="2200" spc="-20" dirty="0">
                <a:solidFill>
                  <a:srgbClr val="282833"/>
                </a:solidFill>
                <a:latin typeface="Arial"/>
                <a:cs typeface="Arial"/>
              </a:rPr>
              <a:t> </a:t>
            </a:r>
            <a:r>
              <a:rPr sz="2200" dirty="0">
                <a:solidFill>
                  <a:srgbClr val="282833"/>
                </a:solidFill>
                <a:latin typeface="Arial"/>
                <a:cs typeface="Arial"/>
              </a:rPr>
              <a:t>ownership</a:t>
            </a:r>
            <a:r>
              <a:rPr sz="2200" spc="-30" dirty="0">
                <a:solidFill>
                  <a:srgbClr val="282833"/>
                </a:solidFill>
                <a:latin typeface="Arial"/>
                <a:cs typeface="Arial"/>
              </a:rPr>
              <a:t> </a:t>
            </a:r>
            <a:r>
              <a:rPr sz="2200" dirty="0">
                <a:solidFill>
                  <a:srgbClr val="282833"/>
                </a:solidFill>
                <a:latin typeface="Arial"/>
                <a:cs typeface="Arial"/>
              </a:rPr>
              <a:t>of,</a:t>
            </a:r>
            <a:r>
              <a:rPr sz="2200" spc="-30" dirty="0">
                <a:solidFill>
                  <a:srgbClr val="282833"/>
                </a:solidFill>
                <a:latin typeface="Arial"/>
                <a:cs typeface="Arial"/>
              </a:rPr>
              <a:t> </a:t>
            </a:r>
            <a:r>
              <a:rPr sz="2200" dirty="0">
                <a:solidFill>
                  <a:srgbClr val="282833"/>
                </a:solidFill>
                <a:latin typeface="Arial"/>
                <a:cs typeface="Arial"/>
              </a:rPr>
              <a:t>such</a:t>
            </a:r>
            <a:r>
              <a:rPr sz="2200" spc="-30" dirty="0">
                <a:solidFill>
                  <a:srgbClr val="282833"/>
                </a:solidFill>
                <a:latin typeface="Arial"/>
                <a:cs typeface="Arial"/>
              </a:rPr>
              <a:t> </a:t>
            </a:r>
            <a:r>
              <a:rPr sz="2200" dirty="0">
                <a:solidFill>
                  <a:srgbClr val="282833"/>
                </a:solidFill>
                <a:latin typeface="Arial"/>
                <a:cs typeface="Arial"/>
              </a:rPr>
              <a:t>as</a:t>
            </a:r>
            <a:r>
              <a:rPr sz="2200" spc="-35" dirty="0">
                <a:solidFill>
                  <a:srgbClr val="282833"/>
                </a:solidFill>
                <a:latin typeface="Arial"/>
                <a:cs typeface="Arial"/>
              </a:rPr>
              <a:t> </a:t>
            </a:r>
            <a:r>
              <a:rPr sz="2200" dirty="0">
                <a:solidFill>
                  <a:srgbClr val="282833"/>
                </a:solidFill>
                <a:latin typeface="Arial"/>
                <a:cs typeface="Arial"/>
              </a:rPr>
              <a:t>intellectual</a:t>
            </a:r>
            <a:r>
              <a:rPr sz="2200" spc="-50" dirty="0">
                <a:solidFill>
                  <a:srgbClr val="282833"/>
                </a:solidFill>
                <a:latin typeface="Arial"/>
                <a:cs typeface="Arial"/>
              </a:rPr>
              <a:t> </a:t>
            </a:r>
            <a:r>
              <a:rPr sz="2200" dirty="0">
                <a:solidFill>
                  <a:srgbClr val="282833"/>
                </a:solidFill>
                <a:latin typeface="Arial"/>
                <a:cs typeface="Arial"/>
              </a:rPr>
              <a:t>property</a:t>
            </a:r>
            <a:r>
              <a:rPr sz="2200" spc="-20" dirty="0">
                <a:solidFill>
                  <a:srgbClr val="282833"/>
                </a:solidFill>
                <a:latin typeface="Arial"/>
                <a:cs typeface="Arial"/>
              </a:rPr>
              <a:t> </a:t>
            </a:r>
            <a:r>
              <a:rPr sz="2200" dirty="0">
                <a:solidFill>
                  <a:srgbClr val="282833"/>
                </a:solidFill>
                <a:latin typeface="Arial"/>
                <a:cs typeface="Arial"/>
              </a:rPr>
              <a:t>or</a:t>
            </a:r>
            <a:r>
              <a:rPr sz="2200" spc="-30" dirty="0">
                <a:solidFill>
                  <a:srgbClr val="282833"/>
                </a:solidFill>
                <a:latin typeface="Arial"/>
                <a:cs typeface="Arial"/>
              </a:rPr>
              <a:t> </a:t>
            </a:r>
            <a:r>
              <a:rPr sz="2200" spc="-10" dirty="0">
                <a:solidFill>
                  <a:srgbClr val="282833"/>
                </a:solidFill>
                <a:latin typeface="Arial"/>
                <a:cs typeface="Arial"/>
              </a:rPr>
              <a:t>property </a:t>
            </a:r>
            <a:r>
              <a:rPr sz="2200" dirty="0">
                <a:solidFill>
                  <a:srgbClr val="282833"/>
                </a:solidFill>
                <a:latin typeface="Arial"/>
                <a:cs typeface="Arial"/>
              </a:rPr>
              <a:t>that</a:t>
            </a:r>
            <a:r>
              <a:rPr sz="2200" spc="-15" dirty="0">
                <a:solidFill>
                  <a:srgbClr val="282833"/>
                </a:solidFill>
                <a:latin typeface="Arial"/>
                <a:cs typeface="Arial"/>
              </a:rPr>
              <a:t> </a:t>
            </a:r>
            <a:r>
              <a:rPr sz="2200" dirty="0">
                <a:solidFill>
                  <a:srgbClr val="282833"/>
                </a:solidFill>
                <a:latin typeface="Arial"/>
                <a:cs typeface="Arial"/>
              </a:rPr>
              <a:t>exists</a:t>
            </a:r>
            <a:r>
              <a:rPr sz="2200" spc="-35" dirty="0">
                <a:solidFill>
                  <a:srgbClr val="282833"/>
                </a:solidFill>
                <a:latin typeface="Arial"/>
                <a:cs typeface="Arial"/>
              </a:rPr>
              <a:t> </a:t>
            </a:r>
            <a:r>
              <a:rPr sz="2200" dirty="0">
                <a:solidFill>
                  <a:srgbClr val="282833"/>
                </a:solidFill>
                <a:latin typeface="Arial"/>
                <a:cs typeface="Arial"/>
              </a:rPr>
              <a:t>physically</a:t>
            </a:r>
            <a:r>
              <a:rPr sz="2200" spc="-40" dirty="0">
                <a:solidFill>
                  <a:srgbClr val="282833"/>
                </a:solidFill>
                <a:latin typeface="Arial"/>
                <a:cs typeface="Arial"/>
              </a:rPr>
              <a:t> </a:t>
            </a:r>
            <a:r>
              <a:rPr sz="2200" dirty="0">
                <a:solidFill>
                  <a:srgbClr val="282833"/>
                </a:solidFill>
                <a:latin typeface="Arial"/>
                <a:cs typeface="Arial"/>
              </a:rPr>
              <a:t>in</a:t>
            </a:r>
            <a:r>
              <a:rPr sz="2200" spc="-20" dirty="0">
                <a:solidFill>
                  <a:srgbClr val="282833"/>
                </a:solidFill>
                <a:latin typeface="Arial"/>
                <a:cs typeface="Arial"/>
              </a:rPr>
              <a:t> </a:t>
            </a:r>
            <a:r>
              <a:rPr sz="2200" dirty="0">
                <a:solidFill>
                  <a:srgbClr val="282833"/>
                </a:solidFill>
                <a:latin typeface="Arial"/>
                <a:cs typeface="Arial"/>
              </a:rPr>
              <a:t>the</a:t>
            </a:r>
            <a:r>
              <a:rPr sz="2200" spc="-15" dirty="0">
                <a:solidFill>
                  <a:srgbClr val="282833"/>
                </a:solidFill>
                <a:latin typeface="Arial"/>
                <a:cs typeface="Arial"/>
              </a:rPr>
              <a:t> </a:t>
            </a:r>
            <a:r>
              <a:rPr sz="2200" dirty="0">
                <a:solidFill>
                  <a:srgbClr val="282833"/>
                </a:solidFill>
                <a:latin typeface="Arial"/>
                <a:cs typeface="Arial"/>
              </a:rPr>
              <a:t>real</a:t>
            </a:r>
            <a:r>
              <a:rPr sz="2200" spc="-15" dirty="0">
                <a:solidFill>
                  <a:srgbClr val="282833"/>
                </a:solidFill>
                <a:latin typeface="Arial"/>
                <a:cs typeface="Arial"/>
              </a:rPr>
              <a:t> </a:t>
            </a:r>
            <a:r>
              <a:rPr sz="2200" spc="-10" dirty="0">
                <a:solidFill>
                  <a:srgbClr val="282833"/>
                </a:solidFill>
                <a:latin typeface="Arial"/>
                <a:cs typeface="Arial"/>
              </a:rPr>
              <a:t>world.</a:t>
            </a:r>
            <a:endParaRPr sz="2200" dirty="0">
              <a:latin typeface="Arial"/>
              <a:cs typeface="Arial"/>
            </a:endParaRPr>
          </a:p>
          <a:p>
            <a:pPr marL="469900" marR="5080" lvl="1" indent="-182880">
              <a:spcBef>
                <a:spcPts val="530"/>
              </a:spcBef>
              <a:buClr>
                <a:srgbClr val="93A299"/>
              </a:buClr>
              <a:buSzPct val="84090"/>
              <a:buChar char="•"/>
              <a:tabLst>
                <a:tab pos="469900" algn="l"/>
              </a:tabLst>
            </a:pPr>
            <a:r>
              <a:rPr sz="2200" dirty="0">
                <a:solidFill>
                  <a:srgbClr val="282833"/>
                </a:solidFill>
                <a:latin typeface="Arial"/>
                <a:cs typeface="Arial"/>
              </a:rPr>
              <a:t>Protocols</a:t>
            </a:r>
            <a:r>
              <a:rPr sz="2200" spc="-55" dirty="0">
                <a:solidFill>
                  <a:srgbClr val="282833"/>
                </a:solidFill>
                <a:latin typeface="Arial"/>
                <a:cs typeface="Arial"/>
              </a:rPr>
              <a:t> </a:t>
            </a:r>
            <a:r>
              <a:rPr sz="2200" dirty="0">
                <a:solidFill>
                  <a:srgbClr val="282833"/>
                </a:solidFill>
                <a:latin typeface="Arial"/>
                <a:cs typeface="Arial"/>
              </a:rPr>
              <a:t>and/or</a:t>
            </a:r>
            <a:r>
              <a:rPr sz="2200" spc="-25" dirty="0">
                <a:solidFill>
                  <a:srgbClr val="282833"/>
                </a:solidFill>
                <a:latin typeface="Arial"/>
                <a:cs typeface="Arial"/>
              </a:rPr>
              <a:t> </a:t>
            </a:r>
            <a:r>
              <a:rPr sz="2200" dirty="0">
                <a:solidFill>
                  <a:srgbClr val="282833"/>
                </a:solidFill>
                <a:latin typeface="Arial"/>
                <a:cs typeface="Arial"/>
              </a:rPr>
              <a:t>processes</a:t>
            </a:r>
            <a:r>
              <a:rPr sz="2200" spc="-40" dirty="0">
                <a:solidFill>
                  <a:srgbClr val="282833"/>
                </a:solidFill>
                <a:latin typeface="Arial"/>
                <a:cs typeface="Arial"/>
              </a:rPr>
              <a:t> </a:t>
            </a:r>
            <a:r>
              <a:rPr sz="2200" dirty="0">
                <a:solidFill>
                  <a:srgbClr val="282833"/>
                </a:solidFill>
                <a:latin typeface="Arial"/>
                <a:cs typeface="Arial"/>
              </a:rPr>
              <a:t>are</a:t>
            </a:r>
            <a:r>
              <a:rPr sz="2200" spc="-35" dirty="0">
                <a:solidFill>
                  <a:srgbClr val="282833"/>
                </a:solidFill>
                <a:latin typeface="Arial"/>
                <a:cs typeface="Arial"/>
              </a:rPr>
              <a:t> </a:t>
            </a:r>
            <a:r>
              <a:rPr sz="2200" dirty="0">
                <a:solidFill>
                  <a:srgbClr val="282833"/>
                </a:solidFill>
                <a:latin typeface="Arial"/>
                <a:cs typeface="Arial"/>
              </a:rPr>
              <a:t>required</a:t>
            </a:r>
            <a:r>
              <a:rPr sz="2200" spc="-30" dirty="0">
                <a:solidFill>
                  <a:srgbClr val="282833"/>
                </a:solidFill>
                <a:latin typeface="Arial"/>
                <a:cs typeface="Arial"/>
              </a:rPr>
              <a:t> </a:t>
            </a:r>
            <a:r>
              <a:rPr sz="2200" dirty="0">
                <a:solidFill>
                  <a:srgbClr val="282833"/>
                </a:solidFill>
                <a:latin typeface="Arial"/>
                <a:cs typeface="Arial"/>
              </a:rPr>
              <a:t>to</a:t>
            </a:r>
            <a:r>
              <a:rPr sz="2200" spc="-35" dirty="0">
                <a:solidFill>
                  <a:srgbClr val="282833"/>
                </a:solidFill>
                <a:latin typeface="Arial"/>
                <a:cs typeface="Arial"/>
              </a:rPr>
              <a:t> </a:t>
            </a:r>
            <a:r>
              <a:rPr sz="2200" dirty="0">
                <a:solidFill>
                  <a:srgbClr val="282833"/>
                </a:solidFill>
                <a:latin typeface="Arial"/>
                <a:cs typeface="Arial"/>
              </a:rPr>
              <a:t>be</a:t>
            </a:r>
            <a:r>
              <a:rPr sz="2200" spc="-40" dirty="0">
                <a:solidFill>
                  <a:srgbClr val="282833"/>
                </a:solidFill>
                <a:latin typeface="Arial"/>
                <a:cs typeface="Arial"/>
              </a:rPr>
              <a:t> </a:t>
            </a:r>
            <a:r>
              <a:rPr sz="2200" dirty="0">
                <a:solidFill>
                  <a:srgbClr val="282833"/>
                </a:solidFill>
                <a:latin typeface="Arial"/>
                <a:cs typeface="Arial"/>
              </a:rPr>
              <a:t>able</a:t>
            </a:r>
            <a:r>
              <a:rPr sz="2200" spc="-35" dirty="0">
                <a:solidFill>
                  <a:srgbClr val="282833"/>
                </a:solidFill>
                <a:latin typeface="Arial"/>
                <a:cs typeface="Arial"/>
              </a:rPr>
              <a:t> </a:t>
            </a:r>
            <a:r>
              <a:rPr sz="2200" dirty="0">
                <a:solidFill>
                  <a:srgbClr val="282833"/>
                </a:solidFill>
                <a:latin typeface="Arial"/>
                <a:cs typeface="Arial"/>
              </a:rPr>
              <a:t>to</a:t>
            </a:r>
            <a:r>
              <a:rPr sz="2200" spc="-40" dirty="0">
                <a:solidFill>
                  <a:srgbClr val="282833"/>
                </a:solidFill>
                <a:latin typeface="Arial"/>
                <a:cs typeface="Arial"/>
              </a:rPr>
              <a:t> </a:t>
            </a:r>
            <a:r>
              <a:rPr sz="2200" spc="-10" dirty="0">
                <a:solidFill>
                  <a:srgbClr val="282833"/>
                </a:solidFill>
                <a:latin typeface="Arial"/>
                <a:cs typeface="Arial"/>
              </a:rPr>
              <a:t>verify </a:t>
            </a:r>
            <a:r>
              <a:rPr sz="2200" dirty="0">
                <a:solidFill>
                  <a:srgbClr val="282833"/>
                </a:solidFill>
                <a:latin typeface="Arial"/>
                <a:cs typeface="Arial"/>
              </a:rPr>
              <a:t>that</a:t>
            </a:r>
            <a:r>
              <a:rPr sz="2200" spc="-50" dirty="0">
                <a:solidFill>
                  <a:srgbClr val="282833"/>
                </a:solidFill>
                <a:latin typeface="Arial"/>
                <a:cs typeface="Arial"/>
              </a:rPr>
              <a:t> </a:t>
            </a:r>
            <a:r>
              <a:rPr sz="2200" dirty="0">
                <a:solidFill>
                  <a:srgbClr val="282833"/>
                </a:solidFill>
                <a:latin typeface="Arial"/>
                <a:cs typeface="Arial"/>
              </a:rPr>
              <a:t>what</a:t>
            </a:r>
            <a:r>
              <a:rPr sz="2200" spc="-45" dirty="0">
                <a:solidFill>
                  <a:srgbClr val="282833"/>
                </a:solidFill>
                <a:latin typeface="Arial"/>
                <a:cs typeface="Arial"/>
              </a:rPr>
              <a:t> </a:t>
            </a:r>
            <a:r>
              <a:rPr sz="2200" dirty="0">
                <a:solidFill>
                  <a:srgbClr val="282833"/>
                </a:solidFill>
                <a:latin typeface="Arial"/>
                <a:cs typeface="Arial"/>
              </a:rPr>
              <a:t>is</a:t>
            </a:r>
            <a:r>
              <a:rPr sz="2200" spc="-60" dirty="0">
                <a:solidFill>
                  <a:srgbClr val="282833"/>
                </a:solidFill>
                <a:latin typeface="Arial"/>
                <a:cs typeface="Arial"/>
              </a:rPr>
              <a:t> </a:t>
            </a:r>
            <a:r>
              <a:rPr sz="2200" dirty="0">
                <a:solidFill>
                  <a:srgbClr val="282833"/>
                </a:solidFill>
                <a:latin typeface="Arial"/>
                <a:cs typeface="Arial"/>
              </a:rPr>
              <a:t>recorded</a:t>
            </a:r>
            <a:r>
              <a:rPr sz="2200" spc="-40" dirty="0">
                <a:solidFill>
                  <a:srgbClr val="282833"/>
                </a:solidFill>
                <a:latin typeface="Arial"/>
                <a:cs typeface="Arial"/>
              </a:rPr>
              <a:t> </a:t>
            </a:r>
            <a:r>
              <a:rPr sz="2200" dirty="0">
                <a:solidFill>
                  <a:srgbClr val="282833"/>
                </a:solidFill>
                <a:latin typeface="Arial"/>
                <a:cs typeface="Arial"/>
              </a:rPr>
              <a:t>in</a:t>
            </a:r>
            <a:r>
              <a:rPr sz="2200" spc="-45" dirty="0">
                <a:solidFill>
                  <a:srgbClr val="282833"/>
                </a:solidFill>
                <a:latin typeface="Arial"/>
                <a:cs typeface="Arial"/>
              </a:rPr>
              <a:t> </a:t>
            </a:r>
            <a:r>
              <a:rPr sz="2200" dirty="0">
                <a:solidFill>
                  <a:srgbClr val="282833"/>
                </a:solidFill>
                <a:latin typeface="Arial"/>
                <a:cs typeface="Arial"/>
              </a:rPr>
              <a:t>the</a:t>
            </a:r>
            <a:r>
              <a:rPr sz="2200" spc="-50" dirty="0">
                <a:solidFill>
                  <a:srgbClr val="282833"/>
                </a:solidFill>
                <a:latin typeface="Arial"/>
                <a:cs typeface="Arial"/>
              </a:rPr>
              <a:t> </a:t>
            </a:r>
            <a:r>
              <a:rPr sz="2200" dirty="0">
                <a:solidFill>
                  <a:srgbClr val="282833"/>
                </a:solidFill>
                <a:latin typeface="Arial"/>
                <a:cs typeface="Arial"/>
              </a:rPr>
              <a:t>blockchain</a:t>
            </a:r>
            <a:r>
              <a:rPr sz="2200" spc="-60" dirty="0">
                <a:solidFill>
                  <a:srgbClr val="282833"/>
                </a:solidFill>
                <a:latin typeface="Arial"/>
                <a:cs typeface="Arial"/>
              </a:rPr>
              <a:t> </a:t>
            </a:r>
            <a:r>
              <a:rPr sz="2200" dirty="0">
                <a:solidFill>
                  <a:srgbClr val="282833"/>
                </a:solidFill>
                <a:latin typeface="Arial"/>
                <a:cs typeface="Arial"/>
              </a:rPr>
              <a:t>accurately</a:t>
            </a:r>
            <a:r>
              <a:rPr sz="2200" spc="-45" dirty="0">
                <a:solidFill>
                  <a:srgbClr val="282833"/>
                </a:solidFill>
                <a:latin typeface="Arial"/>
                <a:cs typeface="Arial"/>
              </a:rPr>
              <a:t> </a:t>
            </a:r>
            <a:r>
              <a:rPr sz="2200" dirty="0">
                <a:solidFill>
                  <a:srgbClr val="282833"/>
                </a:solidFill>
                <a:latin typeface="Arial"/>
                <a:cs typeface="Arial"/>
              </a:rPr>
              <a:t>reflects</a:t>
            </a:r>
            <a:r>
              <a:rPr sz="2200" spc="-50" dirty="0">
                <a:solidFill>
                  <a:srgbClr val="282833"/>
                </a:solidFill>
                <a:latin typeface="Arial"/>
                <a:cs typeface="Arial"/>
              </a:rPr>
              <a:t> </a:t>
            </a:r>
            <a:r>
              <a:rPr sz="2200" spc="-25" dirty="0">
                <a:solidFill>
                  <a:srgbClr val="282833"/>
                </a:solidFill>
                <a:latin typeface="Arial"/>
                <a:cs typeface="Arial"/>
              </a:rPr>
              <a:t>the </a:t>
            </a:r>
            <a:r>
              <a:rPr sz="2200" dirty="0">
                <a:solidFill>
                  <a:srgbClr val="282833"/>
                </a:solidFill>
                <a:latin typeface="Arial"/>
                <a:cs typeface="Arial"/>
              </a:rPr>
              <a:t>property</a:t>
            </a:r>
            <a:r>
              <a:rPr sz="2200" spc="-40" dirty="0">
                <a:solidFill>
                  <a:srgbClr val="282833"/>
                </a:solidFill>
                <a:latin typeface="Arial"/>
                <a:cs typeface="Arial"/>
              </a:rPr>
              <a:t> </a:t>
            </a:r>
            <a:r>
              <a:rPr sz="2200" dirty="0">
                <a:solidFill>
                  <a:srgbClr val="282833"/>
                </a:solidFill>
                <a:latin typeface="Arial"/>
                <a:cs typeface="Arial"/>
              </a:rPr>
              <a:t>in</a:t>
            </a:r>
            <a:r>
              <a:rPr sz="2200" spc="-40" dirty="0">
                <a:solidFill>
                  <a:srgbClr val="282833"/>
                </a:solidFill>
                <a:latin typeface="Arial"/>
                <a:cs typeface="Arial"/>
              </a:rPr>
              <a:t> </a:t>
            </a:r>
            <a:r>
              <a:rPr sz="2200" dirty="0">
                <a:solidFill>
                  <a:srgbClr val="282833"/>
                </a:solidFill>
                <a:latin typeface="Arial"/>
                <a:cs typeface="Arial"/>
              </a:rPr>
              <a:t>the</a:t>
            </a:r>
            <a:r>
              <a:rPr sz="2200" spc="-45" dirty="0">
                <a:solidFill>
                  <a:srgbClr val="282833"/>
                </a:solidFill>
                <a:latin typeface="Arial"/>
                <a:cs typeface="Arial"/>
              </a:rPr>
              <a:t> </a:t>
            </a:r>
            <a:r>
              <a:rPr sz="2200" dirty="0">
                <a:solidFill>
                  <a:srgbClr val="282833"/>
                </a:solidFill>
                <a:latin typeface="Arial"/>
                <a:cs typeface="Arial"/>
              </a:rPr>
              <a:t>real</a:t>
            </a:r>
            <a:r>
              <a:rPr sz="2200" spc="-45" dirty="0">
                <a:solidFill>
                  <a:srgbClr val="282833"/>
                </a:solidFill>
                <a:latin typeface="Arial"/>
                <a:cs typeface="Arial"/>
              </a:rPr>
              <a:t> </a:t>
            </a:r>
            <a:r>
              <a:rPr sz="2200" spc="-10" dirty="0">
                <a:solidFill>
                  <a:srgbClr val="282833"/>
                </a:solidFill>
                <a:latin typeface="Arial"/>
                <a:cs typeface="Arial"/>
              </a:rPr>
              <a:t>world.</a:t>
            </a:r>
            <a:endParaRPr sz="2200" dirty="0">
              <a:latin typeface="Arial"/>
              <a:cs typeface="Arial"/>
            </a:endParaRPr>
          </a:p>
          <a:p>
            <a:pPr marL="469900" marR="78740" lvl="1" indent="-182880">
              <a:spcBef>
                <a:spcPts val="525"/>
              </a:spcBef>
              <a:buClr>
                <a:srgbClr val="93A299"/>
              </a:buClr>
              <a:buSzPct val="84090"/>
              <a:buChar char="•"/>
              <a:tabLst>
                <a:tab pos="469900" algn="l"/>
              </a:tabLst>
            </a:pPr>
            <a:r>
              <a:rPr sz="2200" dirty="0">
                <a:solidFill>
                  <a:srgbClr val="282833"/>
                </a:solidFill>
                <a:latin typeface="Arial"/>
                <a:cs typeface="Arial"/>
              </a:rPr>
              <a:t>E.g.</a:t>
            </a:r>
            <a:r>
              <a:rPr sz="2200" spc="-30" dirty="0">
                <a:solidFill>
                  <a:srgbClr val="282833"/>
                </a:solidFill>
                <a:latin typeface="Arial"/>
                <a:cs typeface="Arial"/>
              </a:rPr>
              <a:t> </a:t>
            </a:r>
            <a:r>
              <a:rPr sz="2200" dirty="0">
                <a:solidFill>
                  <a:srgbClr val="282833"/>
                </a:solidFill>
                <a:latin typeface="Arial"/>
                <a:cs typeface="Arial"/>
              </a:rPr>
              <a:t>if</a:t>
            </a:r>
            <a:r>
              <a:rPr sz="2200" spc="-20" dirty="0">
                <a:solidFill>
                  <a:srgbClr val="282833"/>
                </a:solidFill>
                <a:latin typeface="Arial"/>
                <a:cs typeface="Arial"/>
              </a:rPr>
              <a:t> </a:t>
            </a:r>
            <a:r>
              <a:rPr sz="2200" dirty="0">
                <a:solidFill>
                  <a:srgbClr val="282833"/>
                </a:solidFill>
                <a:latin typeface="Arial"/>
                <a:cs typeface="Arial"/>
              </a:rPr>
              <a:t>the</a:t>
            </a:r>
            <a:r>
              <a:rPr sz="2200" spc="-25" dirty="0">
                <a:solidFill>
                  <a:srgbClr val="282833"/>
                </a:solidFill>
                <a:latin typeface="Arial"/>
                <a:cs typeface="Arial"/>
              </a:rPr>
              <a:t> </a:t>
            </a:r>
            <a:r>
              <a:rPr sz="2200" dirty="0">
                <a:solidFill>
                  <a:srgbClr val="282833"/>
                </a:solidFill>
                <a:latin typeface="Arial"/>
                <a:cs typeface="Arial"/>
              </a:rPr>
              <a:t>blockchain</a:t>
            </a:r>
            <a:r>
              <a:rPr sz="2200" spc="-35" dirty="0">
                <a:solidFill>
                  <a:srgbClr val="282833"/>
                </a:solidFill>
                <a:latin typeface="Arial"/>
                <a:cs typeface="Arial"/>
              </a:rPr>
              <a:t> </a:t>
            </a:r>
            <a:r>
              <a:rPr sz="2200" dirty="0">
                <a:solidFill>
                  <a:srgbClr val="282833"/>
                </a:solidFill>
                <a:latin typeface="Arial"/>
                <a:cs typeface="Arial"/>
              </a:rPr>
              <a:t>records</a:t>
            </a:r>
            <a:r>
              <a:rPr sz="2200" spc="-25" dirty="0">
                <a:solidFill>
                  <a:srgbClr val="282833"/>
                </a:solidFill>
                <a:latin typeface="Arial"/>
                <a:cs typeface="Arial"/>
              </a:rPr>
              <a:t> </a:t>
            </a:r>
            <a:r>
              <a:rPr sz="2200" dirty="0">
                <a:solidFill>
                  <a:srgbClr val="282833"/>
                </a:solidFill>
                <a:latin typeface="Arial"/>
                <a:cs typeface="Arial"/>
              </a:rPr>
              <a:t>that</a:t>
            </a:r>
            <a:r>
              <a:rPr sz="2200" spc="-20" dirty="0">
                <a:solidFill>
                  <a:srgbClr val="282833"/>
                </a:solidFill>
                <a:latin typeface="Arial"/>
                <a:cs typeface="Arial"/>
              </a:rPr>
              <a:t> </a:t>
            </a:r>
            <a:r>
              <a:rPr sz="2200" dirty="0">
                <a:solidFill>
                  <a:srgbClr val="282833"/>
                </a:solidFill>
                <a:latin typeface="Arial"/>
                <a:cs typeface="Arial"/>
              </a:rPr>
              <a:t>a</a:t>
            </a:r>
            <a:r>
              <a:rPr sz="2200" spc="-25" dirty="0">
                <a:solidFill>
                  <a:srgbClr val="282833"/>
                </a:solidFill>
                <a:latin typeface="Arial"/>
                <a:cs typeface="Arial"/>
              </a:rPr>
              <a:t> </a:t>
            </a:r>
            <a:r>
              <a:rPr sz="2200" dirty="0">
                <a:solidFill>
                  <a:srgbClr val="282833"/>
                </a:solidFill>
                <a:latin typeface="Arial"/>
                <a:cs typeface="Arial"/>
              </a:rPr>
              <a:t>box</a:t>
            </a:r>
            <a:r>
              <a:rPr sz="2200" spc="-20" dirty="0">
                <a:solidFill>
                  <a:srgbClr val="282833"/>
                </a:solidFill>
                <a:latin typeface="Arial"/>
                <a:cs typeface="Arial"/>
              </a:rPr>
              <a:t> </a:t>
            </a:r>
            <a:r>
              <a:rPr sz="2200" dirty="0">
                <a:solidFill>
                  <a:srgbClr val="282833"/>
                </a:solidFill>
                <a:latin typeface="Arial"/>
                <a:cs typeface="Arial"/>
              </a:rPr>
              <a:t>of</a:t>
            </a:r>
            <a:r>
              <a:rPr sz="2200" spc="-20" dirty="0">
                <a:solidFill>
                  <a:srgbClr val="282833"/>
                </a:solidFill>
                <a:latin typeface="Arial"/>
                <a:cs typeface="Arial"/>
              </a:rPr>
              <a:t> </a:t>
            </a:r>
            <a:r>
              <a:rPr sz="2200" dirty="0">
                <a:solidFill>
                  <a:srgbClr val="282833"/>
                </a:solidFill>
                <a:latin typeface="Arial"/>
                <a:cs typeface="Arial"/>
              </a:rPr>
              <a:t>baby</a:t>
            </a:r>
            <a:r>
              <a:rPr sz="2200" spc="-25" dirty="0">
                <a:solidFill>
                  <a:srgbClr val="282833"/>
                </a:solidFill>
                <a:latin typeface="Arial"/>
                <a:cs typeface="Arial"/>
              </a:rPr>
              <a:t> </a:t>
            </a:r>
            <a:r>
              <a:rPr sz="2200" dirty="0">
                <a:solidFill>
                  <a:srgbClr val="282833"/>
                </a:solidFill>
                <a:latin typeface="Arial"/>
                <a:cs typeface="Arial"/>
              </a:rPr>
              <a:t>formula</a:t>
            </a:r>
            <a:r>
              <a:rPr sz="2200" spc="-10" dirty="0">
                <a:solidFill>
                  <a:srgbClr val="282833"/>
                </a:solidFill>
                <a:latin typeface="Arial"/>
                <a:cs typeface="Arial"/>
              </a:rPr>
              <a:t> </a:t>
            </a:r>
            <a:r>
              <a:rPr sz="2200" spc="-25" dirty="0">
                <a:solidFill>
                  <a:srgbClr val="282833"/>
                </a:solidFill>
                <a:latin typeface="Arial"/>
                <a:cs typeface="Arial"/>
              </a:rPr>
              <a:t>was </a:t>
            </a:r>
            <a:r>
              <a:rPr sz="2200" dirty="0">
                <a:solidFill>
                  <a:srgbClr val="282833"/>
                </a:solidFill>
                <a:latin typeface="Arial"/>
                <a:cs typeface="Arial"/>
              </a:rPr>
              <a:t>manufactured,</a:t>
            </a:r>
            <a:r>
              <a:rPr sz="2200" spc="-40" dirty="0">
                <a:solidFill>
                  <a:srgbClr val="282833"/>
                </a:solidFill>
                <a:latin typeface="Arial"/>
                <a:cs typeface="Arial"/>
              </a:rPr>
              <a:t> </a:t>
            </a:r>
            <a:r>
              <a:rPr sz="2200" dirty="0">
                <a:solidFill>
                  <a:srgbClr val="282833"/>
                </a:solidFill>
                <a:latin typeface="Arial"/>
                <a:cs typeface="Arial"/>
              </a:rPr>
              <a:t>a</a:t>
            </a:r>
            <a:r>
              <a:rPr sz="2200" spc="-50" dirty="0">
                <a:solidFill>
                  <a:srgbClr val="282833"/>
                </a:solidFill>
                <a:latin typeface="Arial"/>
                <a:cs typeface="Arial"/>
              </a:rPr>
              <a:t> </a:t>
            </a:r>
            <a:r>
              <a:rPr sz="2200" dirty="0">
                <a:solidFill>
                  <a:srgbClr val="282833"/>
                </a:solidFill>
                <a:latin typeface="Arial"/>
                <a:cs typeface="Arial"/>
              </a:rPr>
              <a:t>physical</a:t>
            </a:r>
            <a:r>
              <a:rPr sz="2200" spc="-65" dirty="0">
                <a:solidFill>
                  <a:srgbClr val="282833"/>
                </a:solidFill>
                <a:latin typeface="Arial"/>
                <a:cs typeface="Arial"/>
              </a:rPr>
              <a:t> </a:t>
            </a:r>
            <a:r>
              <a:rPr sz="2200" dirty="0">
                <a:solidFill>
                  <a:srgbClr val="282833"/>
                </a:solidFill>
                <a:latin typeface="Arial"/>
                <a:cs typeface="Arial"/>
              </a:rPr>
              <a:t>audit</a:t>
            </a:r>
            <a:r>
              <a:rPr sz="2200" spc="-50" dirty="0">
                <a:solidFill>
                  <a:srgbClr val="282833"/>
                </a:solidFill>
                <a:latin typeface="Arial"/>
                <a:cs typeface="Arial"/>
              </a:rPr>
              <a:t> </a:t>
            </a:r>
            <a:r>
              <a:rPr sz="2200" dirty="0">
                <a:solidFill>
                  <a:srgbClr val="282833"/>
                </a:solidFill>
                <a:latin typeface="Arial"/>
                <a:cs typeface="Arial"/>
              </a:rPr>
              <a:t>may</a:t>
            </a:r>
            <a:r>
              <a:rPr sz="2200" spc="-50" dirty="0">
                <a:solidFill>
                  <a:srgbClr val="282833"/>
                </a:solidFill>
                <a:latin typeface="Arial"/>
                <a:cs typeface="Arial"/>
              </a:rPr>
              <a:t> </a:t>
            </a:r>
            <a:r>
              <a:rPr sz="2200" dirty="0">
                <a:solidFill>
                  <a:srgbClr val="282833"/>
                </a:solidFill>
                <a:latin typeface="Arial"/>
                <a:cs typeface="Arial"/>
              </a:rPr>
              <a:t>be</a:t>
            </a:r>
            <a:r>
              <a:rPr sz="2200" spc="-45" dirty="0">
                <a:solidFill>
                  <a:srgbClr val="282833"/>
                </a:solidFill>
                <a:latin typeface="Arial"/>
                <a:cs typeface="Arial"/>
              </a:rPr>
              <a:t> </a:t>
            </a:r>
            <a:r>
              <a:rPr sz="2200" dirty="0">
                <a:solidFill>
                  <a:srgbClr val="282833"/>
                </a:solidFill>
                <a:latin typeface="Arial"/>
                <a:cs typeface="Arial"/>
              </a:rPr>
              <a:t>needed</a:t>
            </a:r>
            <a:r>
              <a:rPr sz="2200" spc="-50" dirty="0">
                <a:solidFill>
                  <a:srgbClr val="282833"/>
                </a:solidFill>
                <a:latin typeface="Arial"/>
                <a:cs typeface="Arial"/>
              </a:rPr>
              <a:t> </a:t>
            </a:r>
            <a:r>
              <a:rPr sz="2200" dirty="0">
                <a:solidFill>
                  <a:srgbClr val="282833"/>
                </a:solidFill>
                <a:latin typeface="Arial"/>
                <a:cs typeface="Arial"/>
              </a:rPr>
              <a:t>to</a:t>
            </a:r>
            <a:r>
              <a:rPr sz="2200" spc="-50" dirty="0">
                <a:solidFill>
                  <a:srgbClr val="282833"/>
                </a:solidFill>
                <a:latin typeface="Arial"/>
                <a:cs typeface="Arial"/>
              </a:rPr>
              <a:t> </a:t>
            </a:r>
            <a:r>
              <a:rPr sz="2200" dirty="0">
                <a:solidFill>
                  <a:srgbClr val="282833"/>
                </a:solidFill>
                <a:latin typeface="Arial"/>
                <a:cs typeface="Arial"/>
              </a:rPr>
              <a:t>verify</a:t>
            </a:r>
            <a:r>
              <a:rPr sz="2200" spc="-45" dirty="0">
                <a:solidFill>
                  <a:srgbClr val="282833"/>
                </a:solidFill>
                <a:latin typeface="Arial"/>
                <a:cs typeface="Arial"/>
              </a:rPr>
              <a:t> </a:t>
            </a:r>
            <a:r>
              <a:rPr sz="2200" spc="-25" dirty="0">
                <a:solidFill>
                  <a:srgbClr val="282833"/>
                </a:solidFill>
                <a:latin typeface="Arial"/>
                <a:cs typeface="Arial"/>
              </a:rPr>
              <a:t>the </a:t>
            </a:r>
            <a:r>
              <a:rPr sz="2200" dirty="0">
                <a:solidFill>
                  <a:srgbClr val="282833"/>
                </a:solidFill>
                <a:latin typeface="Arial"/>
                <a:cs typeface="Arial"/>
              </a:rPr>
              <a:t>baby</a:t>
            </a:r>
            <a:r>
              <a:rPr sz="2200" spc="-65" dirty="0">
                <a:solidFill>
                  <a:srgbClr val="282833"/>
                </a:solidFill>
                <a:latin typeface="Arial"/>
                <a:cs typeface="Arial"/>
              </a:rPr>
              <a:t> </a:t>
            </a:r>
            <a:r>
              <a:rPr sz="2200" dirty="0">
                <a:solidFill>
                  <a:srgbClr val="282833"/>
                </a:solidFill>
                <a:latin typeface="Arial"/>
                <a:cs typeface="Arial"/>
              </a:rPr>
              <a:t>formula</a:t>
            </a:r>
            <a:r>
              <a:rPr sz="2200" spc="-55" dirty="0">
                <a:solidFill>
                  <a:srgbClr val="282833"/>
                </a:solidFill>
                <a:latin typeface="Arial"/>
                <a:cs typeface="Arial"/>
              </a:rPr>
              <a:t> </a:t>
            </a:r>
            <a:r>
              <a:rPr sz="2200" dirty="0">
                <a:solidFill>
                  <a:srgbClr val="282833"/>
                </a:solidFill>
                <a:latin typeface="Arial"/>
                <a:cs typeface="Arial"/>
              </a:rPr>
              <a:t>and</a:t>
            </a:r>
            <a:r>
              <a:rPr sz="2200" spc="-55" dirty="0">
                <a:solidFill>
                  <a:srgbClr val="282833"/>
                </a:solidFill>
                <a:latin typeface="Arial"/>
                <a:cs typeface="Arial"/>
              </a:rPr>
              <a:t> </a:t>
            </a:r>
            <a:r>
              <a:rPr sz="2200" dirty="0">
                <a:solidFill>
                  <a:srgbClr val="282833"/>
                </a:solidFill>
                <a:latin typeface="Arial"/>
                <a:cs typeface="Arial"/>
              </a:rPr>
              <a:t>has</a:t>
            </a:r>
            <a:r>
              <a:rPr sz="2200" spc="-65" dirty="0">
                <a:solidFill>
                  <a:srgbClr val="282833"/>
                </a:solidFill>
                <a:latin typeface="Arial"/>
                <a:cs typeface="Arial"/>
              </a:rPr>
              <a:t> </a:t>
            </a:r>
            <a:r>
              <a:rPr sz="2200" dirty="0">
                <a:solidFill>
                  <a:srgbClr val="282833"/>
                </a:solidFill>
                <a:latin typeface="Arial"/>
                <a:cs typeface="Arial"/>
              </a:rPr>
              <a:t>not</a:t>
            </a:r>
            <a:r>
              <a:rPr sz="2200" spc="-55" dirty="0">
                <a:solidFill>
                  <a:srgbClr val="282833"/>
                </a:solidFill>
                <a:latin typeface="Arial"/>
                <a:cs typeface="Arial"/>
              </a:rPr>
              <a:t> </a:t>
            </a:r>
            <a:r>
              <a:rPr sz="2200" dirty="0">
                <a:solidFill>
                  <a:srgbClr val="282833"/>
                </a:solidFill>
                <a:latin typeface="Arial"/>
                <a:cs typeface="Arial"/>
              </a:rPr>
              <a:t>been</a:t>
            </a:r>
            <a:r>
              <a:rPr sz="2200" spc="-55" dirty="0">
                <a:solidFill>
                  <a:srgbClr val="282833"/>
                </a:solidFill>
                <a:latin typeface="Arial"/>
                <a:cs typeface="Arial"/>
              </a:rPr>
              <a:t> </a:t>
            </a:r>
            <a:r>
              <a:rPr sz="2200" dirty="0">
                <a:solidFill>
                  <a:srgbClr val="282833"/>
                </a:solidFill>
                <a:latin typeface="Arial"/>
                <a:cs typeface="Arial"/>
              </a:rPr>
              <a:t>tampered</a:t>
            </a:r>
            <a:r>
              <a:rPr sz="2200" spc="-55" dirty="0">
                <a:solidFill>
                  <a:srgbClr val="282833"/>
                </a:solidFill>
                <a:latin typeface="Arial"/>
                <a:cs typeface="Arial"/>
              </a:rPr>
              <a:t> </a:t>
            </a:r>
            <a:r>
              <a:rPr sz="2200" spc="-10" dirty="0">
                <a:solidFill>
                  <a:srgbClr val="282833"/>
                </a:solidFill>
                <a:latin typeface="Arial"/>
                <a:cs typeface="Arial"/>
              </a:rPr>
              <a:t>with.</a:t>
            </a:r>
            <a:endParaRPr sz="22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2B7A817-950A-7855-3540-431BD4D08E76}"/>
              </a:ext>
            </a:extLst>
          </p:cNvPr>
          <p:cNvSpPr>
            <a:spLocks noGrp="1"/>
          </p:cNvSpPr>
          <p:nvPr>
            <p:ph type="title"/>
          </p:nvPr>
        </p:nvSpPr>
        <p:spPr/>
        <p:txBody>
          <a:bodyPr/>
          <a:lstStyle/>
          <a:p>
            <a:r>
              <a:rPr lang="en-US" spc="-105" dirty="0"/>
              <a:t>Functional – </a:t>
            </a:r>
            <a:r>
              <a:rPr lang="en-US" spc="-105" dirty="0" err="1"/>
              <a:t>VeChain</a:t>
            </a:r>
            <a:r>
              <a:rPr lang="en-US" spc="-105" dirty="0"/>
              <a:t> </a:t>
            </a:r>
            <a:endParaRPr lang="en-US" dirty="0"/>
          </a:p>
        </p:txBody>
      </p:sp>
      <p:sp>
        <p:nvSpPr>
          <p:cNvPr id="3" name="Chỗ dành sẵn cho Văn bản 2">
            <a:extLst>
              <a:ext uri="{FF2B5EF4-FFF2-40B4-BE49-F238E27FC236}">
                <a16:creationId xmlns:a16="http://schemas.microsoft.com/office/drawing/2014/main" id="{B26AE330-75DD-32A2-891C-7CA7EAFA9659}"/>
              </a:ext>
            </a:extLst>
          </p:cNvPr>
          <p:cNvSpPr>
            <a:spLocks noGrp="1"/>
          </p:cNvSpPr>
          <p:nvPr>
            <p:ph type="body" idx="1"/>
          </p:nvPr>
        </p:nvSpPr>
        <p:spPr>
          <a:xfrm>
            <a:off x="454560" y="1219203"/>
            <a:ext cx="11508840" cy="5816977"/>
          </a:xfrm>
        </p:spPr>
        <p:txBody>
          <a:bodyPr/>
          <a:lstStyle/>
          <a:p>
            <a:r>
              <a:rPr lang="en-US" sz="1800" b="1" dirty="0"/>
              <a:t>Membership Management</a:t>
            </a:r>
            <a:r>
              <a:rPr lang="en-US" sz="1800" dirty="0"/>
              <a:t>: </a:t>
            </a:r>
            <a:r>
              <a:rPr lang="en-US" sz="1800" dirty="0" err="1"/>
              <a:t>VeChain</a:t>
            </a:r>
            <a:r>
              <a:rPr lang="en-US" sz="1800" dirty="0"/>
              <a:t> may use a structured process to verify and authenticate the identities of network participants, such as businesses and end-users. This process could include specific criteria for joining the network and determining the roles of different participants.</a:t>
            </a:r>
          </a:p>
          <a:p>
            <a:r>
              <a:rPr lang="en-US" sz="1800" b="1" dirty="0"/>
              <a:t>Permission Management</a:t>
            </a:r>
            <a:r>
              <a:rPr lang="en-US" sz="1800" dirty="0"/>
              <a:t>: </a:t>
            </a:r>
            <a:r>
              <a:rPr lang="en-US" sz="1800" dirty="0" err="1"/>
              <a:t>VeChain</a:t>
            </a:r>
            <a:r>
              <a:rPr lang="en-US" sz="1800" dirty="0"/>
              <a:t> likely has a system to regulate who can initiate and verify transactions, and who has access to certain parts of the blockchain. This is crucial for maintaining a balance between transparency and privacy, especially for enterprise applications.</a:t>
            </a:r>
          </a:p>
          <a:p>
            <a:r>
              <a:rPr lang="en-US" sz="1800" b="1" dirty="0"/>
              <a:t>Transactional Processes</a:t>
            </a:r>
            <a:r>
              <a:rPr lang="en-US" sz="1800" dirty="0"/>
              <a:t>: </a:t>
            </a:r>
            <a:r>
              <a:rPr lang="en-US" sz="1800" dirty="0" err="1"/>
              <a:t>VeChain</a:t>
            </a:r>
            <a:r>
              <a:rPr lang="en-US" sz="1800" dirty="0"/>
              <a:t> probably uses smart contracts to automate transaction processes. This is especially vital for supply chain use cases, where contracts can be set to execute automatically when certain conditions are met.</a:t>
            </a:r>
          </a:p>
          <a:p>
            <a:r>
              <a:rPr lang="en-US" sz="1800" b="1" dirty="0"/>
              <a:t>Data Access Management</a:t>
            </a:r>
            <a:r>
              <a:rPr lang="en-US" sz="1800" dirty="0"/>
              <a:t>: In </a:t>
            </a:r>
            <a:r>
              <a:rPr lang="en-US" sz="1800" dirty="0" err="1"/>
              <a:t>VeChain</a:t>
            </a:r>
            <a:r>
              <a:rPr lang="en-US" sz="1800" dirty="0"/>
              <a:t>, there would be mechanisms to control who has access to which data stored on the blockchain. This ensures data security and integrity, allowing only authorized entities to access sensitive information.</a:t>
            </a:r>
          </a:p>
          <a:p>
            <a:r>
              <a:rPr lang="en-US" sz="1800" b="1" dirty="0"/>
              <a:t>Property Management</a:t>
            </a:r>
            <a:r>
              <a:rPr lang="en-US" sz="1800" dirty="0"/>
              <a:t>: </a:t>
            </a:r>
            <a:r>
              <a:rPr lang="en-US" sz="1800" dirty="0" err="1"/>
              <a:t>VeChain's</a:t>
            </a:r>
            <a:r>
              <a:rPr lang="en-US" sz="1800" dirty="0"/>
              <a:t> blockchain is likely used to manage the ownership and transfer of assets. This is particularly important in supply chain scenarios where the blockchain can be used to authenticate and track products throughout the supply chain</a:t>
            </a:r>
          </a:p>
          <a:p>
            <a:endParaRPr lang="en-US" sz="1800" dirty="0"/>
          </a:p>
          <a:p>
            <a:endParaRPr lang="en-US" sz="1800" dirty="0"/>
          </a:p>
        </p:txBody>
      </p:sp>
    </p:spTree>
    <p:extLst>
      <p:ext uri="{BB962C8B-B14F-4D97-AF65-F5344CB8AC3E}">
        <p14:creationId xmlns:p14="http://schemas.microsoft.com/office/powerpoint/2010/main" val="473129790"/>
      </p:ext>
    </p:extLst>
  </p:cSld>
  <p:clrMapOvr>
    <a:overrideClrMapping bg1="lt1" tx1="dk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677415" y="464312"/>
            <a:ext cx="8723630" cy="452755"/>
          </a:xfrm>
          <a:prstGeom prst="rect">
            <a:avLst/>
          </a:prstGeom>
        </p:spPr>
        <p:txBody>
          <a:bodyPr vert="horz" wrap="square" lIns="0" tIns="12700" rIns="0" bIns="0" rtlCol="0">
            <a:spAutoFit/>
          </a:bodyPr>
          <a:lstStyle/>
          <a:p>
            <a:pPr marL="12700">
              <a:spcBef>
                <a:spcPts val="100"/>
              </a:spcBef>
            </a:pPr>
            <a:r>
              <a:rPr sz="2800" spc="-114" dirty="0"/>
              <a:t>Blockchain</a:t>
            </a:r>
            <a:r>
              <a:rPr sz="2800" spc="-135" dirty="0"/>
              <a:t> </a:t>
            </a:r>
            <a:r>
              <a:rPr sz="2800" spc="-114" dirty="0"/>
              <a:t>Collaborative</a:t>
            </a:r>
            <a:r>
              <a:rPr sz="2800" spc="-130" dirty="0"/>
              <a:t> </a:t>
            </a:r>
            <a:r>
              <a:rPr sz="2800" spc="-105" dirty="0"/>
              <a:t>Network</a:t>
            </a:r>
            <a:r>
              <a:rPr sz="2800" spc="-125" dirty="0"/>
              <a:t> </a:t>
            </a:r>
            <a:r>
              <a:rPr sz="2800" spc="-110" dirty="0"/>
              <a:t>Development</a:t>
            </a:r>
            <a:r>
              <a:rPr sz="2800" spc="-125" dirty="0"/>
              <a:t> </a:t>
            </a:r>
            <a:r>
              <a:rPr sz="2800" spc="-30" dirty="0"/>
              <a:t>Framework</a:t>
            </a:r>
            <a:endParaRPr sz="2800"/>
          </a:p>
        </p:txBody>
      </p:sp>
      <p:sp>
        <p:nvSpPr>
          <p:cNvPr id="3" name="object 3"/>
          <p:cNvSpPr txBox="1"/>
          <p:nvPr/>
        </p:nvSpPr>
        <p:spPr>
          <a:xfrm>
            <a:off x="2059940" y="6263893"/>
            <a:ext cx="7056120" cy="513715"/>
          </a:xfrm>
          <a:prstGeom prst="rect">
            <a:avLst/>
          </a:prstGeom>
        </p:spPr>
        <p:txBody>
          <a:bodyPr vert="horz" wrap="square" lIns="0" tIns="12700" rIns="0" bIns="0" rtlCol="0">
            <a:spAutoFit/>
          </a:bodyPr>
          <a:lstStyle/>
          <a:p>
            <a:pPr marL="195580" marR="5080" indent="-182880">
              <a:spcBef>
                <a:spcPts val="100"/>
              </a:spcBef>
              <a:buClr>
                <a:srgbClr val="93A299"/>
              </a:buClr>
              <a:buSzPct val="84375"/>
              <a:buChar char="•"/>
              <a:tabLst>
                <a:tab pos="195580" algn="l"/>
              </a:tabLst>
            </a:pPr>
            <a:r>
              <a:rPr sz="1600" dirty="0">
                <a:solidFill>
                  <a:srgbClr val="282833"/>
                </a:solidFill>
                <a:latin typeface="Arial"/>
                <a:cs typeface="Arial"/>
              </a:rPr>
              <a:t>Adamopoulos,</a:t>
            </a:r>
            <a:r>
              <a:rPr sz="1600" spc="-60" dirty="0">
                <a:solidFill>
                  <a:srgbClr val="282833"/>
                </a:solidFill>
                <a:latin typeface="Arial"/>
                <a:cs typeface="Arial"/>
              </a:rPr>
              <a:t> </a:t>
            </a:r>
            <a:r>
              <a:rPr sz="1600" spc="-10" dirty="0">
                <a:solidFill>
                  <a:srgbClr val="282833"/>
                </a:solidFill>
                <a:latin typeface="Arial"/>
                <a:cs typeface="Arial"/>
              </a:rPr>
              <a:t>Davey,</a:t>
            </a:r>
            <a:r>
              <a:rPr sz="1600" spc="-50" dirty="0">
                <a:solidFill>
                  <a:srgbClr val="282833"/>
                </a:solidFill>
                <a:latin typeface="Arial"/>
                <a:cs typeface="Arial"/>
              </a:rPr>
              <a:t> </a:t>
            </a:r>
            <a:r>
              <a:rPr sz="1600" dirty="0">
                <a:solidFill>
                  <a:srgbClr val="282833"/>
                </a:solidFill>
                <a:latin typeface="Arial"/>
                <a:cs typeface="Arial"/>
              </a:rPr>
              <a:t>Bruno,</a:t>
            </a:r>
            <a:r>
              <a:rPr sz="1600" spc="-35" dirty="0">
                <a:solidFill>
                  <a:srgbClr val="282833"/>
                </a:solidFill>
                <a:latin typeface="Arial"/>
                <a:cs typeface="Arial"/>
              </a:rPr>
              <a:t> </a:t>
            </a:r>
            <a:r>
              <a:rPr sz="1600" dirty="0">
                <a:solidFill>
                  <a:srgbClr val="282833"/>
                </a:solidFill>
                <a:latin typeface="Arial"/>
                <a:cs typeface="Arial"/>
              </a:rPr>
              <a:t>Dick,</a:t>
            </a:r>
            <a:r>
              <a:rPr sz="1600" spc="-55" dirty="0">
                <a:solidFill>
                  <a:srgbClr val="282833"/>
                </a:solidFill>
                <a:latin typeface="Arial"/>
                <a:cs typeface="Arial"/>
              </a:rPr>
              <a:t> </a:t>
            </a:r>
            <a:r>
              <a:rPr sz="1600" dirty="0">
                <a:solidFill>
                  <a:srgbClr val="282833"/>
                </a:solidFill>
                <a:latin typeface="Arial"/>
                <a:cs typeface="Arial"/>
              </a:rPr>
              <a:t>2019.</a:t>
            </a:r>
            <a:r>
              <a:rPr sz="1600" spc="-40" dirty="0">
                <a:solidFill>
                  <a:srgbClr val="282833"/>
                </a:solidFill>
                <a:latin typeface="Arial"/>
                <a:cs typeface="Arial"/>
              </a:rPr>
              <a:t> </a:t>
            </a:r>
            <a:r>
              <a:rPr sz="1600" dirty="0">
                <a:solidFill>
                  <a:srgbClr val="282833"/>
                </a:solidFill>
                <a:latin typeface="Arial"/>
                <a:cs typeface="Arial"/>
              </a:rPr>
              <a:t>“Blockchain</a:t>
            </a:r>
            <a:r>
              <a:rPr sz="1600" spc="-60" dirty="0">
                <a:solidFill>
                  <a:srgbClr val="282833"/>
                </a:solidFill>
                <a:latin typeface="Arial"/>
                <a:cs typeface="Arial"/>
              </a:rPr>
              <a:t> </a:t>
            </a:r>
            <a:r>
              <a:rPr sz="1600" dirty="0">
                <a:solidFill>
                  <a:srgbClr val="282833"/>
                </a:solidFill>
                <a:latin typeface="Arial"/>
                <a:cs typeface="Arial"/>
              </a:rPr>
              <a:t>Collaborative</a:t>
            </a:r>
            <a:r>
              <a:rPr sz="1600" spc="-60" dirty="0">
                <a:solidFill>
                  <a:srgbClr val="282833"/>
                </a:solidFill>
                <a:latin typeface="Arial"/>
                <a:cs typeface="Arial"/>
              </a:rPr>
              <a:t> </a:t>
            </a:r>
            <a:r>
              <a:rPr sz="1600" spc="-10" dirty="0">
                <a:solidFill>
                  <a:srgbClr val="282833"/>
                </a:solidFill>
                <a:latin typeface="Arial"/>
                <a:cs typeface="Arial"/>
              </a:rPr>
              <a:t>Network </a:t>
            </a:r>
            <a:r>
              <a:rPr sz="1600" dirty="0">
                <a:solidFill>
                  <a:srgbClr val="282833"/>
                </a:solidFill>
                <a:latin typeface="Arial"/>
                <a:cs typeface="Arial"/>
              </a:rPr>
              <a:t>Development</a:t>
            </a:r>
            <a:r>
              <a:rPr sz="1600" spc="-55" dirty="0">
                <a:solidFill>
                  <a:srgbClr val="282833"/>
                </a:solidFill>
                <a:latin typeface="Arial"/>
                <a:cs typeface="Arial"/>
              </a:rPr>
              <a:t> </a:t>
            </a:r>
            <a:r>
              <a:rPr sz="1600" dirty="0">
                <a:solidFill>
                  <a:srgbClr val="282833"/>
                </a:solidFill>
                <a:latin typeface="Arial"/>
                <a:cs typeface="Arial"/>
              </a:rPr>
              <a:t>Framework”.</a:t>
            </a:r>
            <a:r>
              <a:rPr sz="1600" spc="-40" dirty="0">
                <a:solidFill>
                  <a:srgbClr val="282833"/>
                </a:solidFill>
                <a:latin typeface="Arial"/>
                <a:cs typeface="Arial"/>
              </a:rPr>
              <a:t> </a:t>
            </a:r>
            <a:r>
              <a:rPr sz="1600" spc="-10" dirty="0">
                <a:solidFill>
                  <a:srgbClr val="282833"/>
                </a:solidFill>
                <a:latin typeface="Arial"/>
                <a:cs typeface="Arial"/>
              </a:rPr>
              <a:t>SSRN.</a:t>
            </a:r>
            <a:endParaRPr sz="1600" dirty="0">
              <a:latin typeface="Arial"/>
              <a:cs typeface="Arial"/>
            </a:endParaRPr>
          </a:p>
        </p:txBody>
      </p:sp>
      <p:pic>
        <p:nvPicPr>
          <p:cNvPr id="6" name="object 6"/>
          <p:cNvPicPr/>
          <p:nvPr/>
        </p:nvPicPr>
        <p:blipFill>
          <a:blip r:embed="rId3" cstate="print"/>
          <a:stretch>
            <a:fillRect/>
          </a:stretch>
        </p:blipFill>
        <p:spPr>
          <a:xfrm>
            <a:off x="1613915" y="1053085"/>
            <a:ext cx="8964930" cy="5223509"/>
          </a:xfrm>
          <a:prstGeom prst="rect">
            <a:avLst/>
          </a:prstGeom>
        </p:spPr>
      </p:pic>
    </p:spTree>
    <p:extLst>
      <p:ext uri="{BB962C8B-B14F-4D97-AF65-F5344CB8AC3E}">
        <p14:creationId xmlns:p14="http://schemas.microsoft.com/office/powerpoint/2010/main" val="3648270063"/>
      </p:ext>
    </p:extLst>
  </p:cSld>
  <p:clrMapOvr>
    <a:overrideClrMapping bg1="lt1" tx1="dk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1" y="696723"/>
            <a:ext cx="8457184" cy="628377"/>
          </a:xfrm>
          <a:prstGeom prst="rect">
            <a:avLst/>
          </a:prstGeom>
        </p:spPr>
        <p:txBody>
          <a:bodyPr vert="horz" wrap="square" lIns="0" tIns="12700" rIns="0" bIns="0" rtlCol="0">
            <a:spAutoFit/>
          </a:bodyPr>
          <a:lstStyle/>
          <a:p>
            <a:pPr marL="12700">
              <a:spcBef>
                <a:spcPts val="100"/>
              </a:spcBef>
            </a:pPr>
            <a:r>
              <a:rPr lang="en-US" spc="-105" dirty="0"/>
              <a:t>4. </a:t>
            </a:r>
            <a:r>
              <a:rPr spc="-105" dirty="0" err="1"/>
              <a:t>Behavioural</a:t>
            </a:r>
            <a:r>
              <a:rPr spc="-105" dirty="0"/>
              <a:t>:</a:t>
            </a:r>
            <a:r>
              <a:rPr spc="-130" dirty="0"/>
              <a:t> </a:t>
            </a:r>
            <a:r>
              <a:rPr spc="-105" dirty="0"/>
              <a:t>Expectations</a:t>
            </a:r>
            <a:r>
              <a:rPr spc="-130" dirty="0"/>
              <a:t> </a:t>
            </a:r>
            <a:r>
              <a:rPr spc="-65" dirty="0"/>
              <a:t>and</a:t>
            </a:r>
            <a:r>
              <a:rPr spc="-130" dirty="0"/>
              <a:t> </a:t>
            </a:r>
            <a:r>
              <a:rPr spc="-75" dirty="0"/>
              <a:t>Rules</a:t>
            </a:r>
          </a:p>
        </p:txBody>
      </p:sp>
      <p:sp>
        <p:nvSpPr>
          <p:cNvPr id="3" name="object 3"/>
          <p:cNvSpPr txBox="1">
            <a:spLocks noGrp="1"/>
          </p:cNvSpPr>
          <p:nvPr>
            <p:ph type="body" idx="1"/>
          </p:nvPr>
        </p:nvSpPr>
        <p:spPr>
          <a:xfrm>
            <a:off x="631613" y="1700039"/>
            <a:ext cx="10928773" cy="4078039"/>
          </a:xfrm>
          <a:prstGeom prst="rect">
            <a:avLst/>
          </a:prstGeom>
        </p:spPr>
        <p:txBody>
          <a:bodyPr vert="horz" wrap="square" lIns="0" tIns="12700" rIns="0" bIns="0" rtlCol="0">
            <a:spAutoFit/>
          </a:bodyPr>
          <a:lstStyle/>
          <a:p>
            <a:pPr marL="194310" marR="12065" indent="-181610">
              <a:spcBef>
                <a:spcPts val="100"/>
              </a:spcBef>
              <a:buClr>
                <a:srgbClr val="93A299"/>
              </a:buClr>
              <a:buSzPct val="83333"/>
              <a:buChar char="•"/>
              <a:tabLst>
                <a:tab pos="195580" algn="l"/>
              </a:tabLst>
            </a:pPr>
            <a:r>
              <a:rPr dirty="0"/>
              <a:t>The</a:t>
            </a:r>
            <a:r>
              <a:rPr spc="-100" dirty="0"/>
              <a:t> </a:t>
            </a:r>
            <a:r>
              <a:rPr dirty="0"/>
              <a:t>behavioural</a:t>
            </a:r>
            <a:r>
              <a:rPr spc="-90" dirty="0"/>
              <a:t> </a:t>
            </a:r>
            <a:r>
              <a:rPr dirty="0"/>
              <a:t>elements</a:t>
            </a:r>
            <a:r>
              <a:rPr spc="-85" dirty="0"/>
              <a:t> </a:t>
            </a:r>
            <a:r>
              <a:rPr dirty="0"/>
              <a:t>of</a:t>
            </a:r>
            <a:r>
              <a:rPr spc="-100" dirty="0"/>
              <a:t> </a:t>
            </a:r>
            <a:r>
              <a:rPr dirty="0"/>
              <a:t>the</a:t>
            </a:r>
            <a:r>
              <a:rPr spc="-105" dirty="0"/>
              <a:t> </a:t>
            </a:r>
            <a:r>
              <a:rPr dirty="0"/>
              <a:t>framework</a:t>
            </a:r>
            <a:r>
              <a:rPr spc="-85" dirty="0"/>
              <a:t> </a:t>
            </a:r>
            <a:r>
              <a:rPr dirty="0"/>
              <a:t>represent</a:t>
            </a:r>
            <a:r>
              <a:rPr spc="-90" dirty="0"/>
              <a:t> </a:t>
            </a:r>
            <a:r>
              <a:rPr spc="-25" dirty="0"/>
              <a:t>the 	</a:t>
            </a:r>
            <a:r>
              <a:rPr dirty="0"/>
              <a:t>behaviours</a:t>
            </a:r>
            <a:r>
              <a:rPr spc="-50" dirty="0"/>
              <a:t> </a:t>
            </a:r>
            <a:r>
              <a:rPr dirty="0"/>
              <a:t>that</a:t>
            </a:r>
            <a:r>
              <a:rPr spc="-65" dirty="0"/>
              <a:t> </a:t>
            </a:r>
            <a:r>
              <a:rPr dirty="0"/>
              <a:t>are</a:t>
            </a:r>
            <a:r>
              <a:rPr spc="-70" dirty="0"/>
              <a:t> </a:t>
            </a:r>
            <a:r>
              <a:rPr dirty="0"/>
              <a:t>expected</a:t>
            </a:r>
            <a:r>
              <a:rPr spc="-55" dirty="0"/>
              <a:t> </a:t>
            </a:r>
            <a:r>
              <a:rPr dirty="0"/>
              <a:t>from</a:t>
            </a:r>
            <a:r>
              <a:rPr spc="-65" dirty="0"/>
              <a:t> </a:t>
            </a:r>
            <a:r>
              <a:rPr dirty="0"/>
              <a:t>members</a:t>
            </a:r>
            <a:r>
              <a:rPr spc="-50" dirty="0"/>
              <a:t> </a:t>
            </a:r>
            <a:r>
              <a:rPr dirty="0"/>
              <a:t>of</a:t>
            </a:r>
            <a:r>
              <a:rPr spc="-70" dirty="0"/>
              <a:t> </a:t>
            </a:r>
            <a:r>
              <a:rPr dirty="0"/>
              <a:t>the</a:t>
            </a:r>
            <a:r>
              <a:rPr spc="-65" dirty="0"/>
              <a:t> </a:t>
            </a:r>
            <a:r>
              <a:rPr spc="-10" dirty="0"/>
              <a:t>network </a:t>
            </a:r>
            <a:r>
              <a:rPr dirty="0"/>
              <a:t>and</a:t>
            </a:r>
            <a:r>
              <a:rPr spc="-60" dirty="0"/>
              <a:t> </a:t>
            </a:r>
            <a:r>
              <a:rPr dirty="0"/>
              <a:t>also</a:t>
            </a:r>
            <a:r>
              <a:rPr spc="-70" dirty="0"/>
              <a:t> </a:t>
            </a:r>
            <a:r>
              <a:rPr dirty="0"/>
              <a:t>various</a:t>
            </a:r>
            <a:r>
              <a:rPr spc="-55" dirty="0"/>
              <a:t> </a:t>
            </a:r>
            <a:r>
              <a:rPr dirty="0"/>
              <a:t>processes</a:t>
            </a:r>
            <a:r>
              <a:rPr spc="-60" dirty="0"/>
              <a:t> </a:t>
            </a:r>
            <a:r>
              <a:rPr dirty="0"/>
              <a:t>that</a:t>
            </a:r>
            <a:r>
              <a:rPr spc="-75" dirty="0"/>
              <a:t> </a:t>
            </a:r>
            <a:r>
              <a:rPr dirty="0"/>
              <a:t>are</a:t>
            </a:r>
            <a:r>
              <a:rPr spc="-75" dirty="0"/>
              <a:t> </a:t>
            </a:r>
            <a:r>
              <a:rPr dirty="0"/>
              <a:t>necessary</a:t>
            </a:r>
            <a:r>
              <a:rPr spc="-55" dirty="0"/>
              <a:t> </a:t>
            </a:r>
            <a:r>
              <a:rPr dirty="0"/>
              <a:t>to</a:t>
            </a:r>
            <a:r>
              <a:rPr spc="-85" dirty="0"/>
              <a:t> </a:t>
            </a:r>
            <a:r>
              <a:rPr spc="-10" dirty="0"/>
              <a:t>operate </a:t>
            </a:r>
            <a:r>
              <a:rPr dirty="0"/>
              <a:t>the</a:t>
            </a:r>
            <a:r>
              <a:rPr spc="-55" dirty="0"/>
              <a:t> </a:t>
            </a:r>
            <a:r>
              <a:rPr spc="-10" dirty="0"/>
              <a:t>collaborative</a:t>
            </a:r>
            <a:r>
              <a:rPr spc="-35" dirty="0"/>
              <a:t> </a:t>
            </a:r>
            <a:r>
              <a:rPr spc="-10" dirty="0"/>
              <a:t>network</a:t>
            </a:r>
          </a:p>
          <a:p>
            <a:pPr marL="194310" indent="-181610">
              <a:spcBef>
                <a:spcPts val="575"/>
              </a:spcBef>
              <a:buClr>
                <a:srgbClr val="93A299"/>
              </a:buClr>
              <a:buSzPct val="83333"/>
              <a:buChar char="•"/>
              <a:tabLst>
                <a:tab pos="194310" algn="l"/>
              </a:tabLst>
            </a:pPr>
            <a:r>
              <a:rPr dirty="0"/>
              <a:t>Financial</a:t>
            </a:r>
            <a:r>
              <a:rPr spc="-114" dirty="0"/>
              <a:t> </a:t>
            </a:r>
            <a:r>
              <a:rPr spc="-10" dirty="0"/>
              <a:t>Management</a:t>
            </a:r>
          </a:p>
          <a:p>
            <a:pPr marL="469900" marR="5080" lvl="1" indent="-182880">
              <a:spcBef>
                <a:spcPts val="535"/>
              </a:spcBef>
              <a:buClr>
                <a:srgbClr val="93A299"/>
              </a:buClr>
              <a:buSzPct val="84090"/>
              <a:buChar char="•"/>
              <a:tabLst>
                <a:tab pos="469900" algn="l"/>
              </a:tabLst>
            </a:pPr>
            <a:r>
              <a:rPr sz="2200" dirty="0">
                <a:solidFill>
                  <a:srgbClr val="282833"/>
                </a:solidFill>
                <a:latin typeface="Arial"/>
                <a:cs typeface="Arial"/>
              </a:rPr>
              <a:t>Agreements</a:t>
            </a:r>
            <a:r>
              <a:rPr sz="2200" spc="-40" dirty="0">
                <a:solidFill>
                  <a:srgbClr val="282833"/>
                </a:solidFill>
                <a:latin typeface="Arial"/>
                <a:cs typeface="Arial"/>
              </a:rPr>
              <a:t> </a:t>
            </a:r>
            <a:r>
              <a:rPr sz="2200" dirty="0">
                <a:solidFill>
                  <a:srgbClr val="282833"/>
                </a:solidFill>
                <a:latin typeface="Arial"/>
                <a:cs typeface="Arial"/>
              </a:rPr>
              <a:t>are</a:t>
            </a:r>
            <a:r>
              <a:rPr sz="2200" spc="-30" dirty="0">
                <a:solidFill>
                  <a:srgbClr val="282833"/>
                </a:solidFill>
                <a:latin typeface="Arial"/>
                <a:cs typeface="Arial"/>
              </a:rPr>
              <a:t> </a:t>
            </a:r>
            <a:r>
              <a:rPr sz="2200" dirty="0">
                <a:solidFill>
                  <a:srgbClr val="282833"/>
                </a:solidFill>
                <a:latin typeface="Arial"/>
                <a:cs typeface="Arial"/>
              </a:rPr>
              <a:t>needed</a:t>
            </a:r>
            <a:r>
              <a:rPr sz="2200" spc="-40" dirty="0">
                <a:solidFill>
                  <a:srgbClr val="282833"/>
                </a:solidFill>
                <a:latin typeface="Arial"/>
                <a:cs typeface="Arial"/>
              </a:rPr>
              <a:t> </a:t>
            </a:r>
            <a:r>
              <a:rPr sz="2200" dirty="0">
                <a:solidFill>
                  <a:srgbClr val="282833"/>
                </a:solidFill>
                <a:latin typeface="Arial"/>
                <a:cs typeface="Arial"/>
              </a:rPr>
              <a:t>to</a:t>
            </a:r>
            <a:r>
              <a:rPr sz="2200" spc="-35" dirty="0">
                <a:solidFill>
                  <a:srgbClr val="282833"/>
                </a:solidFill>
                <a:latin typeface="Arial"/>
                <a:cs typeface="Arial"/>
              </a:rPr>
              <a:t> </a:t>
            </a:r>
            <a:r>
              <a:rPr sz="2200" dirty="0">
                <a:solidFill>
                  <a:srgbClr val="282833"/>
                </a:solidFill>
                <a:latin typeface="Arial"/>
                <a:cs typeface="Arial"/>
              </a:rPr>
              <a:t>cover</a:t>
            </a:r>
            <a:r>
              <a:rPr sz="2200" spc="-40"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dirty="0">
                <a:solidFill>
                  <a:srgbClr val="282833"/>
                </a:solidFill>
                <a:latin typeface="Arial"/>
                <a:cs typeface="Arial"/>
              </a:rPr>
              <a:t>financing</a:t>
            </a:r>
            <a:r>
              <a:rPr sz="2200" spc="-50" dirty="0">
                <a:solidFill>
                  <a:srgbClr val="282833"/>
                </a:solidFill>
                <a:latin typeface="Arial"/>
                <a:cs typeface="Arial"/>
              </a:rPr>
              <a:t> </a:t>
            </a:r>
            <a:r>
              <a:rPr sz="2200" dirty="0">
                <a:solidFill>
                  <a:srgbClr val="282833"/>
                </a:solidFill>
                <a:latin typeface="Arial"/>
                <a:cs typeface="Arial"/>
              </a:rPr>
              <a:t>of</a:t>
            </a:r>
            <a:r>
              <a:rPr sz="2200" spc="-40" dirty="0">
                <a:solidFill>
                  <a:srgbClr val="282833"/>
                </a:solidFill>
                <a:latin typeface="Arial"/>
                <a:cs typeface="Arial"/>
              </a:rPr>
              <a:t> </a:t>
            </a:r>
            <a:r>
              <a:rPr sz="2200" dirty="0">
                <a:solidFill>
                  <a:srgbClr val="282833"/>
                </a:solidFill>
                <a:latin typeface="Arial"/>
                <a:cs typeface="Arial"/>
              </a:rPr>
              <a:t>all</a:t>
            </a:r>
            <a:r>
              <a:rPr sz="2200" spc="-55" dirty="0">
                <a:solidFill>
                  <a:srgbClr val="282833"/>
                </a:solidFill>
                <a:latin typeface="Arial"/>
                <a:cs typeface="Arial"/>
              </a:rPr>
              <a:t> </a:t>
            </a:r>
            <a:r>
              <a:rPr sz="2200" spc="-10" dirty="0">
                <a:solidFill>
                  <a:srgbClr val="282833"/>
                </a:solidFill>
                <a:latin typeface="Arial"/>
                <a:cs typeface="Arial"/>
              </a:rPr>
              <a:t>resources </a:t>
            </a:r>
            <a:r>
              <a:rPr sz="2200" dirty="0">
                <a:solidFill>
                  <a:srgbClr val="282833"/>
                </a:solidFill>
                <a:latin typeface="Arial"/>
                <a:cs typeface="Arial"/>
              </a:rPr>
              <a:t>and</a:t>
            </a:r>
            <a:r>
              <a:rPr sz="2200" spc="-40" dirty="0">
                <a:solidFill>
                  <a:srgbClr val="282833"/>
                </a:solidFill>
                <a:latin typeface="Arial"/>
                <a:cs typeface="Arial"/>
              </a:rPr>
              <a:t> </a:t>
            </a:r>
            <a:r>
              <a:rPr sz="2200" dirty="0">
                <a:solidFill>
                  <a:srgbClr val="282833"/>
                </a:solidFill>
                <a:latin typeface="Arial"/>
                <a:cs typeface="Arial"/>
              </a:rPr>
              <a:t>activities.</a:t>
            </a:r>
            <a:r>
              <a:rPr sz="2200" spc="-65" dirty="0">
                <a:solidFill>
                  <a:srgbClr val="282833"/>
                </a:solidFill>
                <a:latin typeface="Arial"/>
                <a:cs typeface="Arial"/>
              </a:rPr>
              <a:t> </a:t>
            </a:r>
            <a:r>
              <a:rPr sz="2200" dirty="0">
                <a:solidFill>
                  <a:srgbClr val="282833"/>
                </a:solidFill>
                <a:latin typeface="Arial"/>
                <a:cs typeface="Arial"/>
              </a:rPr>
              <a:t>Some</a:t>
            </a:r>
            <a:r>
              <a:rPr sz="2200" spc="-45" dirty="0">
                <a:solidFill>
                  <a:srgbClr val="282833"/>
                </a:solidFill>
                <a:latin typeface="Arial"/>
                <a:cs typeface="Arial"/>
              </a:rPr>
              <a:t> </a:t>
            </a:r>
            <a:r>
              <a:rPr sz="2200" dirty="0">
                <a:solidFill>
                  <a:srgbClr val="282833"/>
                </a:solidFill>
                <a:latin typeface="Arial"/>
                <a:cs typeface="Arial"/>
              </a:rPr>
              <a:t>networks</a:t>
            </a:r>
            <a:r>
              <a:rPr sz="2200" spc="-40" dirty="0">
                <a:solidFill>
                  <a:srgbClr val="282833"/>
                </a:solidFill>
                <a:latin typeface="Arial"/>
                <a:cs typeface="Arial"/>
              </a:rPr>
              <a:t> </a:t>
            </a:r>
            <a:r>
              <a:rPr sz="2200" dirty="0">
                <a:solidFill>
                  <a:srgbClr val="282833"/>
                </a:solidFill>
                <a:latin typeface="Arial"/>
                <a:cs typeface="Arial"/>
              </a:rPr>
              <a:t>may</a:t>
            </a:r>
            <a:r>
              <a:rPr sz="2200" spc="-35" dirty="0">
                <a:solidFill>
                  <a:srgbClr val="282833"/>
                </a:solidFill>
                <a:latin typeface="Arial"/>
                <a:cs typeface="Arial"/>
              </a:rPr>
              <a:t> </a:t>
            </a:r>
            <a:r>
              <a:rPr sz="2200" dirty="0">
                <a:solidFill>
                  <a:srgbClr val="282833"/>
                </a:solidFill>
                <a:latin typeface="Arial"/>
                <a:cs typeface="Arial"/>
              </a:rPr>
              <a:t>require</a:t>
            </a:r>
            <a:r>
              <a:rPr sz="2200" spc="-40" dirty="0">
                <a:solidFill>
                  <a:srgbClr val="282833"/>
                </a:solidFill>
                <a:latin typeface="Arial"/>
                <a:cs typeface="Arial"/>
              </a:rPr>
              <a:t> </a:t>
            </a:r>
            <a:r>
              <a:rPr sz="2200" dirty="0">
                <a:solidFill>
                  <a:srgbClr val="282833"/>
                </a:solidFill>
                <a:latin typeface="Arial"/>
                <a:cs typeface="Arial"/>
              </a:rPr>
              <a:t>members</a:t>
            </a:r>
            <a:r>
              <a:rPr sz="2200" spc="-40" dirty="0">
                <a:solidFill>
                  <a:srgbClr val="282833"/>
                </a:solidFill>
                <a:latin typeface="Arial"/>
                <a:cs typeface="Arial"/>
              </a:rPr>
              <a:t> </a:t>
            </a:r>
            <a:r>
              <a:rPr sz="2200" dirty="0">
                <a:solidFill>
                  <a:srgbClr val="282833"/>
                </a:solidFill>
                <a:latin typeface="Arial"/>
                <a:cs typeface="Arial"/>
              </a:rPr>
              <a:t>to</a:t>
            </a:r>
            <a:r>
              <a:rPr sz="2200" spc="-40" dirty="0">
                <a:solidFill>
                  <a:srgbClr val="282833"/>
                </a:solidFill>
                <a:latin typeface="Arial"/>
                <a:cs typeface="Arial"/>
              </a:rPr>
              <a:t> </a:t>
            </a:r>
            <a:r>
              <a:rPr sz="2200" spc="-20" dirty="0">
                <a:solidFill>
                  <a:srgbClr val="282833"/>
                </a:solidFill>
                <a:latin typeface="Arial"/>
                <a:cs typeface="Arial"/>
              </a:rPr>
              <a:t>each </a:t>
            </a:r>
            <a:r>
              <a:rPr sz="2200" dirty="0">
                <a:solidFill>
                  <a:srgbClr val="282833"/>
                </a:solidFill>
                <a:latin typeface="Arial"/>
                <a:cs typeface="Arial"/>
              </a:rPr>
              <a:t>provide</a:t>
            </a:r>
            <a:r>
              <a:rPr sz="2200" spc="-60" dirty="0">
                <a:solidFill>
                  <a:srgbClr val="282833"/>
                </a:solidFill>
                <a:latin typeface="Arial"/>
                <a:cs typeface="Arial"/>
              </a:rPr>
              <a:t> </a:t>
            </a:r>
            <a:r>
              <a:rPr sz="2200" dirty="0">
                <a:solidFill>
                  <a:srgbClr val="282833"/>
                </a:solidFill>
                <a:latin typeface="Arial"/>
                <a:cs typeface="Arial"/>
              </a:rPr>
              <a:t>their</a:t>
            </a:r>
            <a:r>
              <a:rPr sz="2200" spc="-55" dirty="0">
                <a:solidFill>
                  <a:srgbClr val="282833"/>
                </a:solidFill>
                <a:latin typeface="Arial"/>
                <a:cs typeface="Arial"/>
              </a:rPr>
              <a:t> </a:t>
            </a:r>
            <a:r>
              <a:rPr sz="2200" dirty="0">
                <a:solidFill>
                  <a:srgbClr val="282833"/>
                </a:solidFill>
                <a:latin typeface="Arial"/>
                <a:cs typeface="Arial"/>
              </a:rPr>
              <a:t>own</a:t>
            </a:r>
            <a:r>
              <a:rPr sz="2200" spc="-55" dirty="0">
                <a:solidFill>
                  <a:srgbClr val="282833"/>
                </a:solidFill>
                <a:latin typeface="Arial"/>
                <a:cs typeface="Arial"/>
              </a:rPr>
              <a:t> </a:t>
            </a:r>
            <a:r>
              <a:rPr sz="2200" dirty="0">
                <a:solidFill>
                  <a:srgbClr val="282833"/>
                </a:solidFill>
                <a:latin typeface="Arial"/>
                <a:cs typeface="Arial"/>
              </a:rPr>
              <a:t>resources</a:t>
            </a:r>
            <a:r>
              <a:rPr sz="2200" spc="-60" dirty="0">
                <a:solidFill>
                  <a:srgbClr val="282833"/>
                </a:solidFill>
                <a:latin typeface="Arial"/>
                <a:cs typeface="Arial"/>
              </a:rPr>
              <a:t> </a:t>
            </a:r>
            <a:r>
              <a:rPr sz="2200" dirty="0">
                <a:solidFill>
                  <a:srgbClr val="282833"/>
                </a:solidFill>
                <a:latin typeface="Arial"/>
                <a:cs typeface="Arial"/>
              </a:rPr>
              <a:t>while</a:t>
            </a:r>
            <a:r>
              <a:rPr sz="2200" spc="-70" dirty="0">
                <a:solidFill>
                  <a:srgbClr val="282833"/>
                </a:solidFill>
                <a:latin typeface="Arial"/>
                <a:cs typeface="Arial"/>
              </a:rPr>
              <a:t> </a:t>
            </a:r>
            <a:r>
              <a:rPr sz="2200" dirty="0">
                <a:solidFill>
                  <a:srgbClr val="282833"/>
                </a:solidFill>
                <a:latin typeface="Arial"/>
                <a:cs typeface="Arial"/>
              </a:rPr>
              <a:t>other</a:t>
            </a:r>
            <a:r>
              <a:rPr sz="2200" spc="-45" dirty="0">
                <a:solidFill>
                  <a:srgbClr val="282833"/>
                </a:solidFill>
                <a:latin typeface="Arial"/>
                <a:cs typeface="Arial"/>
              </a:rPr>
              <a:t> </a:t>
            </a:r>
            <a:r>
              <a:rPr sz="2200" dirty="0">
                <a:solidFill>
                  <a:srgbClr val="282833"/>
                </a:solidFill>
                <a:latin typeface="Arial"/>
                <a:cs typeface="Arial"/>
              </a:rPr>
              <a:t>networks</a:t>
            </a:r>
            <a:r>
              <a:rPr sz="2200" spc="-60" dirty="0">
                <a:solidFill>
                  <a:srgbClr val="282833"/>
                </a:solidFill>
                <a:latin typeface="Arial"/>
                <a:cs typeface="Arial"/>
              </a:rPr>
              <a:t> </a:t>
            </a:r>
            <a:r>
              <a:rPr sz="2200" dirty="0">
                <a:solidFill>
                  <a:srgbClr val="282833"/>
                </a:solidFill>
                <a:latin typeface="Arial"/>
                <a:cs typeface="Arial"/>
              </a:rPr>
              <a:t>may</a:t>
            </a:r>
            <a:r>
              <a:rPr sz="2200" spc="-55" dirty="0">
                <a:solidFill>
                  <a:srgbClr val="282833"/>
                </a:solidFill>
                <a:latin typeface="Arial"/>
                <a:cs typeface="Arial"/>
              </a:rPr>
              <a:t> </a:t>
            </a:r>
            <a:r>
              <a:rPr sz="2200" spc="-10" dirty="0">
                <a:solidFill>
                  <a:srgbClr val="282833"/>
                </a:solidFill>
                <a:latin typeface="Arial"/>
                <a:cs typeface="Arial"/>
              </a:rPr>
              <a:t>require </a:t>
            </a:r>
            <a:r>
              <a:rPr sz="2200" dirty="0">
                <a:solidFill>
                  <a:srgbClr val="282833"/>
                </a:solidFill>
                <a:latin typeface="Arial"/>
                <a:cs typeface="Arial"/>
              </a:rPr>
              <a:t>members</a:t>
            </a:r>
            <a:r>
              <a:rPr sz="2200" spc="-65" dirty="0">
                <a:solidFill>
                  <a:srgbClr val="282833"/>
                </a:solidFill>
                <a:latin typeface="Arial"/>
                <a:cs typeface="Arial"/>
              </a:rPr>
              <a:t> </a:t>
            </a:r>
            <a:r>
              <a:rPr sz="2200" dirty="0">
                <a:solidFill>
                  <a:srgbClr val="282833"/>
                </a:solidFill>
                <a:latin typeface="Arial"/>
                <a:cs typeface="Arial"/>
              </a:rPr>
              <a:t>to</a:t>
            </a:r>
            <a:r>
              <a:rPr sz="2200" spc="-60" dirty="0">
                <a:solidFill>
                  <a:srgbClr val="282833"/>
                </a:solidFill>
                <a:latin typeface="Arial"/>
                <a:cs typeface="Arial"/>
              </a:rPr>
              <a:t> </a:t>
            </a:r>
            <a:r>
              <a:rPr sz="2200" dirty="0">
                <a:solidFill>
                  <a:srgbClr val="282833"/>
                </a:solidFill>
                <a:latin typeface="Arial"/>
                <a:cs typeface="Arial"/>
              </a:rPr>
              <a:t>contribute</a:t>
            </a:r>
            <a:r>
              <a:rPr sz="2200" spc="-60" dirty="0">
                <a:solidFill>
                  <a:srgbClr val="282833"/>
                </a:solidFill>
                <a:latin typeface="Arial"/>
                <a:cs typeface="Arial"/>
              </a:rPr>
              <a:t> </a:t>
            </a:r>
            <a:r>
              <a:rPr sz="2200" dirty="0">
                <a:solidFill>
                  <a:srgbClr val="282833"/>
                </a:solidFill>
                <a:latin typeface="Arial"/>
                <a:cs typeface="Arial"/>
              </a:rPr>
              <a:t>towards</a:t>
            </a:r>
            <a:r>
              <a:rPr sz="2200" spc="-60" dirty="0">
                <a:solidFill>
                  <a:srgbClr val="282833"/>
                </a:solidFill>
                <a:latin typeface="Arial"/>
                <a:cs typeface="Arial"/>
              </a:rPr>
              <a:t> </a:t>
            </a:r>
            <a:r>
              <a:rPr sz="2200" dirty="0">
                <a:solidFill>
                  <a:srgbClr val="282833"/>
                </a:solidFill>
                <a:latin typeface="Arial"/>
                <a:cs typeface="Arial"/>
              </a:rPr>
              <a:t>a</a:t>
            </a:r>
            <a:r>
              <a:rPr sz="2200" spc="-60" dirty="0">
                <a:solidFill>
                  <a:srgbClr val="282833"/>
                </a:solidFill>
                <a:latin typeface="Arial"/>
                <a:cs typeface="Arial"/>
              </a:rPr>
              <a:t> </a:t>
            </a:r>
            <a:r>
              <a:rPr sz="2200" dirty="0">
                <a:solidFill>
                  <a:srgbClr val="282833"/>
                </a:solidFill>
                <a:latin typeface="Arial"/>
                <a:cs typeface="Arial"/>
              </a:rPr>
              <a:t>central</a:t>
            </a:r>
            <a:r>
              <a:rPr sz="2200" spc="-60" dirty="0">
                <a:solidFill>
                  <a:srgbClr val="282833"/>
                </a:solidFill>
                <a:latin typeface="Arial"/>
                <a:cs typeface="Arial"/>
              </a:rPr>
              <a:t> </a:t>
            </a:r>
            <a:r>
              <a:rPr sz="2200" spc="-10" dirty="0">
                <a:solidFill>
                  <a:srgbClr val="282833"/>
                </a:solidFill>
                <a:latin typeface="Arial"/>
                <a:cs typeface="Arial"/>
              </a:rPr>
              <a:t>fund.</a:t>
            </a:r>
            <a:endParaRPr sz="2200" dirty="0">
              <a:latin typeface="Arial"/>
              <a:cs typeface="Arial"/>
            </a:endParaRPr>
          </a:p>
          <a:p>
            <a:pPr marL="469900" marR="129539" lvl="1" indent="-182880">
              <a:spcBef>
                <a:spcPts val="530"/>
              </a:spcBef>
              <a:buClr>
                <a:srgbClr val="93A299"/>
              </a:buClr>
              <a:buSzPct val="84090"/>
              <a:buChar char="•"/>
              <a:tabLst>
                <a:tab pos="469900" algn="l"/>
              </a:tabLst>
            </a:pPr>
            <a:r>
              <a:rPr sz="2200" dirty="0">
                <a:solidFill>
                  <a:srgbClr val="282833"/>
                </a:solidFill>
                <a:latin typeface="Arial"/>
                <a:cs typeface="Arial"/>
              </a:rPr>
              <a:t>Where</a:t>
            </a:r>
            <a:r>
              <a:rPr sz="2200" spc="-35" dirty="0">
                <a:solidFill>
                  <a:srgbClr val="282833"/>
                </a:solidFill>
                <a:latin typeface="Arial"/>
                <a:cs typeface="Arial"/>
              </a:rPr>
              <a:t> </a:t>
            </a:r>
            <a:r>
              <a:rPr sz="2200" dirty="0">
                <a:solidFill>
                  <a:srgbClr val="282833"/>
                </a:solidFill>
                <a:latin typeface="Arial"/>
                <a:cs typeface="Arial"/>
              </a:rPr>
              <a:t>the</a:t>
            </a:r>
            <a:r>
              <a:rPr sz="2200" spc="-35" dirty="0">
                <a:solidFill>
                  <a:srgbClr val="282833"/>
                </a:solidFill>
                <a:latin typeface="Arial"/>
                <a:cs typeface="Arial"/>
              </a:rPr>
              <a:t> </a:t>
            </a:r>
            <a:r>
              <a:rPr sz="2200" dirty="0">
                <a:solidFill>
                  <a:srgbClr val="282833"/>
                </a:solidFill>
                <a:latin typeface="Arial"/>
                <a:cs typeface="Arial"/>
              </a:rPr>
              <a:t>private</a:t>
            </a:r>
            <a:r>
              <a:rPr sz="2200" spc="-30" dirty="0">
                <a:solidFill>
                  <a:srgbClr val="282833"/>
                </a:solidFill>
                <a:latin typeface="Arial"/>
                <a:cs typeface="Arial"/>
              </a:rPr>
              <a:t> </a:t>
            </a:r>
            <a:r>
              <a:rPr sz="2200" dirty="0">
                <a:solidFill>
                  <a:srgbClr val="282833"/>
                </a:solidFill>
                <a:latin typeface="Arial"/>
                <a:cs typeface="Arial"/>
              </a:rPr>
              <a:t>blockchain</a:t>
            </a:r>
            <a:r>
              <a:rPr sz="2200" spc="-50" dirty="0">
                <a:solidFill>
                  <a:srgbClr val="282833"/>
                </a:solidFill>
                <a:latin typeface="Arial"/>
                <a:cs typeface="Arial"/>
              </a:rPr>
              <a:t> </a:t>
            </a:r>
            <a:r>
              <a:rPr sz="2200" dirty="0">
                <a:solidFill>
                  <a:srgbClr val="282833"/>
                </a:solidFill>
                <a:latin typeface="Arial"/>
                <a:cs typeface="Arial"/>
              </a:rPr>
              <a:t>uses</a:t>
            </a:r>
            <a:r>
              <a:rPr sz="2200" spc="-35" dirty="0">
                <a:solidFill>
                  <a:srgbClr val="282833"/>
                </a:solidFill>
                <a:latin typeface="Arial"/>
                <a:cs typeface="Arial"/>
              </a:rPr>
              <a:t> </a:t>
            </a:r>
            <a:r>
              <a:rPr sz="2200" dirty="0">
                <a:solidFill>
                  <a:srgbClr val="282833"/>
                </a:solidFill>
                <a:latin typeface="Arial"/>
                <a:cs typeface="Arial"/>
              </a:rPr>
              <a:t>a</a:t>
            </a:r>
            <a:r>
              <a:rPr sz="2200" spc="-30" dirty="0">
                <a:solidFill>
                  <a:srgbClr val="282833"/>
                </a:solidFill>
                <a:latin typeface="Arial"/>
                <a:cs typeface="Arial"/>
              </a:rPr>
              <a:t> </a:t>
            </a:r>
            <a:r>
              <a:rPr sz="2200" dirty="0">
                <a:solidFill>
                  <a:srgbClr val="282833"/>
                </a:solidFill>
                <a:latin typeface="Arial"/>
                <a:cs typeface="Arial"/>
              </a:rPr>
              <a:t>blockchain</a:t>
            </a:r>
            <a:r>
              <a:rPr sz="2200" spc="-55" dirty="0">
                <a:solidFill>
                  <a:srgbClr val="282833"/>
                </a:solidFill>
                <a:latin typeface="Arial"/>
                <a:cs typeface="Arial"/>
              </a:rPr>
              <a:t> </a:t>
            </a:r>
            <a:r>
              <a:rPr sz="2200" dirty="0">
                <a:solidFill>
                  <a:srgbClr val="282833"/>
                </a:solidFill>
                <a:latin typeface="Arial"/>
                <a:cs typeface="Arial"/>
              </a:rPr>
              <a:t>currency</a:t>
            </a:r>
            <a:r>
              <a:rPr sz="2200" spc="-30" dirty="0">
                <a:solidFill>
                  <a:srgbClr val="282833"/>
                </a:solidFill>
                <a:latin typeface="Arial"/>
                <a:cs typeface="Arial"/>
              </a:rPr>
              <a:t> </a:t>
            </a:r>
            <a:r>
              <a:rPr sz="2200" spc="-25" dirty="0">
                <a:solidFill>
                  <a:srgbClr val="282833"/>
                </a:solidFill>
                <a:latin typeface="Arial"/>
                <a:cs typeface="Arial"/>
              </a:rPr>
              <a:t>or </a:t>
            </a:r>
            <a:r>
              <a:rPr sz="2200" dirty="0">
                <a:solidFill>
                  <a:srgbClr val="282833"/>
                </a:solidFill>
                <a:latin typeface="Arial"/>
                <a:cs typeface="Arial"/>
              </a:rPr>
              <a:t>token,</a:t>
            </a:r>
            <a:r>
              <a:rPr sz="2200" spc="-70" dirty="0">
                <a:solidFill>
                  <a:srgbClr val="282833"/>
                </a:solidFill>
                <a:latin typeface="Arial"/>
                <a:cs typeface="Arial"/>
              </a:rPr>
              <a:t> </a:t>
            </a:r>
            <a:r>
              <a:rPr sz="2200" dirty="0">
                <a:solidFill>
                  <a:srgbClr val="282833"/>
                </a:solidFill>
                <a:latin typeface="Arial"/>
                <a:cs typeface="Arial"/>
              </a:rPr>
              <a:t>the</a:t>
            </a:r>
            <a:r>
              <a:rPr sz="2200" spc="-65" dirty="0">
                <a:solidFill>
                  <a:srgbClr val="282833"/>
                </a:solidFill>
                <a:latin typeface="Arial"/>
                <a:cs typeface="Arial"/>
              </a:rPr>
              <a:t> </a:t>
            </a:r>
            <a:r>
              <a:rPr sz="2200" dirty="0">
                <a:solidFill>
                  <a:srgbClr val="282833"/>
                </a:solidFill>
                <a:latin typeface="Arial"/>
                <a:cs typeface="Arial"/>
              </a:rPr>
              <a:t>mining</a:t>
            </a:r>
            <a:r>
              <a:rPr sz="2200" spc="-65" dirty="0">
                <a:solidFill>
                  <a:srgbClr val="282833"/>
                </a:solidFill>
                <a:latin typeface="Arial"/>
                <a:cs typeface="Arial"/>
              </a:rPr>
              <a:t> </a:t>
            </a:r>
            <a:r>
              <a:rPr sz="2200" dirty="0">
                <a:solidFill>
                  <a:srgbClr val="282833"/>
                </a:solidFill>
                <a:latin typeface="Arial"/>
                <a:cs typeface="Arial"/>
              </a:rPr>
              <a:t>process</a:t>
            </a:r>
            <a:r>
              <a:rPr sz="2200" spc="-65" dirty="0">
                <a:solidFill>
                  <a:srgbClr val="282833"/>
                </a:solidFill>
                <a:latin typeface="Arial"/>
                <a:cs typeface="Arial"/>
              </a:rPr>
              <a:t> </a:t>
            </a:r>
            <a:r>
              <a:rPr sz="2200" dirty="0">
                <a:solidFill>
                  <a:srgbClr val="282833"/>
                </a:solidFill>
                <a:latin typeface="Arial"/>
                <a:cs typeface="Arial"/>
              </a:rPr>
              <a:t>may</a:t>
            </a:r>
            <a:r>
              <a:rPr sz="2200" spc="-70" dirty="0">
                <a:solidFill>
                  <a:srgbClr val="282833"/>
                </a:solidFill>
                <a:latin typeface="Arial"/>
                <a:cs typeface="Arial"/>
              </a:rPr>
              <a:t> </a:t>
            </a:r>
            <a:r>
              <a:rPr sz="2200" dirty="0">
                <a:solidFill>
                  <a:srgbClr val="282833"/>
                </a:solidFill>
                <a:latin typeface="Arial"/>
                <a:cs typeface="Arial"/>
              </a:rPr>
              <a:t>produce</a:t>
            </a:r>
            <a:r>
              <a:rPr sz="2200" spc="-65" dirty="0">
                <a:solidFill>
                  <a:srgbClr val="282833"/>
                </a:solidFill>
                <a:latin typeface="Arial"/>
                <a:cs typeface="Arial"/>
              </a:rPr>
              <a:t> </a:t>
            </a:r>
            <a:r>
              <a:rPr sz="2200" dirty="0">
                <a:solidFill>
                  <a:srgbClr val="282833"/>
                </a:solidFill>
                <a:latin typeface="Arial"/>
                <a:cs typeface="Arial"/>
              </a:rPr>
              <a:t>token</a:t>
            </a:r>
            <a:r>
              <a:rPr sz="2200" spc="-65" dirty="0">
                <a:solidFill>
                  <a:srgbClr val="282833"/>
                </a:solidFill>
                <a:latin typeface="Arial"/>
                <a:cs typeface="Arial"/>
              </a:rPr>
              <a:t> </a:t>
            </a:r>
            <a:r>
              <a:rPr sz="2200" dirty="0">
                <a:solidFill>
                  <a:srgbClr val="282833"/>
                </a:solidFill>
                <a:latin typeface="Arial"/>
                <a:cs typeface="Arial"/>
              </a:rPr>
              <a:t>rewards</a:t>
            </a:r>
            <a:r>
              <a:rPr sz="2200" spc="-60" dirty="0">
                <a:solidFill>
                  <a:srgbClr val="282833"/>
                </a:solidFill>
                <a:latin typeface="Arial"/>
                <a:cs typeface="Arial"/>
              </a:rPr>
              <a:t> </a:t>
            </a:r>
            <a:r>
              <a:rPr sz="2200" dirty="0">
                <a:solidFill>
                  <a:srgbClr val="282833"/>
                </a:solidFill>
                <a:latin typeface="Arial"/>
                <a:cs typeface="Arial"/>
              </a:rPr>
              <a:t>for</a:t>
            </a:r>
            <a:r>
              <a:rPr sz="2200" spc="-65" dirty="0">
                <a:solidFill>
                  <a:srgbClr val="282833"/>
                </a:solidFill>
                <a:latin typeface="Arial"/>
                <a:cs typeface="Arial"/>
              </a:rPr>
              <a:t> </a:t>
            </a:r>
            <a:r>
              <a:rPr sz="2200" spc="-25" dirty="0">
                <a:solidFill>
                  <a:srgbClr val="282833"/>
                </a:solidFill>
                <a:latin typeface="Arial"/>
                <a:cs typeface="Arial"/>
              </a:rPr>
              <a:t>the </a:t>
            </a:r>
            <a:r>
              <a:rPr sz="2200" dirty="0">
                <a:solidFill>
                  <a:srgbClr val="282833"/>
                </a:solidFill>
                <a:latin typeface="Arial"/>
                <a:cs typeface="Arial"/>
              </a:rPr>
              <a:t>miner</a:t>
            </a:r>
            <a:r>
              <a:rPr sz="2200" spc="-25" dirty="0">
                <a:solidFill>
                  <a:srgbClr val="282833"/>
                </a:solidFill>
                <a:latin typeface="Arial"/>
                <a:cs typeface="Arial"/>
              </a:rPr>
              <a:t> </a:t>
            </a:r>
            <a:r>
              <a:rPr sz="2200" dirty="0">
                <a:solidFill>
                  <a:srgbClr val="282833"/>
                </a:solidFill>
                <a:latin typeface="Arial"/>
                <a:cs typeface="Arial"/>
              </a:rPr>
              <a:t>as</a:t>
            </a:r>
            <a:r>
              <a:rPr sz="2200" spc="-30" dirty="0">
                <a:solidFill>
                  <a:srgbClr val="282833"/>
                </a:solidFill>
                <a:latin typeface="Arial"/>
                <a:cs typeface="Arial"/>
              </a:rPr>
              <a:t> </a:t>
            </a:r>
            <a:r>
              <a:rPr sz="2200" dirty="0">
                <a:solidFill>
                  <a:srgbClr val="282833"/>
                </a:solidFill>
                <a:latin typeface="Arial"/>
                <a:cs typeface="Arial"/>
              </a:rPr>
              <a:t>a</a:t>
            </a:r>
            <a:r>
              <a:rPr sz="2200" spc="-20" dirty="0">
                <a:solidFill>
                  <a:srgbClr val="282833"/>
                </a:solidFill>
                <a:latin typeface="Arial"/>
                <a:cs typeface="Arial"/>
              </a:rPr>
              <a:t> </a:t>
            </a:r>
            <a:r>
              <a:rPr sz="2200" dirty="0">
                <a:solidFill>
                  <a:srgbClr val="282833"/>
                </a:solidFill>
                <a:latin typeface="Arial"/>
                <a:cs typeface="Arial"/>
              </a:rPr>
              <a:t>form</a:t>
            </a:r>
            <a:r>
              <a:rPr sz="2200" spc="-20" dirty="0">
                <a:solidFill>
                  <a:srgbClr val="282833"/>
                </a:solidFill>
                <a:latin typeface="Arial"/>
                <a:cs typeface="Arial"/>
              </a:rPr>
              <a:t> </a:t>
            </a:r>
            <a:r>
              <a:rPr sz="2200" dirty="0">
                <a:solidFill>
                  <a:srgbClr val="282833"/>
                </a:solidFill>
                <a:latin typeface="Arial"/>
                <a:cs typeface="Arial"/>
              </a:rPr>
              <a:t>of</a:t>
            </a:r>
            <a:r>
              <a:rPr sz="2200" spc="-20" dirty="0">
                <a:solidFill>
                  <a:srgbClr val="282833"/>
                </a:solidFill>
                <a:latin typeface="Arial"/>
                <a:cs typeface="Arial"/>
              </a:rPr>
              <a:t> </a:t>
            </a:r>
            <a:r>
              <a:rPr sz="2200" spc="-10" dirty="0">
                <a:solidFill>
                  <a:srgbClr val="282833"/>
                </a:solidFill>
                <a:latin typeface="Arial"/>
                <a:cs typeface="Arial"/>
              </a:rPr>
              <a:t>payment.</a:t>
            </a:r>
            <a:endParaRPr sz="22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685801"/>
            <a:ext cx="7997571" cy="628377"/>
          </a:xfrm>
          <a:prstGeom prst="rect">
            <a:avLst/>
          </a:prstGeom>
        </p:spPr>
        <p:txBody>
          <a:bodyPr vert="horz" wrap="square" lIns="0" tIns="12700" rIns="0" bIns="0" rtlCol="0">
            <a:spAutoFit/>
          </a:bodyPr>
          <a:lstStyle/>
          <a:p>
            <a:pPr marL="12700">
              <a:spcBef>
                <a:spcPts val="100"/>
              </a:spcBef>
            </a:pPr>
            <a:r>
              <a:rPr lang="en-US" spc="-105" dirty="0"/>
              <a:t>4. </a:t>
            </a:r>
            <a:r>
              <a:rPr spc="-105" dirty="0" err="1"/>
              <a:t>Behavioural</a:t>
            </a:r>
            <a:r>
              <a:rPr spc="-105" dirty="0"/>
              <a:t>:</a:t>
            </a:r>
            <a:r>
              <a:rPr spc="-85" dirty="0"/>
              <a:t> </a:t>
            </a:r>
            <a:r>
              <a:rPr spc="-105" dirty="0"/>
              <a:t>Prescriptive</a:t>
            </a:r>
            <a:r>
              <a:rPr spc="-85" dirty="0"/>
              <a:t> </a:t>
            </a:r>
            <a:r>
              <a:rPr spc="-75" dirty="0"/>
              <a:t>Rules</a:t>
            </a:r>
          </a:p>
        </p:txBody>
      </p:sp>
      <p:sp>
        <p:nvSpPr>
          <p:cNvPr id="3" name="object 3"/>
          <p:cNvSpPr txBox="1"/>
          <p:nvPr/>
        </p:nvSpPr>
        <p:spPr>
          <a:xfrm>
            <a:off x="798385" y="1693435"/>
            <a:ext cx="10667999" cy="4267835"/>
          </a:xfrm>
          <a:prstGeom prst="rect">
            <a:avLst/>
          </a:prstGeom>
        </p:spPr>
        <p:txBody>
          <a:bodyPr vert="horz" wrap="square" lIns="0" tIns="12700" rIns="0" bIns="0" rtlCol="0">
            <a:spAutoFit/>
          </a:bodyPr>
          <a:lstStyle/>
          <a:p>
            <a:pPr marL="195580" marR="144145" indent="-182880">
              <a:spcBef>
                <a:spcPts val="100"/>
              </a:spcBef>
              <a:buClr>
                <a:srgbClr val="93A299"/>
              </a:buClr>
              <a:buSzPct val="84090"/>
              <a:buChar char="•"/>
              <a:tabLst>
                <a:tab pos="195580" algn="l"/>
              </a:tabLst>
            </a:pPr>
            <a:r>
              <a:rPr sz="2200" dirty="0">
                <a:solidFill>
                  <a:srgbClr val="282833"/>
                </a:solidFill>
                <a:latin typeface="Arial"/>
                <a:cs typeface="Arial"/>
              </a:rPr>
              <a:t>The</a:t>
            </a:r>
            <a:r>
              <a:rPr sz="2200" spc="-30" dirty="0">
                <a:solidFill>
                  <a:srgbClr val="282833"/>
                </a:solidFill>
                <a:latin typeface="Arial"/>
                <a:cs typeface="Arial"/>
              </a:rPr>
              <a:t> </a:t>
            </a:r>
            <a:r>
              <a:rPr sz="2200" dirty="0">
                <a:solidFill>
                  <a:srgbClr val="282833"/>
                </a:solidFill>
                <a:latin typeface="Arial"/>
                <a:cs typeface="Arial"/>
              </a:rPr>
              <a:t>collaborative</a:t>
            </a:r>
            <a:r>
              <a:rPr sz="2200" spc="-30" dirty="0">
                <a:solidFill>
                  <a:srgbClr val="282833"/>
                </a:solidFill>
                <a:latin typeface="Arial"/>
                <a:cs typeface="Arial"/>
              </a:rPr>
              <a:t> </a:t>
            </a:r>
            <a:r>
              <a:rPr sz="2200" dirty="0">
                <a:solidFill>
                  <a:srgbClr val="282833"/>
                </a:solidFill>
                <a:latin typeface="Arial"/>
                <a:cs typeface="Arial"/>
              </a:rPr>
              <a:t>network</a:t>
            </a:r>
            <a:r>
              <a:rPr sz="2200" spc="-30" dirty="0">
                <a:solidFill>
                  <a:srgbClr val="282833"/>
                </a:solidFill>
                <a:latin typeface="Arial"/>
                <a:cs typeface="Arial"/>
              </a:rPr>
              <a:t> </a:t>
            </a:r>
            <a:r>
              <a:rPr sz="2200" dirty="0">
                <a:solidFill>
                  <a:srgbClr val="282833"/>
                </a:solidFill>
                <a:latin typeface="Arial"/>
                <a:cs typeface="Arial"/>
              </a:rPr>
              <a:t>will</a:t>
            </a:r>
            <a:r>
              <a:rPr sz="2200" spc="-45" dirty="0">
                <a:solidFill>
                  <a:srgbClr val="282833"/>
                </a:solidFill>
                <a:latin typeface="Arial"/>
                <a:cs typeface="Arial"/>
              </a:rPr>
              <a:t> </a:t>
            </a:r>
            <a:r>
              <a:rPr sz="2200" dirty="0">
                <a:solidFill>
                  <a:srgbClr val="282833"/>
                </a:solidFill>
                <a:latin typeface="Arial"/>
                <a:cs typeface="Arial"/>
              </a:rPr>
              <a:t>require</a:t>
            </a:r>
            <a:r>
              <a:rPr sz="2200" spc="-20" dirty="0">
                <a:solidFill>
                  <a:srgbClr val="282833"/>
                </a:solidFill>
                <a:latin typeface="Arial"/>
                <a:cs typeface="Arial"/>
              </a:rPr>
              <a:t> </a:t>
            </a:r>
            <a:r>
              <a:rPr sz="2200" dirty="0">
                <a:solidFill>
                  <a:srgbClr val="282833"/>
                </a:solidFill>
                <a:latin typeface="Arial"/>
                <a:cs typeface="Arial"/>
              </a:rPr>
              <a:t>a</a:t>
            </a:r>
            <a:r>
              <a:rPr sz="2200" spc="-30" dirty="0">
                <a:solidFill>
                  <a:srgbClr val="282833"/>
                </a:solidFill>
                <a:latin typeface="Arial"/>
                <a:cs typeface="Arial"/>
              </a:rPr>
              <a:t> </a:t>
            </a:r>
            <a:r>
              <a:rPr sz="2200" dirty="0">
                <a:solidFill>
                  <a:srgbClr val="282833"/>
                </a:solidFill>
                <a:latin typeface="Arial"/>
                <a:cs typeface="Arial"/>
              </a:rPr>
              <a:t>set</a:t>
            </a:r>
            <a:r>
              <a:rPr sz="2200" spc="-30" dirty="0">
                <a:solidFill>
                  <a:srgbClr val="282833"/>
                </a:solidFill>
                <a:latin typeface="Arial"/>
                <a:cs typeface="Arial"/>
              </a:rPr>
              <a:t> </a:t>
            </a:r>
            <a:r>
              <a:rPr sz="2200" dirty="0">
                <a:solidFill>
                  <a:srgbClr val="282833"/>
                </a:solidFill>
                <a:latin typeface="Arial"/>
                <a:cs typeface="Arial"/>
              </a:rPr>
              <a:t>of</a:t>
            </a:r>
            <a:r>
              <a:rPr sz="2200" spc="-30" dirty="0">
                <a:solidFill>
                  <a:srgbClr val="282833"/>
                </a:solidFill>
                <a:latin typeface="Arial"/>
                <a:cs typeface="Arial"/>
              </a:rPr>
              <a:t> </a:t>
            </a:r>
            <a:r>
              <a:rPr sz="2200" dirty="0">
                <a:solidFill>
                  <a:srgbClr val="282833"/>
                </a:solidFill>
                <a:latin typeface="Arial"/>
                <a:cs typeface="Arial"/>
              </a:rPr>
              <a:t>rules</a:t>
            </a:r>
            <a:r>
              <a:rPr sz="2200" spc="-30" dirty="0">
                <a:solidFill>
                  <a:srgbClr val="282833"/>
                </a:solidFill>
                <a:latin typeface="Arial"/>
                <a:cs typeface="Arial"/>
              </a:rPr>
              <a:t> </a:t>
            </a:r>
            <a:r>
              <a:rPr sz="2200" dirty="0">
                <a:solidFill>
                  <a:srgbClr val="282833"/>
                </a:solidFill>
                <a:latin typeface="Arial"/>
                <a:cs typeface="Arial"/>
              </a:rPr>
              <a:t>that</a:t>
            </a:r>
            <a:r>
              <a:rPr sz="2200" spc="-30" dirty="0">
                <a:solidFill>
                  <a:srgbClr val="282833"/>
                </a:solidFill>
                <a:latin typeface="Arial"/>
                <a:cs typeface="Arial"/>
              </a:rPr>
              <a:t> </a:t>
            </a:r>
            <a:r>
              <a:rPr sz="2200" spc="-10" dirty="0">
                <a:solidFill>
                  <a:srgbClr val="282833"/>
                </a:solidFill>
                <a:latin typeface="Arial"/>
                <a:cs typeface="Arial"/>
              </a:rPr>
              <a:t>members </a:t>
            </a:r>
            <a:r>
              <a:rPr sz="2200" dirty="0">
                <a:solidFill>
                  <a:srgbClr val="282833"/>
                </a:solidFill>
                <a:latin typeface="Arial"/>
                <a:cs typeface="Arial"/>
              </a:rPr>
              <a:t>of</a:t>
            </a:r>
            <a:r>
              <a:rPr sz="2200" spc="-60" dirty="0">
                <a:solidFill>
                  <a:srgbClr val="282833"/>
                </a:solidFill>
                <a:latin typeface="Arial"/>
                <a:cs typeface="Arial"/>
              </a:rPr>
              <a:t> </a:t>
            </a:r>
            <a:r>
              <a:rPr sz="2200" dirty="0">
                <a:solidFill>
                  <a:srgbClr val="282833"/>
                </a:solidFill>
                <a:latin typeface="Arial"/>
                <a:cs typeface="Arial"/>
              </a:rPr>
              <a:t>the</a:t>
            </a:r>
            <a:r>
              <a:rPr sz="2200" spc="-60" dirty="0">
                <a:solidFill>
                  <a:srgbClr val="282833"/>
                </a:solidFill>
                <a:latin typeface="Arial"/>
                <a:cs typeface="Arial"/>
              </a:rPr>
              <a:t> </a:t>
            </a:r>
            <a:r>
              <a:rPr sz="2200" dirty="0">
                <a:solidFill>
                  <a:srgbClr val="282833"/>
                </a:solidFill>
                <a:latin typeface="Arial"/>
                <a:cs typeface="Arial"/>
              </a:rPr>
              <a:t>network</a:t>
            </a:r>
            <a:r>
              <a:rPr sz="2200" spc="-55" dirty="0">
                <a:solidFill>
                  <a:srgbClr val="282833"/>
                </a:solidFill>
                <a:latin typeface="Arial"/>
                <a:cs typeface="Arial"/>
              </a:rPr>
              <a:t> </a:t>
            </a:r>
            <a:r>
              <a:rPr sz="2200" dirty="0">
                <a:solidFill>
                  <a:srgbClr val="282833"/>
                </a:solidFill>
                <a:latin typeface="Arial"/>
                <a:cs typeface="Arial"/>
              </a:rPr>
              <a:t>agree</a:t>
            </a:r>
            <a:r>
              <a:rPr sz="2200" spc="-50" dirty="0">
                <a:solidFill>
                  <a:srgbClr val="282833"/>
                </a:solidFill>
                <a:latin typeface="Arial"/>
                <a:cs typeface="Arial"/>
              </a:rPr>
              <a:t> </a:t>
            </a:r>
            <a:r>
              <a:rPr sz="2200" dirty="0">
                <a:solidFill>
                  <a:srgbClr val="282833"/>
                </a:solidFill>
                <a:latin typeface="Arial"/>
                <a:cs typeface="Arial"/>
              </a:rPr>
              <a:t>to</a:t>
            </a:r>
            <a:r>
              <a:rPr sz="2200" spc="-55" dirty="0">
                <a:solidFill>
                  <a:srgbClr val="282833"/>
                </a:solidFill>
                <a:latin typeface="Arial"/>
                <a:cs typeface="Arial"/>
              </a:rPr>
              <a:t> </a:t>
            </a:r>
            <a:r>
              <a:rPr sz="2200" dirty="0">
                <a:solidFill>
                  <a:srgbClr val="282833"/>
                </a:solidFill>
                <a:latin typeface="Arial"/>
                <a:cs typeface="Arial"/>
              </a:rPr>
              <a:t>abide</a:t>
            </a:r>
            <a:r>
              <a:rPr sz="2200" spc="-60" dirty="0">
                <a:solidFill>
                  <a:srgbClr val="282833"/>
                </a:solidFill>
                <a:latin typeface="Arial"/>
                <a:cs typeface="Arial"/>
              </a:rPr>
              <a:t> </a:t>
            </a:r>
            <a:r>
              <a:rPr sz="2200" spc="-40" dirty="0">
                <a:solidFill>
                  <a:srgbClr val="282833"/>
                </a:solidFill>
                <a:latin typeface="Arial"/>
                <a:cs typeface="Arial"/>
              </a:rPr>
              <a:t>by.</a:t>
            </a:r>
            <a:r>
              <a:rPr sz="2200" spc="-100" dirty="0">
                <a:solidFill>
                  <a:srgbClr val="282833"/>
                </a:solidFill>
                <a:latin typeface="Arial"/>
                <a:cs typeface="Arial"/>
              </a:rPr>
              <a:t> </a:t>
            </a:r>
            <a:r>
              <a:rPr sz="2200" dirty="0">
                <a:solidFill>
                  <a:srgbClr val="282833"/>
                </a:solidFill>
                <a:latin typeface="Arial"/>
                <a:cs typeface="Arial"/>
              </a:rPr>
              <a:t>These</a:t>
            </a:r>
            <a:r>
              <a:rPr sz="2200" spc="-55" dirty="0">
                <a:solidFill>
                  <a:srgbClr val="282833"/>
                </a:solidFill>
                <a:latin typeface="Arial"/>
                <a:cs typeface="Arial"/>
              </a:rPr>
              <a:t> </a:t>
            </a:r>
            <a:r>
              <a:rPr sz="2200" dirty="0">
                <a:solidFill>
                  <a:srgbClr val="282833"/>
                </a:solidFill>
                <a:latin typeface="Arial"/>
                <a:cs typeface="Arial"/>
              </a:rPr>
              <a:t>rules</a:t>
            </a:r>
            <a:r>
              <a:rPr sz="2200" spc="-60" dirty="0">
                <a:solidFill>
                  <a:srgbClr val="282833"/>
                </a:solidFill>
                <a:latin typeface="Arial"/>
                <a:cs typeface="Arial"/>
              </a:rPr>
              <a:t> </a:t>
            </a:r>
            <a:r>
              <a:rPr sz="2200" dirty="0">
                <a:solidFill>
                  <a:srgbClr val="282833"/>
                </a:solidFill>
                <a:latin typeface="Arial"/>
                <a:cs typeface="Arial"/>
              </a:rPr>
              <a:t>prescribe</a:t>
            </a:r>
            <a:r>
              <a:rPr sz="2200" spc="-55" dirty="0">
                <a:solidFill>
                  <a:srgbClr val="282833"/>
                </a:solidFill>
                <a:latin typeface="Arial"/>
                <a:cs typeface="Arial"/>
              </a:rPr>
              <a:t> </a:t>
            </a:r>
            <a:r>
              <a:rPr sz="2200" spc="-25" dirty="0">
                <a:solidFill>
                  <a:srgbClr val="282833"/>
                </a:solidFill>
                <a:latin typeface="Arial"/>
                <a:cs typeface="Arial"/>
              </a:rPr>
              <a:t>how </a:t>
            </a:r>
            <a:r>
              <a:rPr sz="2200" dirty="0">
                <a:solidFill>
                  <a:srgbClr val="282833"/>
                </a:solidFill>
                <a:latin typeface="Arial"/>
                <a:cs typeface="Arial"/>
              </a:rPr>
              <a:t>members</a:t>
            </a:r>
            <a:r>
              <a:rPr sz="2200" spc="-45" dirty="0">
                <a:solidFill>
                  <a:srgbClr val="282833"/>
                </a:solidFill>
                <a:latin typeface="Arial"/>
                <a:cs typeface="Arial"/>
              </a:rPr>
              <a:t> </a:t>
            </a:r>
            <a:r>
              <a:rPr sz="2200" dirty="0">
                <a:solidFill>
                  <a:srgbClr val="282833"/>
                </a:solidFill>
                <a:latin typeface="Arial"/>
                <a:cs typeface="Arial"/>
              </a:rPr>
              <a:t>are</a:t>
            </a:r>
            <a:r>
              <a:rPr sz="2200" spc="-40" dirty="0">
                <a:solidFill>
                  <a:srgbClr val="282833"/>
                </a:solidFill>
                <a:latin typeface="Arial"/>
                <a:cs typeface="Arial"/>
              </a:rPr>
              <a:t> </a:t>
            </a:r>
            <a:r>
              <a:rPr sz="2200" dirty="0">
                <a:solidFill>
                  <a:srgbClr val="282833"/>
                </a:solidFill>
                <a:latin typeface="Arial"/>
                <a:cs typeface="Arial"/>
              </a:rPr>
              <a:t>expected</a:t>
            </a:r>
            <a:r>
              <a:rPr sz="2200" spc="-50" dirty="0">
                <a:solidFill>
                  <a:srgbClr val="282833"/>
                </a:solidFill>
                <a:latin typeface="Arial"/>
                <a:cs typeface="Arial"/>
              </a:rPr>
              <a:t> </a:t>
            </a:r>
            <a:r>
              <a:rPr sz="2200" dirty="0">
                <a:solidFill>
                  <a:srgbClr val="282833"/>
                </a:solidFill>
                <a:latin typeface="Arial"/>
                <a:cs typeface="Arial"/>
              </a:rPr>
              <a:t>to</a:t>
            </a:r>
            <a:r>
              <a:rPr sz="2200" spc="-40" dirty="0">
                <a:solidFill>
                  <a:srgbClr val="282833"/>
                </a:solidFill>
                <a:latin typeface="Arial"/>
                <a:cs typeface="Arial"/>
              </a:rPr>
              <a:t> </a:t>
            </a:r>
            <a:r>
              <a:rPr sz="2200" dirty="0">
                <a:solidFill>
                  <a:srgbClr val="282833"/>
                </a:solidFill>
                <a:latin typeface="Arial"/>
                <a:cs typeface="Arial"/>
              </a:rPr>
              <a:t>behave</a:t>
            </a:r>
            <a:r>
              <a:rPr sz="2200" spc="-40" dirty="0">
                <a:solidFill>
                  <a:srgbClr val="282833"/>
                </a:solidFill>
                <a:latin typeface="Arial"/>
                <a:cs typeface="Arial"/>
              </a:rPr>
              <a:t> </a:t>
            </a:r>
            <a:r>
              <a:rPr sz="2200" dirty="0">
                <a:solidFill>
                  <a:srgbClr val="282833"/>
                </a:solidFill>
                <a:latin typeface="Arial"/>
                <a:cs typeface="Arial"/>
              </a:rPr>
              <a:t>in</a:t>
            </a:r>
            <a:r>
              <a:rPr sz="2200" spc="-50" dirty="0">
                <a:solidFill>
                  <a:srgbClr val="282833"/>
                </a:solidFill>
                <a:latin typeface="Arial"/>
                <a:cs typeface="Arial"/>
              </a:rPr>
              <a:t> </a:t>
            </a:r>
            <a:r>
              <a:rPr sz="2200" dirty="0">
                <a:solidFill>
                  <a:srgbClr val="282833"/>
                </a:solidFill>
                <a:latin typeface="Arial"/>
                <a:cs typeface="Arial"/>
              </a:rPr>
              <a:t>order</a:t>
            </a:r>
            <a:r>
              <a:rPr sz="2200" spc="-30" dirty="0">
                <a:solidFill>
                  <a:srgbClr val="282833"/>
                </a:solidFill>
                <a:latin typeface="Arial"/>
                <a:cs typeface="Arial"/>
              </a:rPr>
              <a:t> </a:t>
            </a:r>
            <a:r>
              <a:rPr sz="2200" dirty="0">
                <a:solidFill>
                  <a:srgbClr val="282833"/>
                </a:solidFill>
                <a:latin typeface="Arial"/>
                <a:cs typeface="Arial"/>
              </a:rPr>
              <a:t>for</a:t>
            </a:r>
            <a:r>
              <a:rPr sz="2200" spc="-40"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spc="-10" dirty="0">
                <a:solidFill>
                  <a:srgbClr val="282833"/>
                </a:solidFill>
                <a:latin typeface="Arial"/>
                <a:cs typeface="Arial"/>
              </a:rPr>
              <a:t>collaborative </a:t>
            </a:r>
            <a:r>
              <a:rPr sz="2200" dirty="0">
                <a:solidFill>
                  <a:srgbClr val="282833"/>
                </a:solidFill>
                <a:latin typeface="Arial"/>
                <a:cs typeface="Arial"/>
              </a:rPr>
              <a:t>network</a:t>
            </a:r>
            <a:r>
              <a:rPr sz="2200" spc="-50" dirty="0">
                <a:solidFill>
                  <a:srgbClr val="282833"/>
                </a:solidFill>
                <a:latin typeface="Arial"/>
                <a:cs typeface="Arial"/>
              </a:rPr>
              <a:t> </a:t>
            </a:r>
            <a:r>
              <a:rPr sz="2200" dirty="0">
                <a:solidFill>
                  <a:srgbClr val="282833"/>
                </a:solidFill>
                <a:latin typeface="Arial"/>
                <a:cs typeface="Arial"/>
              </a:rPr>
              <a:t>to</a:t>
            </a:r>
            <a:r>
              <a:rPr sz="2200" spc="-50" dirty="0">
                <a:solidFill>
                  <a:srgbClr val="282833"/>
                </a:solidFill>
                <a:latin typeface="Arial"/>
                <a:cs typeface="Arial"/>
              </a:rPr>
              <a:t> </a:t>
            </a:r>
            <a:r>
              <a:rPr sz="2200" spc="-10" dirty="0">
                <a:solidFill>
                  <a:srgbClr val="282833"/>
                </a:solidFill>
                <a:latin typeface="Arial"/>
                <a:cs typeface="Arial"/>
              </a:rPr>
              <a:t>function.</a:t>
            </a:r>
            <a:endParaRPr sz="2200" dirty="0">
              <a:latin typeface="Arial"/>
              <a:cs typeface="Arial"/>
            </a:endParaRPr>
          </a:p>
          <a:p>
            <a:pPr marL="195580" marR="130810" indent="-182880">
              <a:spcBef>
                <a:spcPts val="530"/>
              </a:spcBef>
              <a:buClr>
                <a:srgbClr val="93A299"/>
              </a:buClr>
              <a:buSzPct val="84090"/>
              <a:buChar char="•"/>
              <a:tabLst>
                <a:tab pos="195580" algn="l"/>
              </a:tabLst>
            </a:pPr>
            <a:r>
              <a:rPr sz="2200" dirty="0">
                <a:solidFill>
                  <a:srgbClr val="282833"/>
                </a:solidFill>
                <a:latin typeface="Arial"/>
                <a:cs typeface="Arial"/>
              </a:rPr>
              <a:t>At</a:t>
            </a:r>
            <a:r>
              <a:rPr sz="2200" spc="-40" dirty="0">
                <a:solidFill>
                  <a:srgbClr val="282833"/>
                </a:solidFill>
                <a:latin typeface="Arial"/>
                <a:cs typeface="Arial"/>
              </a:rPr>
              <a:t> </a:t>
            </a:r>
            <a:r>
              <a:rPr sz="2200" dirty="0">
                <a:solidFill>
                  <a:srgbClr val="282833"/>
                </a:solidFill>
                <a:latin typeface="Arial"/>
                <a:cs typeface="Arial"/>
              </a:rPr>
              <a:t>a</a:t>
            </a:r>
            <a:r>
              <a:rPr sz="2200" spc="-40" dirty="0">
                <a:solidFill>
                  <a:srgbClr val="282833"/>
                </a:solidFill>
                <a:latin typeface="Arial"/>
                <a:cs typeface="Arial"/>
              </a:rPr>
              <a:t> </a:t>
            </a:r>
            <a:r>
              <a:rPr sz="2200" dirty="0">
                <a:solidFill>
                  <a:srgbClr val="282833"/>
                </a:solidFill>
                <a:latin typeface="Arial"/>
                <a:cs typeface="Arial"/>
              </a:rPr>
              <a:t>basic</a:t>
            </a:r>
            <a:r>
              <a:rPr sz="2200" spc="-35" dirty="0">
                <a:solidFill>
                  <a:srgbClr val="282833"/>
                </a:solidFill>
                <a:latin typeface="Arial"/>
                <a:cs typeface="Arial"/>
              </a:rPr>
              <a:t> </a:t>
            </a:r>
            <a:r>
              <a:rPr sz="2200" dirty="0">
                <a:solidFill>
                  <a:srgbClr val="282833"/>
                </a:solidFill>
                <a:latin typeface="Arial"/>
                <a:cs typeface="Arial"/>
              </a:rPr>
              <a:t>level,</a:t>
            </a:r>
            <a:r>
              <a:rPr sz="2200" spc="-50"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dirty="0">
                <a:solidFill>
                  <a:srgbClr val="282833"/>
                </a:solidFill>
                <a:latin typeface="Arial"/>
                <a:cs typeface="Arial"/>
              </a:rPr>
              <a:t>members</a:t>
            </a:r>
            <a:r>
              <a:rPr sz="2200" spc="-30" dirty="0">
                <a:solidFill>
                  <a:srgbClr val="282833"/>
                </a:solidFill>
                <a:latin typeface="Arial"/>
                <a:cs typeface="Arial"/>
              </a:rPr>
              <a:t> </a:t>
            </a:r>
            <a:r>
              <a:rPr sz="2200" dirty="0">
                <a:solidFill>
                  <a:srgbClr val="282833"/>
                </a:solidFill>
                <a:latin typeface="Arial"/>
                <a:cs typeface="Arial"/>
              </a:rPr>
              <a:t>of</a:t>
            </a:r>
            <a:r>
              <a:rPr sz="2200" spc="-35"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dirty="0">
                <a:solidFill>
                  <a:srgbClr val="282833"/>
                </a:solidFill>
                <a:latin typeface="Arial"/>
                <a:cs typeface="Arial"/>
              </a:rPr>
              <a:t>network</a:t>
            </a:r>
            <a:r>
              <a:rPr sz="2200" spc="-35" dirty="0">
                <a:solidFill>
                  <a:srgbClr val="282833"/>
                </a:solidFill>
                <a:latin typeface="Arial"/>
                <a:cs typeface="Arial"/>
              </a:rPr>
              <a:t> </a:t>
            </a:r>
            <a:r>
              <a:rPr sz="2200" dirty="0">
                <a:solidFill>
                  <a:srgbClr val="282833"/>
                </a:solidFill>
                <a:latin typeface="Arial"/>
                <a:cs typeface="Arial"/>
              </a:rPr>
              <a:t>agree</a:t>
            </a:r>
            <a:r>
              <a:rPr sz="2200" spc="-30" dirty="0">
                <a:solidFill>
                  <a:srgbClr val="282833"/>
                </a:solidFill>
                <a:latin typeface="Arial"/>
                <a:cs typeface="Arial"/>
              </a:rPr>
              <a:t> </a:t>
            </a:r>
            <a:r>
              <a:rPr sz="2200" dirty="0">
                <a:solidFill>
                  <a:srgbClr val="282833"/>
                </a:solidFill>
                <a:latin typeface="Arial"/>
                <a:cs typeface="Arial"/>
              </a:rPr>
              <a:t>to</a:t>
            </a:r>
            <a:r>
              <a:rPr sz="2200" spc="-40" dirty="0">
                <a:solidFill>
                  <a:srgbClr val="282833"/>
                </a:solidFill>
                <a:latin typeface="Arial"/>
                <a:cs typeface="Arial"/>
              </a:rPr>
              <a:t> </a:t>
            </a:r>
            <a:r>
              <a:rPr sz="2200" dirty="0">
                <a:solidFill>
                  <a:srgbClr val="282833"/>
                </a:solidFill>
                <a:latin typeface="Arial"/>
                <a:cs typeface="Arial"/>
              </a:rPr>
              <a:t>respect</a:t>
            </a:r>
            <a:r>
              <a:rPr sz="2200" spc="-35" dirty="0">
                <a:solidFill>
                  <a:srgbClr val="282833"/>
                </a:solidFill>
                <a:latin typeface="Arial"/>
                <a:cs typeface="Arial"/>
              </a:rPr>
              <a:t> </a:t>
            </a:r>
            <a:r>
              <a:rPr sz="2200" spc="-25" dirty="0">
                <a:solidFill>
                  <a:srgbClr val="282833"/>
                </a:solidFill>
                <a:latin typeface="Arial"/>
                <a:cs typeface="Arial"/>
              </a:rPr>
              <a:t>all </a:t>
            </a:r>
            <a:r>
              <a:rPr sz="2200" dirty="0">
                <a:solidFill>
                  <a:srgbClr val="282833"/>
                </a:solidFill>
                <a:latin typeface="Arial"/>
                <a:cs typeface="Arial"/>
              </a:rPr>
              <a:t>permission</a:t>
            </a:r>
            <a:r>
              <a:rPr sz="2200" spc="-50" dirty="0">
                <a:solidFill>
                  <a:srgbClr val="282833"/>
                </a:solidFill>
                <a:latin typeface="Arial"/>
                <a:cs typeface="Arial"/>
              </a:rPr>
              <a:t> </a:t>
            </a:r>
            <a:r>
              <a:rPr sz="2200" dirty="0">
                <a:solidFill>
                  <a:srgbClr val="282833"/>
                </a:solidFill>
                <a:latin typeface="Arial"/>
                <a:cs typeface="Arial"/>
              </a:rPr>
              <a:t>rules</a:t>
            </a:r>
            <a:r>
              <a:rPr sz="2200" spc="-45" dirty="0">
                <a:solidFill>
                  <a:srgbClr val="282833"/>
                </a:solidFill>
                <a:latin typeface="Arial"/>
                <a:cs typeface="Arial"/>
              </a:rPr>
              <a:t> </a:t>
            </a:r>
            <a:r>
              <a:rPr sz="2200" dirty="0">
                <a:solidFill>
                  <a:srgbClr val="282833"/>
                </a:solidFill>
                <a:latin typeface="Arial"/>
                <a:cs typeface="Arial"/>
              </a:rPr>
              <a:t>and</a:t>
            </a:r>
            <a:r>
              <a:rPr sz="2200" spc="-50" dirty="0">
                <a:solidFill>
                  <a:srgbClr val="282833"/>
                </a:solidFill>
                <a:latin typeface="Arial"/>
                <a:cs typeface="Arial"/>
              </a:rPr>
              <a:t> </a:t>
            </a:r>
            <a:r>
              <a:rPr sz="2200" dirty="0">
                <a:solidFill>
                  <a:srgbClr val="282833"/>
                </a:solidFill>
                <a:latin typeface="Arial"/>
                <a:cs typeface="Arial"/>
              </a:rPr>
              <a:t>blockchain</a:t>
            </a:r>
            <a:r>
              <a:rPr sz="2200" spc="-65" dirty="0">
                <a:solidFill>
                  <a:srgbClr val="282833"/>
                </a:solidFill>
                <a:latin typeface="Arial"/>
                <a:cs typeface="Arial"/>
              </a:rPr>
              <a:t> </a:t>
            </a:r>
            <a:r>
              <a:rPr sz="2200" dirty="0">
                <a:solidFill>
                  <a:srgbClr val="282833"/>
                </a:solidFill>
                <a:latin typeface="Arial"/>
                <a:cs typeface="Arial"/>
              </a:rPr>
              <a:t>processes</a:t>
            </a:r>
            <a:r>
              <a:rPr sz="2200" spc="-50" dirty="0">
                <a:solidFill>
                  <a:srgbClr val="282833"/>
                </a:solidFill>
                <a:latin typeface="Arial"/>
                <a:cs typeface="Arial"/>
              </a:rPr>
              <a:t> </a:t>
            </a:r>
            <a:r>
              <a:rPr sz="2200" dirty="0">
                <a:solidFill>
                  <a:srgbClr val="282833"/>
                </a:solidFill>
                <a:latin typeface="Arial"/>
                <a:cs typeface="Arial"/>
              </a:rPr>
              <a:t>and</a:t>
            </a:r>
            <a:r>
              <a:rPr sz="2200" spc="-45" dirty="0">
                <a:solidFill>
                  <a:srgbClr val="282833"/>
                </a:solidFill>
                <a:latin typeface="Arial"/>
                <a:cs typeface="Arial"/>
              </a:rPr>
              <a:t> </a:t>
            </a:r>
            <a:r>
              <a:rPr sz="2200" dirty="0">
                <a:solidFill>
                  <a:srgbClr val="282833"/>
                </a:solidFill>
                <a:latin typeface="Arial"/>
                <a:cs typeface="Arial"/>
              </a:rPr>
              <a:t>not</a:t>
            </a:r>
            <a:r>
              <a:rPr sz="2200" spc="-45" dirty="0">
                <a:solidFill>
                  <a:srgbClr val="282833"/>
                </a:solidFill>
                <a:latin typeface="Arial"/>
                <a:cs typeface="Arial"/>
              </a:rPr>
              <a:t> </a:t>
            </a:r>
            <a:r>
              <a:rPr sz="2200" dirty="0">
                <a:solidFill>
                  <a:srgbClr val="282833"/>
                </a:solidFill>
                <a:latin typeface="Arial"/>
                <a:cs typeface="Arial"/>
              </a:rPr>
              <a:t>to</a:t>
            </a:r>
            <a:r>
              <a:rPr sz="2200" spc="-50" dirty="0">
                <a:solidFill>
                  <a:srgbClr val="282833"/>
                </a:solidFill>
                <a:latin typeface="Arial"/>
                <a:cs typeface="Arial"/>
              </a:rPr>
              <a:t> </a:t>
            </a:r>
            <a:r>
              <a:rPr sz="2200" spc="-10" dirty="0">
                <a:solidFill>
                  <a:srgbClr val="282833"/>
                </a:solidFill>
                <a:latin typeface="Arial"/>
                <a:cs typeface="Arial"/>
              </a:rPr>
              <a:t>circumvent </a:t>
            </a:r>
            <a:r>
              <a:rPr sz="2200" dirty="0">
                <a:solidFill>
                  <a:srgbClr val="282833"/>
                </a:solidFill>
                <a:latin typeface="Arial"/>
                <a:cs typeface="Arial"/>
              </a:rPr>
              <a:t>the</a:t>
            </a:r>
            <a:r>
              <a:rPr sz="2200" spc="-40" dirty="0">
                <a:solidFill>
                  <a:srgbClr val="282833"/>
                </a:solidFill>
                <a:latin typeface="Arial"/>
                <a:cs typeface="Arial"/>
              </a:rPr>
              <a:t> </a:t>
            </a:r>
            <a:r>
              <a:rPr sz="2200" dirty="0">
                <a:solidFill>
                  <a:srgbClr val="282833"/>
                </a:solidFill>
                <a:latin typeface="Arial"/>
                <a:cs typeface="Arial"/>
              </a:rPr>
              <a:t>security</a:t>
            </a:r>
            <a:r>
              <a:rPr sz="2200" spc="-60" dirty="0">
                <a:solidFill>
                  <a:srgbClr val="282833"/>
                </a:solidFill>
                <a:latin typeface="Arial"/>
                <a:cs typeface="Arial"/>
              </a:rPr>
              <a:t> </a:t>
            </a:r>
            <a:r>
              <a:rPr sz="2200" dirty="0">
                <a:solidFill>
                  <a:srgbClr val="282833"/>
                </a:solidFill>
                <a:latin typeface="Arial"/>
                <a:cs typeface="Arial"/>
              </a:rPr>
              <a:t>controls</a:t>
            </a:r>
            <a:r>
              <a:rPr sz="2200" spc="-35" dirty="0">
                <a:solidFill>
                  <a:srgbClr val="282833"/>
                </a:solidFill>
                <a:latin typeface="Arial"/>
                <a:cs typeface="Arial"/>
              </a:rPr>
              <a:t> </a:t>
            </a:r>
            <a:r>
              <a:rPr sz="2200" dirty="0">
                <a:solidFill>
                  <a:srgbClr val="282833"/>
                </a:solidFill>
                <a:latin typeface="Arial"/>
                <a:cs typeface="Arial"/>
              </a:rPr>
              <a:t>in</a:t>
            </a:r>
            <a:r>
              <a:rPr sz="2200" spc="-50" dirty="0">
                <a:solidFill>
                  <a:srgbClr val="282833"/>
                </a:solidFill>
                <a:latin typeface="Arial"/>
                <a:cs typeface="Arial"/>
              </a:rPr>
              <a:t> </a:t>
            </a:r>
            <a:r>
              <a:rPr sz="2200" dirty="0">
                <a:solidFill>
                  <a:srgbClr val="282833"/>
                </a:solidFill>
                <a:latin typeface="Arial"/>
                <a:cs typeface="Arial"/>
              </a:rPr>
              <a:t>the</a:t>
            </a:r>
            <a:r>
              <a:rPr sz="2200" spc="-35" dirty="0">
                <a:solidFill>
                  <a:srgbClr val="282833"/>
                </a:solidFill>
                <a:latin typeface="Arial"/>
                <a:cs typeface="Arial"/>
              </a:rPr>
              <a:t> </a:t>
            </a:r>
            <a:r>
              <a:rPr sz="2200" spc="-10" dirty="0">
                <a:solidFill>
                  <a:srgbClr val="282833"/>
                </a:solidFill>
                <a:latin typeface="Arial"/>
                <a:cs typeface="Arial"/>
              </a:rPr>
              <a:t>blockchain.</a:t>
            </a:r>
            <a:endParaRPr sz="2200" dirty="0">
              <a:latin typeface="Arial"/>
              <a:cs typeface="Arial"/>
            </a:endParaRPr>
          </a:p>
          <a:p>
            <a:pPr marL="195580" marR="5080" indent="-182880">
              <a:spcBef>
                <a:spcPts val="525"/>
              </a:spcBef>
              <a:buClr>
                <a:srgbClr val="93A299"/>
              </a:buClr>
              <a:buSzPct val="84090"/>
              <a:buChar char="•"/>
              <a:tabLst>
                <a:tab pos="195580" algn="l"/>
              </a:tabLst>
            </a:pPr>
            <a:r>
              <a:rPr sz="2200" dirty="0">
                <a:solidFill>
                  <a:srgbClr val="282833"/>
                </a:solidFill>
                <a:latin typeface="Arial"/>
                <a:cs typeface="Arial"/>
              </a:rPr>
              <a:t>There</a:t>
            </a:r>
            <a:r>
              <a:rPr sz="2200" spc="-25" dirty="0">
                <a:solidFill>
                  <a:srgbClr val="282833"/>
                </a:solidFill>
                <a:latin typeface="Arial"/>
                <a:cs typeface="Arial"/>
              </a:rPr>
              <a:t> </a:t>
            </a:r>
            <a:r>
              <a:rPr sz="2200" dirty="0">
                <a:solidFill>
                  <a:srgbClr val="282833"/>
                </a:solidFill>
                <a:latin typeface="Arial"/>
                <a:cs typeface="Arial"/>
              </a:rPr>
              <a:t>needs</a:t>
            </a:r>
            <a:r>
              <a:rPr sz="2200" spc="-40" dirty="0">
                <a:solidFill>
                  <a:srgbClr val="282833"/>
                </a:solidFill>
                <a:latin typeface="Arial"/>
                <a:cs typeface="Arial"/>
              </a:rPr>
              <a:t> </a:t>
            </a:r>
            <a:r>
              <a:rPr sz="2200" dirty="0">
                <a:solidFill>
                  <a:srgbClr val="282833"/>
                </a:solidFill>
                <a:latin typeface="Arial"/>
                <a:cs typeface="Arial"/>
              </a:rPr>
              <a:t>to</a:t>
            </a:r>
            <a:r>
              <a:rPr sz="2200" spc="-40" dirty="0">
                <a:solidFill>
                  <a:srgbClr val="282833"/>
                </a:solidFill>
                <a:latin typeface="Arial"/>
                <a:cs typeface="Arial"/>
              </a:rPr>
              <a:t> </a:t>
            </a:r>
            <a:r>
              <a:rPr sz="2200" dirty="0">
                <a:solidFill>
                  <a:srgbClr val="282833"/>
                </a:solidFill>
                <a:latin typeface="Arial"/>
                <a:cs typeface="Arial"/>
              </a:rPr>
              <a:t>be</a:t>
            </a:r>
            <a:r>
              <a:rPr sz="2200" spc="-40" dirty="0">
                <a:solidFill>
                  <a:srgbClr val="282833"/>
                </a:solidFill>
                <a:latin typeface="Arial"/>
                <a:cs typeface="Arial"/>
              </a:rPr>
              <a:t> </a:t>
            </a:r>
            <a:r>
              <a:rPr sz="2200" dirty="0">
                <a:solidFill>
                  <a:srgbClr val="282833"/>
                </a:solidFill>
                <a:latin typeface="Arial"/>
                <a:cs typeface="Arial"/>
              </a:rPr>
              <a:t>agreement</a:t>
            </a:r>
            <a:r>
              <a:rPr sz="2200" spc="-20" dirty="0">
                <a:solidFill>
                  <a:srgbClr val="282833"/>
                </a:solidFill>
                <a:latin typeface="Arial"/>
                <a:cs typeface="Arial"/>
              </a:rPr>
              <a:t> </a:t>
            </a:r>
            <a:r>
              <a:rPr sz="2200" dirty="0">
                <a:solidFill>
                  <a:srgbClr val="282833"/>
                </a:solidFill>
                <a:latin typeface="Arial"/>
                <a:cs typeface="Arial"/>
              </a:rPr>
              <a:t>as</a:t>
            </a:r>
            <a:r>
              <a:rPr sz="2200" spc="-40" dirty="0">
                <a:solidFill>
                  <a:srgbClr val="282833"/>
                </a:solidFill>
                <a:latin typeface="Arial"/>
                <a:cs typeface="Arial"/>
              </a:rPr>
              <a:t> </a:t>
            </a:r>
            <a:r>
              <a:rPr sz="2200" dirty="0">
                <a:solidFill>
                  <a:srgbClr val="282833"/>
                </a:solidFill>
                <a:latin typeface="Arial"/>
                <a:cs typeface="Arial"/>
              </a:rPr>
              <a:t>to</a:t>
            </a:r>
            <a:r>
              <a:rPr sz="2200" spc="-40" dirty="0">
                <a:solidFill>
                  <a:srgbClr val="282833"/>
                </a:solidFill>
                <a:latin typeface="Arial"/>
                <a:cs typeface="Arial"/>
              </a:rPr>
              <a:t> </a:t>
            </a:r>
            <a:r>
              <a:rPr sz="2200" dirty="0">
                <a:solidFill>
                  <a:srgbClr val="282833"/>
                </a:solidFill>
                <a:latin typeface="Arial"/>
                <a:cs typeface="Arial"/>
              </a:rPr>
              <a:t>which</a:t>
            </a:r>
            <a:r>
              <a:rPr sz="2200" spc="-50" dirty="0">
                <a:solidFill>
                  <a:srgbClr val="282833"/>
                </a:solidFill>
                <a:latin typeface="Arial"/>
                <a:cs typeface="Arial"/>
              </a:rPr>
              <a:t> </a:t>
            </a:r>
            <a:r>
              <a:rPr sz="2200" dirty="0">
                <a:solidFill>
                  <a:srgbClr val="282833"/>
                </a:solidFill>
                <a:latin typeface="Arial"/>
                <a:cs typeface="Arial"/>
              </a:rPr>
              <a:t>members</a:t>
            </a:r>
            <a:r>
              <a:rPr sz="2200" spc="-30" dirty="0">
                <a:solidFill>
                  <a:srgbClr val="282833"/>
                </a:solidFill>
                <a:latin typeface="Arial"/>
                <a:cs typeface="Arial"/>
              </a:rPr>
              <a:t> </a:t>
            </a:r>
            <a:r>
              <a:rPr sz="2200" dirty="0">
                <a:solidFill>
                  <a:srgbClr val="282833"/>
                </a:solidFill>
                <a:latin typeface="Arial"/>
                <a:cs typeface="Arial"/>
              </a:rPr>
              <a:t>will</a:t>
            </a:r>
            <a:r>
              <a:rPr sz="2200" spc="-60" dirty="0">
                <a:solidFill>
                  <a:srgbClr val="282833"/>
                </a:solidFill>
                <a:latin typeface="Arial"/>
                <a:cs typeface="Arial"/>
              </a:rPr>
              <a:t> </a:t>
            </a:r>
            <a:r>
              <a:rPr sz="2200" spc="-10" dirty="0">
                <a:solidFill>
                  <a:srgbClr val="282833"/>
                </a:solidFill>
                <a:latin typeface="Arial"/>
                <a:cs typeface="Arial"/>
              </a:rPr>
              <a:t>maintain </a:t>
            </a:r>
            <a:r>
              <a:rPr sz="2200" dirty="0">
                <a:solidFill>
                  <a:srgbClr val="282833"/>
                </a:solidFill>
                <a:latin typeface="Arial"/>
                <a:cs typeface="Arial"/>
              </a:rPr>
              <a:t>the</a:t>
            </a:r>
            <a:r>
              <a:rPr sz="2200" spc="-35" dirty="0">
                <a:solidFill>
                  <a:srgbClr val="282833"/>
                </a:solidFill>
                <a:latin typeface="Arial"/>
                <a:cs typeface="Arial"/>
              </a:rPr>
              <a:t> </a:t>
            </a:r>
            <a:r>
              <a:rPr sz="2200" dirty="0">
                <a:solidFill>
                  <a:srgbClr val="282833"/>
                </a:solidFill>
                <a:latin typeface="Arial"/>
                <a:cs typeface="Arial"/>
              </a:rPr>
              <a:t>blockchain</a:t>
            </a:r>
            <a:r>
              <a:rPr sz="2200" spc="-55" dirty="0">
                <a:solidFill>
                  <a:srgbClr val="282833"/>
                </a:solidFill>
                <a:latin typeface="Arial"/>
                <a:cs typeface="Arial"/>
              </a:rPr>
              <a:t> </a:t>
            </a:r>
            <a:r>
              <a:rPr sz="2200" dirty="0">
                <a:solidFill>
                  <a:srgbClr val="282833"/>
                </a:solidFill>
                <a:latin typeface="Arial"/>
                <a:cs typeface="Arial"/>
              </a:rPr>
              <a:t>itself,</a:t>
            </a:r>
            <a:r>
              <a:rPr sz="2200" spc="-45" dirty="0">
                <a:solidFill>
                  <a:srgbClr val="282833"/>
                </a:solidFill>
                <a:latin typeface="Arial"/>
                <a:cs typeface="Arial"/>
              </a:rPr>
              <a:t> </a:t>
            </a:r>
            <a:r>
              <a:rPr sz="2200" dirty="0">
                <a:solidFill>
                  <a:srgbClr val="282833"/>
                </a:solidFill>
                <a:latin typeface="Arial"/>
                <a:cs typeface="Arial"/>
              </a:rPr>
              <a:t>and</a:t>
            </a:r>
            <a:r>
              <a:rPr sz="2200" spc="-35" dirty="0">
                <a:solidFill>
                  <a:srgbClr val="282833"/>
                </a:solidFill>
                <a:latin typeface="Arial"/>
                <a:cs typeface="Arial"/>
              </a:rPr>
              <a:t> </a:t>
            </a:r>
            <a:r>
              <a:rPr sz="2200" dirty="0">
                <a:solidFill>
                  <a:srgbClr val="282833"/>
                </a:solidFill>
                <a:latin typeface="Arial"/>
                <a:cs typeface="Arial"/>
              </a:rPr>
              <a:t>agreement</a:t>
            </a:r>
            <a:r>
              <a:rPr sz="2200" spc="-30" dirty="0">
                <a:solidFill>
                  <a:srgbClr val="282833"/>
                </a:solidFill>
                <a:latin typeface="Arial"/>
                <a:cs typeface="Arial"/>
              </a:rPr>
              <a:t> </a:t>
            </a:r>
            <a:r>
              <a:rPr sz="2200" dirty="0">
                <a:solidFill>
                  <a:srgbClr val="282833"/>
                </a:solidFill>
                <a:latin typeface="Arial"/>
                <a:cs typeface="Arial"/>
              </a:rPr>
              <a:t>that</a:t>
            </a:r>
            <a:r>
              <a:rPr sz="2200" spc="-35" dirty="0">
                <a:solidFill>
                  <a:srgbClr val="282833"/>
                </a:solidFill>
                <a:latin typeface="Arial"/>
                <a:cs typeface="Arial"/>
              </a:rPr>
              <a:t> </a:t>
            </a:r>
            <a:r>
              <a:rPr sz="2200" dirty="0">
                <a:solidFill>
                  <a:srgbClr val="282833"/>
                </a:solidFill>
                <a:latin typeface="Arial"/>
                <a:cs typeface="Arial"/>
              </a:rPr>
              <a:t>members</a:t>
            </a:r>
            <a:r>
              <a:rPr sz="2200" spc="-30" dirty="0">
                <a:solidFill>
                  <a:srgbClr val="282833"/>
                </a:solidFill>
                <a:latin typeface="Arial"/>
                <a:cs typeface="Arial"/>
              </a:rPr>
              <a:t> </a:t>
            </a:r>
            <a:r>
              <a:rPr sz="2200" dirty="0">
                <a:solidFill>
                  <a:srgbClr val="282833"/>
                </a:solidFill>
                <a:latin typeface="Arial"/>
                <a:cs typeface="Arial"/>
              </a:rPr>
              <a:t>will</a:t>
            </a:r>
            <a:r>
              <a:rPr sz="2200" spc="-50" dirty="0">
                <a:solidFill>
                  <a:srgbClr val="282833"/>
                </a:solidFill>
                <a:latin typeface="Arial"/>
                <a:cs typeface="Arial"/>
              </a:rPr>
              <a:t> </a:t>
            </a:r>
            <a:r>
              <a:rPr sz="2200" dirty="0">
                <a:solidFill>
                  <a:srgbClr val="282833"/>
                </a:solidFill>
                <a:latin typeface="Arial"/>
                <a:cs typeface="Arial"/>
              </a:rPr>
              <a:t>not</a:t>
            </a:r>
            <a:r>
              <a:rPr sz="2200" spc="-35" dirty="0">
                <a:solidFill>
                  <a:srgbClr val="282833"/>
                </a:solidFill>
                <a:latin typeface="Arial"/>
                <a:cs typeface="Arial"/>
              </a:rPr>
              <a:t> </a:t>
            </a:r>
            <a:r>
              <a:rPr sz="2200" spc="-20" dirty="0">
                <a:solidFill>
                  <a:srgbClr val="282833"/>
                </a:solidFill>
                <a:latin typeface="Arial"/>
                <a:cs typeface="Arial"/>
              </a:rPr>
              <a:t>take </a:t>
            </a:r>
            <a:r>
              <a:rPr sz="2200" dirty="0">
                <a:solidFill>
                  <a:srgbClr val="282833"/>
                </a:solidFill>
                <a:latin typeface="Arial"/>
                <a:cs typeface="Arial"/>
              </a:rPr>
              <a:t>actions</a:t>
            </a:r>
            <a:r>
              <a:rPr sz="2200" spc="-25" dirty="0">
                <a:solidFill>
                  <a:srgbClr val="282833"/>
                </a:solidFill>
                <a:latin typeface="Arial"/>
                <a:cs typeface="Arial"/>
              </a:rPr>
              <a:t> </a:t>
            </a:r>
            <a:r>
              <a:rPr sz="2200" dirty="0">
                <a:solidFill>
                  <a:srgbClr val="282833"/>
                </a:solidFill>
                <a:latin typeface="Arial"/>
                <a:cs typeface="Arial"/>
              </a:rPr>
              <a:t>that</a:t>
            </a:r>
            <a:r>
              <a:rPr sz="2200" spc="-25" dirty="0">
                <a:solidFill>
                  <a:srgbClr val="282833"/>
                </a:solidFill>
                <a:latin typeface="Arial"/>
                <a:cs typeface="Arial"/>
              </a:rPr>
              <a:t> </a:t>
            </a:r>
            <a:r>
              <a:rPr sz="2200" dirty="0">
                <a:solidFill>
                  <a:srgbClr val="282833"/>
                </a:solidFill>
                <a:latin typeface="Arial"/>
                <a:cs typeface="Arial"/>
              </a:rPr>
              <a:t>would</a:t>
            </a:r>
            <a:r>
              <a:rPr sz="2200" spc="-25" dirty="0">
                <a:solidFill>
                  <a:srgbClr val="282833"/>
                </a:solidFill>
                <a:latin typeface="Arial"/>
                <a:cs typeface="Arial"/>
              </a:rPr>
              <a:t> </a:t>
            </a:r>
            <a:r>
              <a:rPr sz="2200" dirty="0">
                <a:solidFill>
                  <a:srgbClr val="282833"/>
                </a:solidFill>
                <a:latin typeface="Arial"/>
                <a:cs typeface="Arial"/>
              </a:rPr>
              <a:t>give</a:t>
            </a:r>
            <a:r>
              <a:rPr sz="2200" spc="-25" dirty="0">
                <a:solidFill>
                  <a:srgbClr val="282833"/>
                </a:solidFill>
                <a:latin typeface="Arial"/>
                <a:cs typeface="Arial"/>
              </a:rPr>
              <a:t> </a:t>
            </a:r>
            <a:r>
              <a:rPr sz="2200" dirty="0">
                <a:solidFill>
                  <a:srgbClr val="282833"/>
                </a:solidFill>
                <a:latin typeface="Arial"/>
                <a:cs typeface="Arial"/>
              </a:rPr>
              <a:t>them</a:t>
            </a:r>
            <a:r>
              <a:rPr sz="2200" spc="-25" dirty="0">
                <a:solidFill>
                  <a:srgbClr val="282833"/>
                </a:solidFill>
                <a:latin typeface="Arial"/>
                <a:cs typeface="Arial"/>
              </a:rPr>
              <a:t> </a:t>
            </a:r>
            <a:r>
              <a:rPr sz="2200" dirty="0">
                <a:solidFill>
                  <a:srgbClr val="282833"/>
                </a:solidFill>
                <a:latin typeface="Arial"/>
                <a:cs typeface="Arial"/>
              </a:rPr>
              <a:t>access</a:t>
            </a:r>
            <a:r>
              <a:rPr sz="2200" spc="-40" dirty="0">
                <a:solidFill>
                  <a:srgbClr val="282833"/>
                </a:solidFill>
                <a:latin typeface="Arial"/>
                <a:cs typeface="Arial"/>
              </a:rPr>
              <a:t> </a:t>
            </a:r>
            <a:r>
              <a:rPr sz="2200" dirty="0">
                <a:solidFill>
                  <a:srgbClr val="282833"/>
                </a:solidFill>
                <a:latin typeface="Arial"/>
                <a:cs typeface="Arial"/>
              </a:rPr>
              <a:t>or</a:t>
            </a:r>
            <a:r>
              <a:rPr sz="2200" spc="-25" dirty="0">
                <a:solidFill>
                  <a:srgbClr val="282833"/>
                </a:solidFill>
                <a:latin typeface="Arial"/>
                <a:cs typeface="Arial"/>
              </a:rPr>
              <a:t> </a:t>
            </a:r>
            <a:r>
              <a:rPr sz="2200" dirty="0">
                <a:solidFill>
                  <a:srgbClr val="282833"/>
                </a:solidFill>
                <a:latin typeface="Arial"/>
                <a:cs typeface="Arial"/>
              </a:rPr>
              <a:t>control</a:t>
            </a:r>
            <a:r>
              <a:rPr sz="2200" spc="-25" dirty="0">
                <a:solidFill>
                  <a:srgbClr val="282833"/>
                </a:solidFill>
                <a:latin typeface="Arial"/>
                <a:cs typeface="Arial"/>
              </a:rPr>
              <a:t> </a:t>
            </a:r>
            <a:r>
              <a:rPr sz="2200" dirty="0">
                <a:solidFill>
                  <a:srgbClr val="282833"/>
                </a:solidFill>
                <a:latin typeface="Arial"/>
                <a:cs typeface="Arial"/>
              </a:rPr>
              <a:t>over</a:t>
            </a:r>
            <a:r>
              <a:rPr sz="2200" spc="-25" dirty="0">
                <a:solidFill>
                  <a:srgbClr val="282833"/>
                </a:solidFill>
                <a:latin typeface="Arial"/>
                <a:cs typeface="Arial"/>
              </a:rPr>
              <a:t> </a:t>
            </a:r>
            <a:r>
              <a:rPr sz="2200" dirty="0">
                <a:solidFill>
                  <a:srgbClr val="282833"/>
                </a:solidFill>
                <a:latin typeface="Arial"/>
                <a:cs typeface="Arial"/>
              </a:rPr>
              <a:t>the</a:t>
            </a:r>
            <a:r>
              <a:rPr sz="2200" spc="-20" dirty="0">
                <a:solidFill>
                  <a:srgbClr val="282833"/>
                </a:solidFill>
                <a:latin typeface="Arial"/>
                <a:cs typeface="Arial"/>
              </a:rPr>
              <a:t> </a:t>
            </a:r>
            <a:r>
              <a:rPr sz="2200" spc="-10" dirty="0">
                <a:solidFill>
                  <a:srgbClr val="282833"/>
                </a:solidFill>
                <a:latin typeface="Arial"/>
                <a:cs typeface="Arial"/>
              </a:rPr>
              <a:t>blockchain </a:t>
            </a:r>
            <a:r>
              <a:rPr sz="2200" dirty="0">
                <a:solidFill>
                  <a:srgbClr val="282833"/>
                </a:solidFill>
                <a:latin typeface="Arial"/>
                <a:cs typeface="Arial"/>
              </a:rPr>
              <a:t>they</a:t>
            </a:r>
            <a:r>
              <a:rPr sz="2200" spc="-35" dirty="0">
                <a:solidFill>
                  <a:srgbClr val="282833"/>
                </a:solidFill>
                <a:latin typeface="Arial"/>
                <a:cs typeface="Arial"/>
              </a:rPr>
              <a:t> </a:t>
            </a:r>
            <a:r>
              <a:rPr sz="2200" dirty="0">
                <a:solidFill>
                  <a:srgbClr val="282833"/>
                </a:solidFill>
                <a:latin typeface="Arial"/>
                <a:cs typeface="Arial"/>
              </a:rPr>
              <a:t>are</a:t>
            </a:r>
            <a:r>
              <a:rPr sz="2200" spc="-30" dirty="0">
                <a:solidFill>
                  <a:srgbClr val="282833"/>
                </a:solidFill>
                <a:latin typeface="Arial"/>
                <a:cs typeface="Arial"/>
              </a:rPr>
              <a:t> </a:t>
            </a:r>
            <a:r>
              <a:rPr sz="2200" dirty="0">
                <a:solidFill>
                  <a:srgbClr val="282833"/>
                </a:solidFill>
                <a:latin typeface="Arial"/>
                <a:cs typeface="Arial"/>
              </a:rPr>
              <a:t>not</a:t>
            </a:r>
            <a:r>
              <a:rPr sz="2200" spc="-35" dirty="0">
                <a:solidFill>
                  <a:srgbClr val="282833"/>
                </a:solidFill>
                <a:latin typeface="Arial"/>
                <a:cs typeface="Arial"/>
              </a:rPr>
              <a:t> </a:t>
            </a:r>
            <a:r>
              <a:rPr sz="2200" dirty="0">
                <a:solidFill>
                  <a:srgbClr val="282833"/>
                </a:solidFill>
                <a:latin typeface="Arial"/>
                <a:cs typeface="Arial"/>
              </a:rPr>
              <a:t>entitled</a:t>
            </a:r>
            <a:r>
              <a:rPr sz="2200" spc="-40" dirty="0">
                <a:solidFill>
                  <a:srgbClr val="282833"/>
                </a:solidFill>
                <a:latin typeface="Arial"/>
                <a:cs typeface="Arial"/>
              </a:rPr>
              <a:t> </a:t>
            </a:r>
            <a:r>
              <a:rPr sz="2200" spc="-25" dirty="0">
                <a:solidFill>
                  <a:srgbClr val="282833"/>
                </a:solidFill>
                <a:latin typeface="Arial"/>
                <a:cs typeface="Arial"/>
              </a:rPr>
              <a:t>to.</a:t>
            </a:r>
            <a:endParaRPr sz="2200" dirty="0">
              <a:latin typeface="Arial"/>
              <a:cs typeface="Arial"/>
            </a:endParaRPr>
          </a:p>
          <a:p>
            <a:pPr marL="195580" marR="67310" indent="-182880">
              <a:spcBef>
                <a:spcPts val="530"/>
              </a:spcBef>
              <a:buClr>
                <a:srgbClr val="93A299"/>
              </a:buClr>
              <a:buSzPct val="84090"/>
              <a:buChar char="•"/>
              <a:tabLst>
                <a:tab pos="195580" algn="l"/>
              </a:tabLst>
            </a:pPr>
            <a:r>
              <a:rPr sz="2200" dirty="0">
                <a:solidFill>
                  <a:srgbClr val="282833"/>
                </a:solidFill>
                <a:latin typeface="Arial"/>
                <a:cs typeface="Arial"/>
              </a:rPr>
              <a:t>The</a:t>
            </a:r>
            <a:r>
              <a:rPr sz="2200" spc="-45" dirty="0">
                <a:solidFill>
                  <a:srgbClr val="282833"/>
                </a:solidFill>
                <a:latin typeface="Arial"/>
                <a:cs typeface="Arial"/>
              </a:rPr>
              <a:t> </a:t>
            </a:r>
            <a:r>
              <a:rPr sz="2200" dirty="0">
                <a:solidFill>
                  <a:srgbClr val="282833"/>
                </a:solidFill>
                <a:latin typeface="Arial"/>
                <a:cs typeface="Arial"/>
              </a:rPr>
              <a:t>rules</a:t>
            </a:r>
            <a:r>
              <a:rPr sz="2200" spc="-40" dirty="0">
                <a:solidFill>
                  <a:srgbClr val="282833"/>
                </a:solidFill>
                <a:latin typeface="Arial"/>
                <a:cs typeface="Arial"/>
              </a:rPr>
              <a:t> </a:t>
            </a:r>
            <a:r>
              <a:rPr sz="2200" dirty="0">
                <a:solidFill>
                  <a:srgbClr val="282833"/>
                </a:solidFill>
                <a:latin typeface="Arial"/>
                <a:cs typeface="Arial"/>
              </a:rPr>
              <a:t>also</a:t>
            </a:r>
            <a:r>
              <a:rPr sz="2200" spc="-45" dirty="0">
                <a:solidFill>
                  <a:srgbClr val="282833"/>
                </a:solidFill>
                <a:latin typeface="Arial"/>
                <a:cs typeface="Arial"/>
              </a:rPr>
              <a:t> </a:t>
            </a:r>
            <a:r>
              <a:rPr sz="2200" dirty="0">
                <a:solidFill>
                  <a:srgbClr val="282833"/>
                </a:solidFill>
                <a:latin typeface="Arial"/>
                <a:cs typeface="Arial"/>
              </a:rPr>
              <a:t>need</a:t>
            </a:r>
            <a:r>
              <a:rPr sz="2200" spc="-40" dirty="0">
                <a:solidFill>
                  <a:srgbClr val="282833"/>
                </a:solidFill>
                <a:latin typeface="Arial"/>
                <a:cs typeface="Arial"/>
              </a:rPr>
              <a:t> </a:t>
            </a:r>
            <a:r>
              <a:rPr sz="2200" dirty="0">
                <a:solidFill>
                  <a:srgbClr val="282833"/>
                </a:solidFill>
                <a:latin typeface="Arial"/>
                <a:cs typeface="Arial"/>
              </a:rPr>
              <a:t>to</a:t>
            </a:r>
            <a:r>
              <a:rPr sz="2200" spc="-40" dirty="0">
                <a:solidFill>
                  <a:srgbClr val="282833"/>
                </a:solidFill>
                <a:latin typeface="Arial"/>
                <a:cs typeface="Arial"/>
              </a:rPr>
              <a:t> </a:t>
            </a:r>
            <a:r>
              <a:rPr sz="2200" dirty="0">
                <a:solidFill>
                  <a:srgbClr val="282833"/>
                </a:solidFill>
                <a:latin typeface="Arial"/>
                <a:cs typeface="Arial"/>
              </a:rPr>
              <a:t>cover</a:t>
            </a:r>
            <a:r>
              <a:rPr sz="2200" spc="-45" dirty="0">
                <a:solidFill>
                  <a:srgbClr val="282833"/>
                </a:solidFill>
                <a:latin typeface="Arial"/>
                <a:cs typeface="Arial"/>
              </a:rPr>
              <a:t> </a:t>
            </a:r>
            <a:r>
              <a:rPr sz="2200" dirty="0">
                <a:solidFill>
                  <a:srgbClr val="282833"/>
                </a:solidFill>
                <a:latin typeface="Arial"/>
                <a:cs typeface="Arial"/>
              </a:rPr>
              <a:t>how</a:t>
            </a:r>
            <a:r>
              <a:rPr sz="2200" spc="-40" dirty="0">
                <a:solidFill>
                  <a:srgbClr val="282833"/>
                </a:solidFill>
                <a:latin typeface="Arial"/>
                <a:cs typeface="Arial"/>
              </a:rPr>
              <a:t> </a:t>
            </a:r>
            <a:r>
              <a:rPr sz="2200" dirty="0">
                <a:solidFill>
                  <a:srgbClr val="282833"/>
                </a:solidFill>
                <a:latin typeface="Arial"/>
                <a:cs typeface="Arial"/>
              </a:rPr>
              <a:t>members</a:t>
            </a:r>
            <a:r>
              <a:rPr sz="2200" spc="-30" dirty="0">
                <a:solidFill>
                  <a:srgbClr val="282833"/>
                </a:solidFill>
                <a:latin typeface="Arial"/>
                <a:cs typeface="Arial"/>
              </a:rPr>
              <a:t> </a:t>
            </a:r>
            <a:r>
              <a:rPr sz="2200" dirty="0">
                <a:solidFill>
                  <a:srgbClr val="282833"/>
                </a:solidFill>
                <a:latin typeface="Arial"/>
                <a:cs typeface="Arial"/>
              </a:rPr>
              <a:t>access</a:t>
            </a:r>
            <a:r>
              <a:rPr sz="2200" spc="-60" dirty="0">
                <a:solidFill>
                  <a:srgbClr val="282833"/>
                </a:solidFill>
                <a:latin typeface="Arial"/>
                <a:cs typeface="Arial"/>
              </a:rPr>
              <a:t> </a:t>
            </a:r>
            <a:r>
              <a:rPr sz="2200" dirty="0">
                <a:solidFill>
                  <a:srgbClr val="282833"/>
                </a:solidFill>
                <a:latin typeface="Arial"/>
                <a:cs typeface="Arial"/>
              </a:rPr>
              <a:t>data</a:t>
            </a:r>
            <a:r>
              <a:rPr sz="2200" spc="-40" dirty="0">
                <a:solidFill>
                  <a:srgbClr val="282833"/>
                </a:solidFill>
                <a:latin typeface="Arial"/>
                <a:cs typeface="Arial"/>
              </a:rPr>
              <a:t> </a:t>
            </a:r>
            <a:r>
              <a:rPr sz="2200" dirty="0">
                <a:solidFill>
                  <a:srgbClr val="282833"/>
                </a:solidFill>
                <a:latin typeface="Arial"/>
                <a:cs typeface="Arial"/>
              </a:rPr>
              <a:t>and</a:t>
            </a:r>
            <a:r>
              <a:rPr sz="2200" spc="-40" dirty="0">
                <a:solidFill>
                  <a:srgbClr val="282833"/>
                </a:solidFill>
                <a:latin typeface="Arial"/>
                <a:cs typeface="Arial"/>
              </a:rPr>
              <a:t> </a:t>
            </a:r>
            <a:r>
              <a:rPr sz="2200" spc="-20" dirty="0">
                <a:solidFill>
                  <a:srgbClr val="282833"/>
                </a:solidFill>
                <a:latin typeface="Arial"/>
                <a:cs typeface="Arial"/>
              </a:rPr>
              <a:t>what </a:t>
            </a:r>
            <a:r>
              <a:rPr sz="2200" dirty="0">
                <a:solidFill>
                  <a:srgbClr val="282833"/>
                </a:solidFill>
                <a:latin typeface="Arial"/>
                <a:cs typeface="Arial"/>
              </a:rPr>
              <a:t>they</a:t>
            </a:r>
            <a:r>
              <a:rPr sz="2200" spc="-40" dirty="0">
                <a:solidFill>
                  <a:srgbClr val="282833"/>
                </a:solidFill>
                <a:latin typeface="Arial"/>
                <a:cs typeface="Arial"/>
              </a:rPr>
              <a:t> </a:t>
            </a:r>
            <a:r>
              <a:rPr sz="2200" dirty="0">
                <a:solidFill>
                  <a:srgbClr val="282833"/>
                </a:solidFill>
                <a:latin typeface="Arial"/>
                <a:cs typeface="Arial"/>
              </a:rPr>
              <a:t>are</a:t>
            </a:r>
            <a:r>
              <a:rPr sz="2200" spc="-40" dirty="0">
                <a:solidFill>
                  <a:srgbClr val="282833"/>
                </a:solidFill>
                <a:latin typeface="Arial"/>
                <a:cs typeface="Arial"/>
              </a:rPr>
              <a:t> </a:t>
            </a:r>
            <a:r>
              <a:rPr sz="2200" dirty="0">
                <a:solidFill>
                  <a:srgbClr val="282833"/>
                </a:solidFill>
                <a:latin typeface="Arial"/>
                <a:cs typeface="Arial"/>
              </a:rPr>
              <a:t>allowed</a:t>
            </a:r>
            <a:r>
              <a:rPr sz="2200" spc="-35" dirty="0">
                <a:solidFill>
                  <a:srgbClr val="282833"/>
                </a:solidFill>
                <a:latin typeface="Arial"/>
                <a:cs typeface="Arial"/>
              </a:rPr>
              <a:t> </a:t>
            </a:r>
            <a:r>
              <a:rPr sz="2200" dirty="0">
                <a:solidFill>
                  <a:srgbClr val="282833"/>
                </a:solidFill>
                <a:latin typeface="Arial"/>
                <a:cs typeface="Arial"/>
              </a:rPr>
              <a:t>to</a:t>
            </a:r>
            <a:r>
              <a:rPr sz="2200" spc="-40" dirty="0">
                <a:solidFill>
                  <a:srgbClr val="282833"/>
                </a:solidFill>
                <a:latin typeface="Arial"/>
                <a:cs typeface="Arial"/>
              </a:rPr>
              <a:t> </a:t>
            </a:r>
            <a:r>
              <a:rPr sz="2200" dirty="0">
                <a:solidFill>
                  <a:srgbClr val="282833"/>
                </a:solidFill>
                <a:latin typeface="Arial"/>
                <a:cs typeface="Arial"/>
              </a:rPr>
              <a:t>do</a:t>
            </a:r>
            <a:r>
              <a:rPr sz="2200" spc="-40" dirty="0">
                <a:solidFill>
                  <a:srgbClr val="282833"/>
                </a:solidFill>
                <a:latin typeface="Arial"/>
                <a:cs typeface="Arial"/>
              </a:rPr>
              <a:t> </a:t>
            </a:r>
            <a:r>
              <a:rPr sz="2200" dirty="0">
                <a:solidFill>
                  <a:srgbClr val="282833"/>
                </a:solidFill>
                <a:latin typeface="Arial"/>
                <a:cs typeface="Arial"/>
              </a:rPr>
              <a:t>with</a:t>
            </a:r>
            <a:r>
              <a:rPr sz="2200" spc="-35"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dirty="0">
                <a:solidFill>
                  <a:srgbClr val="282833"/>
                </a:solidFill>
                <a:latin typeface="Arial"/>
                <a:cs typeface="Arial"/>
              </a:rPr>
              <a:t>data.</a:t>
            </a:r>
            <a:r>
              <a:rPr sz="2200" spc="-65"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dirty="0">
                <a:solidFill>
                  <a:srgbClr val="282833"/>
                </a:solidFill>
                <a:latin typeface="Arial"/>
                <a:cs typeface="Arial"/>
              </a:rPr>
              <a:t>collaborative</a:t>
            </a:r>
            <a:r>
              <a:rPr sz="2200" spc="-35" dirty="0">
                <a:solidFill>
                  <a:srgbClr val="282833"/>
                </a:solidFill>
                <a:latin typeface="Arial"/>
                <a:cs typeface="Arial"/>
              </a:rPr>
              <a:t> </a:t>
            </a:r>
            <a:r>
              <a:rPr sz="2200" spc="-10" dirty="0">
                <a:solidFill>
                  <a:srgbClr val="282833"/>
                </a:solidFill>
                <a:latin typeface="Arial"/>
                <a:cs typeface="Arial"/>
              </a:rPr>
              <a:t>network </a:t>
            </a:r>
            <a:r>
              <a:rPr sz="2200" dirty="0">
                <a:solidFill>
                  <a:srgbClr val="282833"/>
                </a:solidFill>
                <a:latin typeface="Arial"/>
                <a:cs typeface="Arial"/>
              </a:rPr>
              <a:t>may</a:t>
            </a:r>
            <a:r>
              <a:rPr sz="2200" spc="-35" dirty="0">
                <a:solidFill>
                  <a:srgbClr val="282833"/>
                </a:solidFill>
                <a:latin typeface="Arial"/>
                <a:cs typeface="Arial"/>
              </a:rPr>
              <a:t> </a:t>
            </a:r>
            <a:r>
              <a:rPr sz="2200" dirty="0">
                <a:solidFill>
                  <a:srgbClr val="282833"/>
                </a:solidFill>
                <a:latin typeface="Arial"/>
                <a:cs typeface="Arial"/>
              </a:rPr>
              <a:t>also</a:t>
            </a:r>
            <a:r>
              <a:rPr sz="2200" spc="-30" dirty="0">
                <a:solidFill>
                  <a:srgbClr val="282833"/>
                </a:solidFill>
                <a:latin typeface="Arial"/>
                <a:cs typeface="Arial"/>
              </a:rPr>
              <a:t> </a:t>
            </a:r>
            <a:r>
              <a:rPr sz="2200" dirty="0">
                <a:solidFill>
                  <a:srgbClr val="282833"/>
                </a:solidFill>
                <a:latin typeface="Arial"/>
                <a:cs typeface="Arial"/>
              </a:rPr>
              <a:t>require</a:t>
            </a:r>
            <a:r>
              <a:rPr sz="2200" spc="-25" dirty="0">
                <a:solidFill>
                  <a:srgbClr val="282833"/>
                </a:solidFill>
                <a:latin typeface="Arial"/>
                <a:cs typeface="Arial"/>
              </a:rPr>
              <a:t> </a:t>
            </a:r>
            <a:r>
              <a:rPr sz="2200" dirty="0">
                <a:solidFill>
                  <a:srgbClr val="282833"/>
                </a:solidFill>
                <a:latin typeface="Arial"/>
                <a:cs typeface="Arial"/>
              </a:rPr>
              <a:t>that</a:t>
            </a:r>
            <a:r>
              <a:rPr sz="2200" spc="-30" dirty="0">
                <a:solidFill>
                  <a:srgbClr val="282833"/>
                </a:solidFill>
                <a:latin typeface="Arial"/>
                <a:cs typeface="Arial"/>
              </a:rPr>
              <a:t> </a:t>
            </a:r>
            <a:r>
              <a:rPr sz="2200" dirty="0">
                <a:solidFill>
                  <a:srgbClr val="282833"/>
                </a:solidFill>
                <a:latin typeface="Arial"/>
                <a:cs typeface="Arial"/>
              </a:rPr>
              <a:t>members</a:t>
            </a:r>
            <a:r>
              <a:rPr sz="2200" spc="-25" dirty="0">
                <a:solidFill>
                  <a:srgbClr val="282833"/>
                </a:solidFill>
                <a:latin typeface="Arial"/>
                <a:cs typeface="Arial"/>
              </a:rPr>
              <a:t> </a:t>
            </a:r>
            <a:r>
              <a:rPr sz="2200" dirty="0">
                <a:solidFill>
                  <a:srgbClr val="282833"/>
                </a:solidFill>
                <a:latin typeface="Arial"/>
                <a:cs typeface="Arial"/>
              </a:rPr>
              <a:t>keep</a:t>
            </a:r>
            <a:r>
              <a:rPr sz="2200" spc="-30" dirty="0">
                <a:solidFill>
                  <a:srgbClr val="282833"/>
                </a:solidFill>
                <a:latin typeface="Arial"/>
                <a:cs typeface="Arial"/>
              </a:rPr>
              <a:t> </a:t>
            </a:r>
            <a:r>
              <a:rPr sz="2200" dirty="0">
                <a:solidFill>
                  <a:srgbClr val="282833"/>
                </a:solidFill>
                <a:latin typeface="Arial"/>
                <a:cs typeface="Arial"/>
              </a:rPr>
              <a:t>data</a:t>
            </a:r>
            <a:r>
              <a:rPr sz="2200" spc="-35" dirty="0">
                <a:solidFill>
                  <a:srgbClr val="282833"/>
                </a:solidFill>
                <a:latin typeface="Arial"/>
                <a:cs typeface="Arial"/>
              </a:rPr>
              <a:t> </a:t>
            </a:r>
            <a:r>
              <a:rPr sz="2200" dirty="0">
                <a:solidFill>
                  <a:srgbClr val="282833"/>
                </a:solidFill>
                <a:latin typeface="Arial"/>
                <a:cs typeface="Arial"/>
              </a:rPr>
              <a:t>they</a:t>
            </a:r>
            <a:r>
              <a:rPr sz="2200" spc="-30" dirty="0">
                <a:solidFill>
                  <a:srgbClr val="282833"/>
                </a:solidFill>
                <a:latin typeface="Arial"/>
                <a:cs typeface="Arial"/>
              </a:rPr>
              <a:t> </a:t>
            </a:r>
            <a:r>
              <a:rPr sz="2200" dirty="0">
                <a:solidFill>
                  <a:srgbClr val="282833"/>
                </a:solidFill>
                <a:latin typeface="Arial"/>
                <a:cs typeface="Arial"/>
              </a:rPr>
              <a:t>have</a:t>
            </a:r>
            <a:r>
              <a:rPr sz="2200" spc="-35" dirty="0">
                <a:solidFill>
                  <a:srgbClr val="282833"/>
                </a:solidFill>
                <a:latin typeface="Arial"/>
                <a:cs typeface="Arial"/>
              </a:rPr>
              <a:t> </a:t>
            </a:r>
            <a:r>
              <a:rPr sz="2200" dirty="0">
                <a:solidFill>
                  <a:srgbClr val="282833"/>
                </a:solidFill>
                <a:latin typeface="Arial"/>
                <a:cs typeface="Arial"/>
              </a:rPr>
              <a:t>access</a:t>
            </a:r>
            <a:r>
              <a:rPr sz="2200" spc="-45" dirty="0">
                <a:solidFill>
                  <a:srgbClr val="282833"/>
                </a:solidFill>
                <a:latin typeface="Arial"/>
                <a:cs typeface="Arial"/>
              </a:rPr>
              <a:t> </a:t>
            </a:r>
            <a:r>
              <a:rPr sz="2200" spc="-25" dirty="0">
                <a:solidFill>
                  <a:srgbClr val="282833"/>
                </a:solidFill>
                <a:latin typeface="Arial"/>
                <a:cs typeface="Arial"/>
              </a:rPr>
              <a:t>to </a:t>
            </a:r>
            <a:r>
              <a:rPr sz="2200" dirty="0">
                <a:solidFill>
                  <a:srgbClr val="282833"/>
                </a:solidFill>
                <a:latin typeface="Arial"/>
                <a:cs typeface="Arial"/>
              </a:rPr>
              <a:t>confidential</a:t>
            </a:r>
            <a:r>
              <a:rPr sz="2200" spc="-50" dirty="0">
                <a:solidFill>
                  <a:srgbClr val="282833"/>
                </a:solidFill>
                <a:latin typeface="Arial"/>
                <a:cs typeface="Arial"/>
              </a:rPr>
              <a:t> </a:t>
            </a:r>
            <a:r>
              <a:rPr sz="2200" dirty="0">
                <a:solidFill>
                  <a:srgbClr val="282833"/>
                </a:solidFill>
                <a:latin typeface="Arial"/>
                <a:cs typeface="Arial"/>
              </a:rPr>
              <a:t>and</a:t>
            </a:r>
            <a:r>
              <a:rPr sz="2200" spc="-35" dirty="0">
                <a:solidFill>
                  <a:srgbClr val="282833"/>
                </a:solidFill>
                <a:latin typeface="Arial"/>
                <a:cs typeface="Arial"/>
              </a:rPr>
              <a:t> </a:t>
            </a:r>
            <a:r>
              <a:rPr sz="2200" dirty="0">
                <a:solidFill>
                  <a:srgbClr val="282833"/>
                </a:solidFill>
                <a:latin typeface="Arial"/>
                <a:cs typeface="Arial"/>
              </a:rPr>
              <a:t>not</a:t>
            </a:r>
            <a:r>
              <a:rPr sz="2200" spc="-35" dirty="0">
                <a:solidFill>
                  <a:srgbClr val="282833"/>
                </a:solidFill>
                <a:latin typeface="Arial"/>
                <a:cs typeface="Arial"/>
              </a:rPr>
              <a:t> </a:t>
            </a:r>
            <a:r>
              <a:rPr sz="2200" dirty="0">
                <a:solidFill>
                  <a:srgbClr val="282833"/>
                </a:solidFill>
                <a:latin typeface="Arial"/>
                <a:cs typeface="Arial"/>
              </a:rPr>
              <a:t>pass</a:t>
            </a:r>
            <a:r>
              <a:rPr sz="2200" spc="-35" dirty="0">
                <a:solidFill>
                  <a:srgbClr val="282833"/>
                </a:solidFill>
                <a:latin typeface="Arial"/>
                <a:cs typeface="Arial"/>
              </a:rPr>
              <a:t> </a:t>
            </a:r>
            <a:r>
              <a:rPr sz="2200" dirty="0">
                <a:solidFill>
                  <a:srgbClr val="282833"/>
                </a:solidFill>
                <a:latin typeface="Arial"/>
                <a:cs typeface="Arial"/>
              </a:rPr>
              <a:t>data</a:t>
            </a:r>
            <a:r>
              <a:rPr sz="2200" spc="-35" dirty="0">
                <a:solidFill>
                  <a:srgbClr val="282833"/>
                </a:solidFill>
                <a:latin typeface="Arial"/>
                <a:cs typeface="Arial"/>
              </a:rPr>
              <a:t> </a:t>
            </a:r>
            <a:r>
              <a:rPr sz="2200" dirty="0">
                <a:solidFill>
                  <a:srgbClr val="282833"/>
                </a:solidFill>
                <a:latin typeface="Arial"/>
                <a:cs typeface="Arial"/>
              </a:rPr>
              <a:t>on</a:t>
            </a:r>
            <a:r>
              <a:rPr sz="2200" spc="-30" dirty="0">
                <a:solidFill>
                  <a:srgbClr val="282833"/>
                </a:solidFill>
                <a:latin typeface="Arial"/>
                <a:cs typeface="Arial"/>
              </a:rPr>
              <a:t> </a:t>
            </a:r>
            <a:r>
              <a:rPr sz="2200" dirty="0">
                <a:solidFill>
                  <a:srgbClr val="282833"/>
                </a:solidFill>
                <a:latin typeface="Arial"/>
                <a:cs typeface="Arial"/>
              </a:rPr>
              <a:t>to</a:t>
            </a:r>
            <a:r>
              <a:rPr sz="2200" spc="-35" dirty="0">
                <a:solidFill>
                  <a:srgbClr val="282833"/>
                </a:solidFill>
                <a:latin typeface="Arial"/>
                <a:cs typeface="Arial"/>
              </a:rPr>
              <a:t> </a:t>
            </a:r>
            <a:r>
              <a:rPr sz="2200" dirty="0">
                <a:solidFill>
                  <a:srgbClr val="282833"/>
                </a:solidFill>
                <a:latin typeface="Arial"/>
                <a:cs typeface="Arial"/>
              </a:rPr>
              <a:t>outside</a:t>
            </a:r>
            <a:r>
              <a:rPr sz="2200" spc="-35" dirty="0">
                <a:solidFill>
                  <a:srgbClr val="282833"/>
                </a:solidFill>
                <a:latin typeface="Arial"/>
                <a:cs typeface="Arial"/>
              </a:rPr>
              <a:t> </a:t>
            </a:r>
            <a:r>
              <a:rPr sz="2200" spc="-10" dirty="0">
                <a:solidFill>
                  <a:srgbClr val="282833"/>
                </a:solidFill>
                <a:latin typeface="Arial"/>
                <a:cs typeface="Arial"/>
              </a:rPr>
              <a:t>parties.</a:t>
            </a:r>
            <a:endParaRPr sz="2200" dirty="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1" y="696723"/>
            <a:ext cx="8421879" cy="628377"/>
          </a:xfrm>
          <a:prstGeom prst="rect">
            <a:avLst/>
          </a:prstGeom>
        </p:spPr>
        <p:txBody>
          <a:bodyPr vert="horz" wrap="square" lIns="0" tIns="12700" rIns="0" bIns="0" rtlCol="0">
            <a:spAutoFit/>
          </a:bodyPr>
          <a:lstStyle/>
          <a:p>
            <a:pPr marL="12700">
              <a:spcBef>
                <a:spcPts val="100"/>
              </a:spcBef>
            </a:pPr>
            <a:r>
              <a:rPr lang="en-US" spc="-105" dirty="0"/>
              <a:t>4. </a:t>
            </a:r>
            <a:r>
              <a:rPr spc="-105" dirty="0"/>
              <a:t>Behavioral:</a:t>
            </a:r>
            <a:r>
              <a:rPr spc="-130" dirty="0"/>
              <a:t> </a:t>
            </a:r>
            <a:r>
              <a:rPr spc="-105" dirty="0"/>
              <a:t>Expectations</a:t>
            </a:r>
            <a:r>
              <a:rPr spc="-130" dirty="0"/>
              <a:t> </a:t>
            </a:r>
            <a:r>
              <a:rPr spc="-65" dirty="0"/>
              <a:t>and</a:t>
            </a:r>
            <a:r>
              <a:rPr spc="-130" dirty="0"/>
              <a:t> </a:t>
            </a:r>
            <a:r>
              <a:rPr spc="-65" dirty="0"/>
              <a:t>Rules</a:t>
            </a:r>
          </a:p>
        </p:txBody>
      </p:sp>
      <p:sp>
        <p:nvSpPr>
          <p:cNvPr id="3" name="object 3"/>
          <p:cNvSpPr txBox="1"/>
          <p:nvPr/>
        </p:nvSpPr>
        <p:spPr>
          <a:xfrm>
            <a:off x="1710181" y="1398522"/>
            <a:ext cx="8755380" cy="5062855"/>
          </a:xfrm>
          <a:prstGeom prst="rect">
            <a:avLst/>
          </a:prstGeom>
        </p:spPr>
        <p:txBody>
          <a:bodyPr vert="horz" wrap="square" lIns="0" tIns="86360" rIns="0" bIns="0" rtlCol="0">
            <a:spAutoFit/>
          </a:bodyPr>
          <a:lstStyle/>
          <a:p>
            <a:pPr marL="194310" indent="-181610">
              <a:spcBef>
                <a:spcPts val="680"/>
              </a:spcBef>
              <a:buClr>
                <a:srgbClr val="93A299"/>
              </a:buClr>
              <a:buSzPct val="83333"/>
              <a:buChar char="•"/>
              <a:tabLst>
                <a:tab pos="194310" algn="l"/>
              </a:tabLst>
            </a:pPr>
            <a:r>
              <a:rPr sz="2400" spc="-10" dirty="0">
                <a:solidFill>
                  <a:srgbClr val="282833"/>
                </a:solidFill>
                <a:latin typeface="Arial"/>
                <a:cs typeface="Arial"/>
              </a:rPr>
              <a:t>Governance</a:t>
            </a:r>
            <a:endParaRPr sz="2400">
              <a:latin typeface="Arial"/>
              <a:cs typeface="Arial"/>
            </a:endParaRPr>
          </a:p>
          <a:p>
            <a:pPr marL="469265" lvl="1" indent="-182245">
              <a:spcBef>
                <a:spcPts val="535"/>
              </a:spcBef>
              <a:buClr>
                <a:srgbClr val="93A299"/>
              </a:buClr>
              <a:buSzPct val="84090"/>
              <a:buChar char="•"/>
              <a:tabLst>
                <a:tab pos="469265" algn="l"/>
              </a:tabLst>
            </a:pPr>
            <a:r>
              <a:rPr sz="2200" dirty="0">
                <a:solidFill>
                  <a:srgbClr val="282833"/>
                </a:solidFill>
                <a:latin typeface="Arial"/>
                <a:cs typeface="Arial"/>
              </a:rPr>
              <a:t>A</a:t>
            </a:r>
            <a:r>
              <a:rPr sz="2200" spc="-155" dirty="0">
                <a:solidFill>
                  <a:srgbClr val="282833"/>
                </a:solidFill>
                <a:latin typeface="Arial"/>
                <a:cs typeface="Arial"/>
              </a:rPr>
              <a:t> </a:t>
            </a:r>
            <a:r>
              <a:rPr sz="2200" dirty="0">
                <a:solidFill>
                  <a:srgbClr val="282833"/>
                </a:solidFill>
                <a:latin typeface="Arial"/>
                <a:cs typeface="Arial"/>
              </a:rPr>
              <a:t>set</a:t>
            </a:r>
            <a:r>
              <a:rPr sz="2200" spc="-50" dirty="0">
                <a:solidFill>
                  <a:srgbClr val="282833"/>
                </a:solidFill>
                <a:latin typeface="Arial"/>
                <a:cs typeface="Arial"/>
              </a:rPr>
              <a:t> </a:t>
            </a:r>
            <a:r>
              <a:rPr sz="2200" dirty="0">
                <a:solidFill>
                  <a:srgbClr val="282833"/>
                </a:solidFill>
                <a:latin typeface="Arial"/>
                <a:cs typeface="Arial"/>
              </a:rPr>
              <a:t>of</a:t>
            </a:r>
            <a:r>
              <a:rPr sz="2200" spc="-40" dirty="0">
                <a:solidFill>
                  <a:srgbClr val="282833"/>
                </a:solidFill>
                <a:latin typeface="Arial"/>
                <a:cs typeface="Arial"/>
              </a:rPr>
              <a:t> </a:t>
            </a:r>
            <a:r>
              <a:rPr sz="2200" dirty="0">
                <a:solidFill>
                  <a:srgbClr val="282833"/>
                </a:solidFill>
                <a:latin typeface="Arial"/>
                <a:cs typeface="Arial"/>
              </a:rPr>
              <a:t>rules</a:t>
            </a:r>
            <a:r>
              <a:rPr sz="2200" spc="-45" dirty="0">
                <a:solidFill>
                  <a:srgbClr val="282833"/>
                </a:solidFill>
                <a:latin typeface="Arial"/>
                <a:cs typeface="Arial"/>
              </a:rPr>
              <a:t> </a:t>
            </a:r>
            <a:r>
              <a:rPr sz="2200" dirty="0">
                <a:solidFill>
                  <a:srgbClr val="282833"/>
                </a:solidFill>
                <a:latin typeface="Arial"/>
                <a:cs typeface="Arial"/>
              </a:rPr>
              <a:t>and</a:t>
            </a:r>
            <a:r>
              <a:rPr sz="2200" spc="-50" dirty="0">
                <a:solidFill>
                  <a:srgbClr val="282833"/>
                </a:solidFill>
                <a:latin typeface="Arial"/>
                <a:cs typeface="Arial"/>
              </a:rPr>
              <a:t> </a:t>
            </a:r>
            <a:r>
              <a:rPr sz="2200" dirty="0">
                <a:solidFill>
                  <a:srgbClr val="282833"/>
                </a:solidFill>
                <a:latin typeface="Arial"/>
                <a:cs typeface="Arial"/>
              </a:rPr>
              <a:t>processes</a:t>
            </a:r>
            <a:r>
              <a:rPr sz="2200" spc="-45" dirty="0">
                <a:solidFill>
                  <a:srgbClr val="282833"/>
                </a:solidFill>
                <a:latin typeface="Arial"/>
                <a:cs typeface="Arial"/>
              </a:rPr>
              <a:t> </a:t>
            </a:r>
            <a:r>
              <a:rPr sz="2200" dirty="0">
                <a:solidFill>
                  <a:srgbClr val="282833"/>
                </a:solidFill>
                <a:latin typeface="Arial"/>
                <a:cs typeface="Arial"/>
              </a:rPr>
              <a:t>to</a:t>
            </a:r>
            <a:r>
              <a:rPr sz="2200" spc="-45" dirty="0">
                <a:solidFill>
                  <a:srgbClr val="282833"/>
                </a:solidFill>
                <a:latin typeface="Arial"/>
                <a:cs typeface="Arial"/>
              </a:rPr>
              <a:t> </a:t>
            </a:r>
            <a:r>
              <a:rPr sz="2200" dirty="0">
                <a:solidFill>
                  <a:srgbClr val="282833"/>
                </a:solidFill>
                <a:latin typeface="Arial"/>
                <a:cs typeface="Arial"/>
              </a:rPr>
              <a:t>provide</a:t>
            </a:r>
            <a:r>
              <a:rPr sz="2200" spc="-40" dirty="0">
                <a:solidFill>
                  <a:srgbClr val="282833"/>
                </a:solidFill>
                <a:latin typeface="Arial"/>
                <a:cs typeface="Arial"/>
              </a:rPr>
              <a:t> </a:t>
            </a:r>
            <a:r>
              <a:rPr sz="2200" dirty="0">
                <a:solidFill>
                  <a:srgbClr val="282833"/>
                </a:solidFill>
                <a:latin typeface="Arial"/>
                <a:cs typeface="Arial"/>
              </a:rPr>
              <a:t>governance</a:t>
            </a:r>
            <a:r>
              <a:rPr sz="2200" spc="-35" dirty="0">
                <a:solidFill>
                  <a:srgbClr val="282833"/>
                </a:solidFill>
                <a:latin typeface="Arial"/>
                <a:cs typeface="Arial"/>
              </a:rPr>
              <a:t> </a:t>
            </a:r>
            <a:r>
              <a:rPr sz="2200" dirty="0">
                <a:solidFill>
                  <a:srgbClr val="282833"/>
                </a:solidFill>
                <a:latin typeface="Arial"/>
                <a:cs typeface="Arial"/>
              </a:rPr>
              <a:t>is</a:t>
            </a:r>
            <a:r>
              <a:rPr sz="2200" spc="-45" dirty="0">
                <a:solidFill>
                  <a:srgbClr val="282833"/>
                </a:solidFill>
                <a:latin typeface="Arial"/>
                <a:cs typeface="Arial"/>
              </a:rPr>
              <a:t> </a:t>
            </a:r>
            <a:r>
              <a:rPr sz="2200" spc="-10" dirty="0">
                <a:solidFill>
                  <a:srgbClr val="282833"/>
                </a:solidFill>
                <a:latin typeface="Arial"/>
                <a:cs typeface="Arial"/>
              </a:rPr>
              <a:t>needed.</a:t>
            </a:r>
            <a:endParaRPr sz="2200">
              <a:latin typeface="Arial"/>
              <a:cs typeface="Arial"/>
            </a:endParaRPr>
          </a:p>
          <a:p>
            <a:pPr marL="469265" lvl="1" indent="-182245">
              <a:spcBef>
                <a:spcPts val="530"/>
              </a:spcBef>
              <a:buClr>
                <a:srgbClr val="93A299"/>
              </a:buClr>
              <a:buSzPct val="84090"/>
              <a:buChar char="•"/>
              <a:tabLst>
                <a:tab pos="469265" algn="l"/>
              </a:tabLst>
            </a:pPr>
            <a:r>
              <a:rPr sz="2200" dirty="0">
                <a:solidFill>
                  <a:srgbClr val="282833"/>
                </a:solidFill>
                <a:latin typeface="Arial"/>
                <a:cs typeface="Arial"/>
              </a:rPr>
              <a:t>Audit</a:t>
            </a:r>
            <a:r>
              <a:rPr sz="2200" spc="-40" dirty="0">
                <a:solidFill>
                  <a:srgbClr val="282833"/>
                </a:solidFill>
                <a:latin typeface="Arial"/>
                <a:cs typeface="Arial"/>
              </a:rPr>
              <a:t> </a:t>
            </a:r>
            <a:r>
              <a:rPr sz="2200" dirty="0">
                <a:solidFill>
                  <a:srgbClr val="282833"/>
                </a:solidFill>
                <a:latin typeface="Arial"/>
                <a:cs typeface="Arial"/>
              </a:rPr>
              <a:t>processes</a:t>
            </a:r>
            <a:r>
              <a:rPr sz="2200" spc="-40" dirty="0">
                <a:solidFill>
                  <a:srgbClr val="282833"/>
                </a:solidFill>
                <a:latin typeface="Arial"/>
                <a:cs typeface="Arial"/>
              </a:rPr>
              <a:t> </a:t>
            </a:r>
            <a:r>
              <a:rPr sz="2200" dirty="0">
                <a:solidFill>
                  <a:srgbClr val="282833"/>
                </a:solidFill>
                <a:latin typeface="Arial"/>
                <a:cs typeface="Arial"/>
              </a:rPr>
              <a:t>to</a:t>
            </a:r>
            <a:r>
              <a:rPr sz="2200" spc="-40" dirty="0">
                <a:solidFill>
                  <a:srgbClr val="282833"/>
                </a:solidFill>
                <a:latin typeface="Arial"/>
                <a:cs typeface="Arial"/>
              </a:rPr>
              <a:t> </a:t>
            </a:r>
            <a:r>
              <a:rPr sz="2200" dirty="0">
                <a:solidFill>
                  <a:srgbClr val="282833"/>
                </a:solidFill>
                <a:latin typeface="Arial"/>
                <a:cs typeface="Arial"/>
              </a:rPr>
              <a:t>ensure</a:t>
            </a:r>
            <a:r>
              <a:rPr sz="2200" spc="-35" dirty="0">
                <a:solidFill>
                  <a:srgbClr val="282833"/>
                </a:solidFill>
                <a:latin typeface="Arial"/>
                <a:cs typeface="Arial"/>
              </a:rPr>
              <a:t> </a:t>
            </a:r>
            <a:r>
              <a:rPr sz="2200" dirty="0">
                <a:solidFill>
                  <a:srgbClr val="282833"/>
                </a:solidFill>
                <a:latin typeface="Arial"/>
                <a:cs typeface="Arial"/>
              </a:rPr>
              <a:t>members</a:t>
            </a:r>
            <a:r>
              <a:rPr sz="2200" spc="-40" dirty="0">
                <a:solidFill>
                  <a:srgbClr val="282833"/>
                </a:solidFill>
                <a:latin typeface="Arial"/>
                <a:cs typeface="Arial"/>
              </a:rPr>
              <a:t> </a:t>
            </a:r>
            <a:r>
              <a:rPr sz="2200" dirty="0">
                <a:solidFill>
                  <a:srgbClr val="282833"/>
                </a:solidFill>
                <a:latin typeface="Arial"/>
                <a:cs typeface="Arial"/>
              </a:rPr>
              <a:t>abide</a:t>
            </a:r>
            <a:r>
              <a:rPr sz="2200" spc="-40" dirty="0">
                <a:solidFill>
                  <a:srgbClr val="282833"/>
                </a:solidFill>
                <a:latin typeface="Arial"/>
                <a:cs typeface="Arial"/>
              </a:rPr>
              <a:t> </a:t>
            </a:r>
            <a:r>
              <a:rPr sz="2200" dirty="0">
                <a:solidFill>
                  <a:srgbClr val="282833"/>
                </a:solidFill>
                <a:latin typeface="Arial"/>
                <a:cs typeface="Arial"/>
              </a:rPr>
              <a:t>by</a:t>
            </a:r>
            <a:r>
              <a:rPr sz="2200" spc="-35" dirty="0">
                <a:solidFill>
                  <a:srgbClr val="282833"/>
                </a:solidFill>
                <a:latin typeface="Arial"/>
                <a:cs typeface="Arial"/>
              </a:rPr>
              <a:t> </a:t>
            </a:r>
            <a:r>
              <a:rPr sz="2200" dirty="0">
                <a:solidFill>
                  <a:srgbClr val="282833"/>
                </a:solidFill>
                <a:latin typeface="Arial"/>
                <a:cs typeface="Arial"/>
              </a:rPr>
              <a:t>the</a:t>
            </a:r>
            <a:r>
              <a:rPr sz="2200" spc="-40" dirty="0">
                <a:solidFill>
                  <a:srgbClr val="282833"/>
                </a:solidFill>
                <a:latin typeface="Arial"/>
                <a:cs typeface="Arial"/>
              </a:rPr>
              <a:t> </a:t>
            </a:r>
            <a:r>
              <a:rPr sz="2200" spc="-10" dirty="0">
                <a:solidFill>
                  <a:srgbClr val="282833"/>
                </a:solidFill>
                <a:latin typeface="Arial"/>
                <a:cs typeface="Arial"/>
              </a:rPr>
              <a:t>rules.</a:t>
            </a:r>
            <a:endParaRPr sz="2200">
              <a:latin typeface="Arial"/>
              <a:cs typeface="Arial"/>
            </a:endParaRPr>
          </a:p>
          <a:p>
            <a:pPr marL="469900" marR="892810" lvl="1" indent="-182880">
              <a:spcBef>
                <a:spcPts val="530"/>
              </a:spcBef>
              <a:buClr>
                <a:srgbClr val="93A299"/>
              </a:buClr>
              <a:buSzPct val="84090"/>
              <a:buChar char="•"/>
              <a:tabLst>
                <a:tab pos="469900" algn="l"/>
              </a:tabLst>
            </a:pPr>
            <a:r>
              <a:rPr sz="2200" dirty="0">
                <a:solidFill>
                  <a:srgbClr val="282833"/>
                </a:solidFill>
                <a:latin typeface="Arial"/>
                <a:cs typeface="Arial"/>
              </a:rPr>
              <a:t>Where</a:t>
            </a:r>
            <a:r>
              <a:rPr sz="2200" spc="-50" dirty="0">
                <a:solidFill>
                  <a:srgbClr val="282833"/>
                </a:solidFill>
                <a:latin typeface="Arial"/>
                <a:cs typeface="Arial"/>
              </a:rPr>
              <a:t> </a:t>
            </a:r>
            <a:r>
              <a:rPr sz="2200" spc="-25" dirty="0">
                <a:solidFill>
                  <a:srgbClr val="282833"/>
                </a:solidFill>
                <a:latin typeface="Arial"/>
                <a:cs typeface="Arial"/>
              </a:rPr>
              <a:t>non-</a:t>
            </a:r>
            <a:r>
              <a:rPr sz="2200" spc="-10" dirty="0">
                <a:solidFill>
                  <a:srgbClr val="282833"/>
                </a:solidFill>
                <a:latin typeface="Arial"/>
                <a:cs typeface="Arial"/>
              </a:rPr>
              <a:t>compliance</a:t>
            </a:r>
            <a:r>
              <a:rPr sz="2200" spc="-55" dirty="0">
                <a:solidFill>
                  <a:srgbClr val="282833"/>
                </a:solidFill>
                <a:latin typeface="Arial"/>
                <a:cs typeface="Arial"/>
              </a:rPr>
              <a:t> </a:t>
            </a:r>
            <a:r>
              <a:rPr sz="2200" dirty="0">
                <a:solidFill>
                  <a:srgbClr val="282833"/>
                </a:solidFill>
                <a:latin typeface="Arial"/>
                <a:cs typeface="Arial"/>
              </a:rPr>
              <a:t>is</a:t>
            </a:r>
            <a:r>
              <a:rPr sz="2200" spc="-60" dirty="0">
                <a:solidFill>
                  <a:srgbClr val="282833"/>
                </a:solidFill>
                <a:latin typeface="Arial"/>
                <a:cs typeface="Arial"/>
              </a:rPr>
              <a:t> </a:t>
            </a:r>
            <a:r>
              <a:rPr sz="2200" dirty="0">
                <a:solidFill>
                  <a:srgbClr val="282833"/>
                </a:solidFill>
                <a:latin typeface="Arial"/>
                <a:cs typeface="Arial"/>
              </a:rPr>
              <a:t>discovered,</a:t>
            </a:r>
            <a:r>
              <a:rPr sz="2200" spc="-55" dirty="0">
                <a:solidFill>
                  <a:srgbClr val="282833"/>
                </a:solidFill>
                <a:latin typeface="Arial"/>
                <a:cs typeface="Arial"/>
              </a:rPr>
              <a:t> </a:t>
            </a:r>
            <a:r>
              <a:rPr sz="2200" dirty="0">
                <a:solidFill>
                  <a:srgbClr val="282833"/>
                </a:solidFill>
                <a:latin typeface="Arial"/>
                <a:cs typeface="Arial"/>
              </a:rPr>
              <a:t>there</a:t>
            </a:r>
            <a:r>
              <a:rPr sz="2200" spc="-45" dirty="0">
                <a:solidFill>
                  <a:srgbClr val="282833"/>
                </a:solidFill>
                <a:latin typeface="Arial"/>
                <a:cs typeface="Arial"/>
              </a:rPr>
              <a:t> </a:t>
            </a:r>
            <a:r>
              <a:rPr sz="2200" dirty="0">
                <a:solidFill>
                  <a:srgbClr val="282833"/>
                </a:solidFill>
                <a:latin typeface="Arial"/>
                <a:cs typeface="Arial"/>
              </a:rPr>
              <a:t>may</a:t>
            </a:r>
            <a:r>
              <a:rPr sz="2200" spc="-55" dirty="0">
                <a:solidFill>
                  <a:srgbClr val="282833"/>
                </a:solidFill>
                <a:latin typeface="Arial"/>
                <a:cs typeface="Arial"/>
              </a:rPr>
              <a:t> </a:t>
            </a:r>
            <a:r>
              <a:rPr sz="2200" dirty="0">
                <a:solidFill>
                  <a:srgbClr val="282833"/>
                </a:solidFill>
                <a:latin typeface="Arial"/>
                <a:cs typeface="Arial"/>
              </a:rPr>
              <a:t>need</a:t>
            </a:r>
            <a:r>
              <a:rPr sz="2200" spc="-50" dirty="0">
                <a:solidFill>
                  <a:srgbClr val="282833"/>
                </a:solidFill>
                <a:latin typeface="Arial"/>
                <a:cs typeface="Arial"/>
              </a:rPr>
              <a:t> </a:t>
            </a:r>
            <a:r>
              <a:rPr sz="2200" dirty="0">
                <a:solidFill>
                  <a:srgbClr val="282833"/>
                </a:solidFill>
                <a:latin typeface="Arial"/>
                <a:cs typeface="Arial"/>
              </a:rPr>
              <a:t>to</a:t>
            </a:r>
            <a:r>
              <a:rPr sz="2200" spc="-55" dirty="0">
                <a:solidFill>
                  <a:srgbClr val="282833"/>
                </a:solidFill>
                <a:latin typeface="Arial"/>
                <a:cs typeface="Arial"/>
              </a:rPr>
              <a:t> </a:t>
            </a:r>
            <a:r>
              <a:rPr sz="2200" spc="-25" dirty="0">
                <a:solidFill>
                  <a:srgbClr val="282833"/>
                </a:solidFill>
                <a:latin typeface="Arial"/>
                <a:cs typeface="Arial"/>
              </a:rPr>
              <a:t>be </a:t>
            </a:r>
            <a:r>
              <a:rPr sz="2200" dirty="0">
                <a:solidFill>
                  <a:srgbClr val="282833"/>
                </a:solidFill>
                <a:latin typeface="Arial"/>
                <a:cs typeface="Arial"/>
              </a:rPr>
              <a:t>sanctions</a:t>
            </a:r>
            <a:r>
              <a:rPr sz="2200" spc="-25" dirty="0">
                <a:solidFill>
                  <a:srgbClr val="282833"/>
                </a:solidFill>
                <a:latin typeface="Arial"/>
                <a:cs typeface="Arial"/>
              </a:rPr>
              <a:t> </a:t>
            </a:r>
            <a:r>
              <a:rPr sz="2200" spc="-10" dirty="0">
                <a:solidFill>
                  <a:srgbClr val="282833"/>
                </a:solidFill>
                <a:latin typeface="Arial"/>
                <a:cs typeface="Arial"/>
              </a:rPr>
              <a:t>imposed.</a:t>
            </a:r>
            <a:endParaRPr sz="2200">
              <a:latin typeface="Arial"/>
              <a:cs typeface="Arial"/>
            </a:endParaRPr>
          </a:p>
          <a:p>
            <a:pPr marL="469265" lvl="1" indent="-182245">
              <a:spcBef>
                <a:spcPts val="525"/>
              </a:spcBef>
              <a:buClr>
                <a:srgbClr val="93A299"/>
              </a:buClr>
              <a:buSzPct val="84090"/>
              <a:buChar char="•"/>
              <a:tabLst>
                <a:tab pos="469265" algn="l"/>
              </a:tabLst>
            </a:pPr>
            <a:r>
              <a:rPr sz="2200" dirty="0">
                <a:solidFill>
                  <a:srgbClr val="282833"/>
                </a:solidFill>
                <a:latin typeface="Arial"/>
                <a:cs typeface="Arial"/>
              </a:rPr>
              <a:t>Rules</a:t>
            </a:r>
            <a:r>
              <a:rPr sz="2200" spc="-45" dirty="0">
                <a:solidFill>
                  <a:srgbClr val="282833"/>
                </a:solidFill>
                <a:latin typeface="Arial"/>
                <a:cs typeface="Arial"/>
              </a:rPr>
              <a:t> </a:t>
            </a:r>
            <a:r>
              <a:rPr sz="2200" dirty="0">
                <a:solidFill>
                  <a:srgbClr val="282833"/>
                </a:solidFill>
                <a:latin typeface="Arial"/>
                <a:cs typeface="Arial"/>
              </a:rPr>
              <a:t>that</a:t>
            </a:r>
            <a:r>
              <a:rPr sz="2200" spc="-45" dirty="0">
                <a:solidFill>
                  <a:srgbClr val="282833"/>
                </a:solidFill>
                <a:latin typeface="Arial"/>
                <a:cs typeface="Arial"/>
              </a:rPr>
              <a:t> </a:t>
            </a:r>
            <a:r>
              <a:rPr sz="2200" dirty="0">
                <a:solidFill>
                  <a:srgbClr val="282833"/>
                </a:solidFill>
                <a:latin typeface="Arial"/>
                <a:cs typeface="Arial"/>
              </a:rPr>
              <a:t>determine</a:t>
            </a:r>
            <a:r>
              <a:rPr sz="2200" spc="-35" dirty="0">
                <a:solidFill>
                  <a:srgbClr val="282833"/>
                </a:solidFill>
                <a:latin typeface="Arial"/>
                <a:cs typeface="Arial"/>
              </a:rPr>
              <a:t> </a:t>
            </a:r>
            <a:r>
              <a:rPr sz="2200" dirty="0">
                <a:solidFill>
                  <a:srgbClr val="282833"/>
                </a:solidFill>
                <a:latin typeface="Arial"/>
                <a:cs typeface="Arial"/>
              </a:rPr>
              <a:t>how</a:t>
            </a:r>
            <a:r>
              <a:rPr sz="2200" spc="-40" dirty="0">
                <a:solidFill>
                  <a:srgbClr val="282833"/>
                </a:solidFill>
                <a:latin typeface="Arial"/>
                <a:cs typeface="Arial"/>
              </a:rPr>
              <a:t> </a:t>
            </a:r>
            <a:r>
              <a:rPr sz="2200" dirty="0">
                <a:solidFill>
                  <a:srgbClr val="282833"/>
                </a:solidFill>
                <a:latin typeface="Arial"/>
                <a:cs typeface="Arial"/>
              </a:rPr>
              <a:t>conflicts</a:t>
            </a:r>
            <a:r>
              <a:rPr sz="2200" spc="-65" dirty="0">
                <a:solidFill>
                  <a:srgbClr val="282833"/>
                </a:solidFill>
                <a:latin typeface="Arial"/>
                <a:cs typeface="Arial"/>
              </a:rPr>
              <a:t> </a:t>
            </a:r>
            <a:r>
              <a:rPr sz="2200" dirty="0">
                <a:solidFill>
                  <a:srgbClr val="282833"/>
                </a:solidFill>
                <a:latin typeface="Arial"/>
                <a:cs typeface="Arial"/>
              </a:rPr>
              <a:t>between</a:t>
            </a:r>
            <a:r>
              <a:rPr sz="2200" spc="-45" dirty="0">
                <a:solidFill>
                  <a:srgbClr val="282833"/>
                </a:solidFill>
                <a:latin typeface="Arial"/>
                <a:cs typeface="Arial"/>
              </a:rPr>
              <a:t> </a:t>
            </a:r>
            <a:r>
              <a:rPr sz="2200" dirty="0">
                <a:solidFill>
                  <a:srgbClr val="282833"/>
                </a:solidFill>
                <a:latin typeface="Arial"/>
                <a:cs typeface="Arial"/>
              </a:rPr>
              <a:t>members</a:t>
            </a:r>
            <a:r>
              <a:rPr sz="2200" spc="-30" dirty="0">
                <a:solidFill>
                  <a:srgbClr val="282833"/>
                </a:solidFill>
                <a:latin typeface="Arial"/>
                <a:cs typeface="Arial"/>
              </a:rPr>
              <a:t> </a:t>
            </a:r>
            <a:r>
              <a:rPr sz="2200" dirty="0">
                <a:solidFill>
                  <a:srgbClr val="282833"/>
                </a:solidFill>
                <a:latin typeface="Arial"/>
                <a:cs typeface="Arial"/>
              </a:rPr>
              <a:t>are</a:t>
            </a:r>
            <a:r>
              <a:rPr sz="2200" spc="-45" dirty="0">
                <a:solidFill>
                  <a:srgbClr val="282833"/>
                </a:solidFill>
                <a:latin typeface="Arial"/>
                <a:cs typeface="Arial"/>
              </a:rPr>
              <a:t> </a:t>
            </a:r>
            <a:r>
              <a:rPr sz="2200" spc="-10" dirty="0">
                <a:solidFill>
                  <a:srgbClr val="282833"/>
                </a:solidFill>
                <a:latin typeface="Arial"/>
                <a:cs typeface="Arial"/>
              </a:rPr>
              <a:t>handled.</a:t>
            </a:r>
            <a:endParaRPr sz="2200">
              <a:latin typeface="Arial"/>
              <a:cs typeface="Arial"/>
            </a:endParaRPr>
          </a:p>
          <a:p>
            <a:pPr marL="194310" indent="-181610">
              <a:spcBef>
                <a:spcPts val="570"/>
              </a:spcBef>
              <a:buClr>
                <a:srgbClr val="93A299"/>
              </a:buClr>
              <a:buSzPct val="83333"/>
              <a:buChar char="•"/>
              <a:tabLst>
                <a:tab pos="194310" algn="l"/>
              </a:tabLst>
            </a:pPr>
            <a:r>
              <a:rPr sz="2400" spc="-10" dirty="0">
                <a:solidFill>
                  <a:srgbClr val="282833"/>
                </a:solidFill>
                <a:latin typeface="Arial"/>
                <a:cs typeface="Arial"/>
              </a:rPr>
              <a:t>External</a:t>
            </a:r>
            <a:endParaRPr sz="2400">
              <a:latin typeface="Arial"/>
              <a:cs typeface="Arial"/>
            </a:endParaRPr>
          </a:p>
          <a:p>
            <a:pPr marL="469900" marR="1405890" lvl="1" indent="-182880">
              <a:spcBef>
                <a:spcPts val="535"/>
              </a:spcBef>
              <a:buClr>
                <a:srgbClr val="93A299"/>
              </a:buClr>
              <a:buSzPct val="84090"/>
              <a:buChar char="•"/>
              <a:tabLst>
                <a:tab pos="469900" algn="l"/>
              </a:tabLst>
            </a:pPr>
            <a:r>
              <a:rPr sz="2200" dirty="0">
                <a:solidFill>
                  <a:srgbClr val="282833"/>
                </a:solidFill>
                <a:latin typeface="Arial"/>
                <a:cs typeface="Arial"/>
              </a:rPr>
              <a:t>Expected</a:t>
            </a:r>
            <a:r>
              <a:rPr sz="2200" spc="-55" dirty="0">
                <a:solidFill>
                  <a:srgbClr val="282833"/>
                </a:solidFill>
                <a:latin typeface="Arial"/>
                <a:cs typeface="Arial"/>
              </a:rPr>
              <a:t> </a:t>
            </a:r>
            <a:r>
              <a:rPr sz="2200" dirty="0">
                <a:solidFill>
                  <a:srgbClr val="282833"/>
                </a:solidFill>
                <a:latin typeface="Arial"/>
                <a:cs typeface="Arial"/>
              </a:rPr>
              <a:t>behaviors</a:t>
            </a:r>
            <a:r>
              <a:rPr sz="2200" spc="-35" dirty="0">
                <a:solidFill>
                  <a:srgbClr val="282833"/>
                </a:solidFill>
                <a:latin typeface="Arial"/>
                <a:cs typeface="Arial"/>
              </a:rPr>
              <a:t> </a:t>
            </a:r>
            <a:r>
              <a:rPr sz="2200" dirty="0">
                <a:solidFill>
                  <a:srgbClr val="282833"/>
                </a:solidFill>
                <a:latin typeface="Arial"/>
                <a:cs typeface="Arial"/>
              </a:rPr>
              <a:t>may</a:t>
            </a:r>
            <a:r>
              <a:rPr sz="2200" spc="-40" dirty="0">
                <a:solidFill>
                  <a:srgbClr val="282833"/>
                </a:solidFill>
                <a:latin typeface="Arial"/>
                <a:cs typeface="Arial"/>
              </a:rPr>
              <a:t> </a:t>
            </a:r>
            <a:r>
              <a:rPr sz="2200" dirty="0">
                <a:solidFill>
                  <a:srgbClr val="282833"/>
                </a:solidFill>
                <a:latin typeface="Arial"/>
                <a:cs typeface="Arial"/>
              </a:rPr>
              <a:t>also</a:t>
            </a:r>
            <a:r>
              <a:rPr sz="2200" spc="-40" dirty="0">
                <a:solidFill>
                  <a:srgbClr val="282833"/>
                </a:solidFill>
                <a:latin typeface="Arial"/>
                <a:cs typeface="Arial"/>
              </a:rPr>
              <a:t> </a:t>
            </a:r>
            <a:r>
              <a:rPr sz="2200" dirty="0">
                <a:solidFill>
                  <a:srgbClr val="282833"/>
                </a:solidFill>
                <a:latin typeface="Arial"/>
                <a:cs typeface="Arial"/>
              </a:rPr>
              <a:t>be</a:t>
            </a:r>
            <a:r>
              <a:rPr sz="2200" spc="-35" dirty="0">
                <a:solidFill>
                  <a:srgbClr val="282833"/>
                </a:solidFill>
                <a:latin typeface="Arial"/>
                <a:cs typeface="Arial"/>
              </a:rPr>
              <a:t> </a:t>
            </a:r>
            <a:r>
              <a:rPr sz="2200" dirty="0">
                <a:solidFill>
                  <a:srgbClr val="282833"/>
                </a:solidFill>
                <a:latin typeface="Arial"/>
                <a:cs typeface="Arial"/>
              </a:rPr>
              <a:t>prescribed</a:t>
            </a:r>
            <a:r>
              <a:rPr sz="2200" spc="-40" dirty="0">
                <a:solidFill>
                  <a:srgbClr val="282833"/>
                </a:solidFill>
                <a:latin typeface="Arial"/>
                <a:cs typeface="Arial"/>
              </a:rPr>
              <a:t> </a:t>
            </a:r>
            <a:r>
              <a:rPr sz="2200" dirty="0">
                <a:solidFill>
                  <a:srgbClr val="282833"/>
                </a:solidFill>
                <a:latin typeface="Arial"/>
                <a:cs typeface="Arial"/>
              </a:rPr>
              <a:t>by</a:t>
            </a:r>
            <a:r>
              <a:rPr sz="2200" spc="-35" dirty="0">
                <a:solidFill>
                  <a:srgbClr val="282833"/>
                </a:solidFill>
                <a:latin typeface="Arial"/>
                <a:cs typeface="Arial"/>
              </a:rPr>
              <a:t> </a:t>
            </a:r>
            <a:r>
              <a:rPr sz="2200" spc="-10" dirty="0">
                <a:solidFill>
                  <a:srgbClr val="282833"/>
                </a:solidFill>
                <a:latin typeface="Arial"/>
                <a:cs typeface="Arial"/>
              </a:rPr>
              <a:t>external requirements.</a:t>
            </a:r>
            <a:endParaRPr sz="2200">
              <a:latin typeface="Arial"/>
              <a:cs typeface="Arial"/>
            </a:endParaRPr>
          </a:p>
          <a:p>
            <a:pPr marL="469900" marR="923290" lvl="1" indent="-182880">
              <a:spcBef>
                <a:spcPts val="530"/>
              </a:spcBef>
              <a:buClr>
                <a:srgbClr val="93A299"/>
              </a:buClr>
              <a:buSzPct val="84090"/>
              <a:buChar char="•"/>
              <a:tabLst>
                <a:tab pos="469900" algn="l"/>
              </a:tabLst>
            </a:pPr>
            <a:r>
              <a:rPr sz="2200" dirty="0">
                <a:solidFill>
                  <a:srgbClr val="282833"/>
                </a:solidFill>
                <a:latin typeface="Arial"/>
                <a:cs typeface="Arial"/>
              </a:rPr>
              <a:t>The</a:t>
            </a:r>
            <a:r>
              <a:rPr sz="2200" spc="-30" dirty="0">
                <a:solidFill>
                  <a:srgbClr val="282833"/>
                </a:solidFill>
                <a:latin typeface="Arial"/>
                <a:cs typeface="Arial"/>
              </a:rPr>
              <a:t> </a:t>
            </a:r>
            <a:r>
              <a:rPr sz="2200" dirty="0">
                <a:solidFill>
                  <a:srgbClr val="282833"/>
                </a:solidFill>
                <a:latin typeface="Arial"/>
                <a:cs typeface="Arial"/>
              </a:rPr>
              <a:t>collaborative</a:t>
            </a:r>
            <a:r>
              <a:rPr sz="2200" spc="-35" dirty="0">
                <a:solidFill>
                  <a:srgbClr val="282833"/>
                </a:solidFill>
                <a:latin typeface="Arial"/>
                <a:cs typeface="Arial"/>
              </a:rPr>
              <a:t> </a:t>
            </a:r>
            <a:r>
              <a:rPr sz="2200" dirty="0">
                <a:solidFill>
                  <a:srgbClr val="282833"/>
                </a:solidFill>
                <a:latin typeface="Arial"/>
                <a:cs typeface="Arial"/>
              </a:rPr>
              <a:t>network</a:t>
            </a:r>
            <a:r>
              <a:rPr sz="2200" spc="-30" dirty="0">
                <a:solidFill>
                  <a:srgbClr val="282833"/>
                </a:solidFill>
                <a:latin typeface="Arial"/>
                <a:cs typeface="Arial"/>
              </a:rPr>
              <a:t> </a:t>
            </a:r>
            <a:r>
              <a:rPr sz="2200" dirty="0">
                <a:solidFill>
                  <a:srgbClr val="282833"/>
                </a:solidFill>
                <a:latin typeface="Arial"/>
                <a:cs typeface="Arial"/>
              </a:rPr>
              <a:t>needs</a:t>
            </a:r>
            <a:r>
              <a:rPr sz="2200" spc="-30" dirty="0">
                <a:solidFill>
                  <a:srgbClr val="282833"/>
                </a:solidFill>
                <a:latin typeface="Arial"/>
                <a:cs typeface="Arial"/>
              </a:rPr>
              <a:t> </a:t>
            </a:r>
            <a:r>
              <a:rPr sz="2200" dirty="0">
                <a:solidFill>
                  <a:srgbClr val="282833"/>
                </a:solidFill>
                <a:latin typeface="Arial"/>
                <a:cs typeface="Arial"/>
              </a:rPr>
              <a:t>to</a:t>
            </a:r>
            <a:r>
              <a:rPr sz="2200" spc="-25" dirty="0">
                <a:solidFill>
                  <a:srgbClr val="282833"/>
                </a:solidFill>
                <a:latin typeface="Arial"/>
                <a:cs typeface="Arial"/>
              </a:rPr>
              <a:t> </a:t>
            </a:r>
            <a:r>
              <a:rPr sz="2200" dirty="0">
                <a:solidFill>
                  <a:srgbClr val="282833"/>
                </a:solidFill>
                <a:latin typeface="Arial"/>
                <a:cs typeface="Arial"/>
              </a:rPr>
              <a:t>abide</a:t>
            </a:r>
            <a:r>
              <a:rPr sz="2200" spc="-30" dirty="0">
                <a:solidFill>
                  <a:srgbClr val="282833"/>
                </a:solidFill>
                <a:latin typeface="Arial"/>
                <a:cs typeface="Arial"/>
              </a:rPr>
              <a:t> </a:t>
            </a:r>
            <a:r>
              <a:rPr sz="2200" dirty="0">
                <a:solidFill>
                  <a:srgbClr val="282833"/>
                </a:solidFill>
                <a:latin typeface="Arial"/>
                <a:cs typeface="Arial"/>
              </a:rPr>
              <a:t>by</a:t>
            </a:r>
            <a:r>
              <a:rPr sz="2200" spc="-35" dirty="0">
                <a:solidFill>
                  <a:srgbClr val="282833"/>
                </a:solidFill>
                <a:latin typeface="Arial"/>
                <a:cs typeface="Arial"/>
              </a:rPr>
              <a:t> </a:t>
            </a:r>
            <a:r>
              <a:rPr sz="2200" dirty="0">
                <a:solidFill>
                  <a:srgbClr val="282833"/>
                </a:solidFill>
                <a:latin typeface="Arial"/>
                <a:cs typeface="Arial"/>
              </a:rPr>
              <a:t>the</a:t>
            </a:r>
            <a:r>
              <a:rPr sz="2200" spc="-30" dirty="0">
                <a:solidFill>
                  <a:srgbClr val="282833"/>
                </a:solidFill>
                <a:latin typeface="Arial"/>
                <a:cs typeface="Arial"/>
              </a:rPr>
              <a:t> </a:t>
            </a:r>
            <a:r>
              <a:rPr sz="2200" dirty="0">
                <a:solidFill>
                  <a:srgbClr val="282833"/>
                </a:solidFill>
                <a:latin typeface="Arial"/>
                <a:cs typeface="Arial"/>
              </a:rPr>
              <a:t>laws</a:t>
            </a:r>
            <a:r>
              <a:rPr sz="2200" spc="-40" dirty="0">
                <a:solidFill>
                  <a:srgbClr val="282833"/>
                </a:solidFill>
                <a:latin typeface="Arial"/>
                <a:cs typeface="Arial"/>
              </a:rPr>
              <a:t> </a:t>
            </a:r>
            <a:r>
              <a:rPr sz="2200" dirty="0">
                <a:solidFill>
                  <a:srgbClr val="282833"/>
                </a:solidFill>
                <a:latin typeface="Arial"/>
                <a:cs typeface="Arial"/>
              </a:rPr>
              <a:t>of</a:t>
            </a:r>
            <a:r>
              <a:rPr sz="2200" spc="-25" dirty="0">
                <a:solidFill>
                  <a:srgbClr val="282833"/>
                </a:solidFill>
                <a:latin typeface="Arial"/>
                <a:cs typeface="Arial"/>
              </a:rPr>
              <a:t> the </a:t>
            </a:r>
            <a:r>
              <a:rPr sz="2200" dirty="0">
                <a:solidFill>
                  <a:srgbClr val="282833"/>
                </a:solidFill>
                <a:latin typeface="Arial"/>
                <a:cs typeface="Arial"/>
              </a:rPr>
              <a:t>countries</a:t>
            </a:r>
            <a:r>
              <a:rPr sz="2200" spc="-70" dirty="0">
                <a:solidFill>
                  <a:srgbClr val="282833"/>
                </a:solidFill>
                <a:latin typeface="Arial"/>
                <a:cs typeface="Arial"/>
              </a:rPr>
              <a:t> </a:t>
            </a:r>
            <a:r>
              <a:rPr sz="2200" dirty="0">
                <a:solidFill>
                  <a:srgbClr val="282833"/>
                </a:solidFill>
                <a:latin typeface="Arial"/>
                <a:cs typeface="Arial"/>
              </a:rPr>
              <a:t>the</a:t>
            </a:r>
            <a:r>
              <a:rPr sz="2200" spc="-65" dirty="0">
                <a:solidFill>
                  <a:srgbClr val="282833"/>
                </a:solidFill>
                <a:latin typeface="Arial"/>
                <a:cs typeface="Arial"/>
              </a:rPr>
              <a:t> </a:t>
            </a:r>
            <a:r>
              <a:rPr sz="2200" dirty="0">
                <a:solidFill>
                  <a:srgbClr val="282833"/>
                </a:solidFill>
                <a:latin typeface="Arial"/>
                <a:cs typeface="Arial"/>
              </a:rPr>
              <a:t>network</a:t>
            </a:r>
            <a:r>
              <a:rPr sz="2200" spc="-65" dirty="0">
                <a:solidFill>
                  <a:srgbClr val="282833"/>
                </a:solidFill>
                <a:latin typeface="Arial"/>
                <a:cs typeface="Arial"/>
              </a:rPr>
              <a:t> </a:t>
            </a:r>
            <a:r>
              <a:rPr sz="2200" spc="-10" dirty="0">
                <a:solidFill>
                  <a:srgbClr val="282833"/>
                </a:solidFill>
                <a:latin typeface="Arial"/>
                <a:cs typeface="Arial"/>
              </a:rPr>
              <a:t>spans.</a:t>
            </a:r>
            <a:endParaRPr sz="2200">
              <a:latin typeface="Arial"/>
              <a:cs typeface="Arial"/>
            </a:endParaRPr>
          </a:p>
          <a:p>
            <a:pPr marL="469900" marR="115570" lvl="1" indent="-182880">
              <a:spcBef>
                <a:spcPts val="525"/>
              </a:spcBef>
              <a:buClr>
                <a:srgbClr val="93A299"/>
              </a:buClr>
              <a:buSzPct val="84090"/>
              <a:buChar char="•"/>
              <a:tabLst>
                <a:tab pos="469900" algn="l"/>
              </a:tabLst>
            </a:pPr>
            <a:r>
              <a:rPr sz="2200" dirty="0">
                <a:solidFill>
                  <a:srgbClr val="282833"/>
                </a:solidFill>
                <a:latin typeface="Arial"/>
                <a:cs typeface="Arial"/>
              </a:rPr>
              <a:t>There</a:t>
            </a:r>
            <a:r>
              <a:rPr sz="2200" spc="-45" dirty="0">
                <a:solidFill>
                  <a:srgbClr val="282833"/>
                </a:solidFill>
                <a:latin typeface="Arial"/>
                <a:cs typeface="Arial"/>
              </a:rPr>
              <a:t> </a:t>
            </a:r>
            <a:r>
              <a:rPr sz="2200" dirty="0">
                <a:solidFill>
                  <a:srgbClr val="282833"/>
                </a:solidFill>
                <a:latin typeface="Arial"/>
                <a:cs typeface="Arial"/>
              </a:rPr>
              <a:t>may</a:t>
            </a:r>
            <a:r>
              <a:rPr sz="2200" spc="-55" dirty="0">
                <a:solidFill>
                  <a:srgbClr val="282833"/>
                </a:solidFill>
                <a:latin typeface="Arial"/>
                <a:cs typeface="Arial"/>
              </a:rPr>
              <a:t> </a:t>
            </a:r>
            <a:r>
              <a:rPr sz="2200" dirty="0">
                <a:solidFill>
                  <a:srgbClr val="282833"/>
                </a:solidFill>
                <a:latin typeface="Arial"/>
                <a:cs typeface="Arial"/>
              </a:rPr>
              <a:t>be</a:t>
            </a:r>
            <a:r>
              <a:rPr sz="2200" spc="-55" dirty="0">
                <a:solidFill>
                  <a:srgbClr val="282833"/>
                </a:solidFill>
                <a:latin typeface="Arial"/>
                <a:cs typeface="Arial"/>
              </a:rPr>
              <a:t> </a:t>
            </a:r>
            <a:r>
              <a:rPr sz="2200" dirty="0">
                <a:solidFill>
                  <a:srgbClr val="282833"/>
                </a:solidFill>
                <a:latin typeface="Arial"/>
                <a:cs typeface="Arial"/>
              </a:rPr>
              <a:t>regional</a:t>
            </a:r>
            <a:r>
              <a:rPr sz="2200" spc="-55" dirty="0">
                <a:solidFill>
                  <a:srgbClr val="282833"/>
                </a:solidFill>
                <a:latin typeface="Arial"/>
                <a:cs typeface="Arial"/>
              </a:rPr>
              <a:t> </a:t>
            </a:r>
            <a:r>
              <a:rPr sz="2200" dirty="0">
                <a:solidFill>
                  <a:srgbClr val="282833"/>
                </a:solidFill>
                <a:latin typeface="Arial"/>
                <a:cs typeface="Arial"/>
              </a:rPr>
              <a:t>differences</a:t>
            </a:r>
            <a:r>
              <a:rPr sz="2200" spc="-55" dirty="0">
                <a:solidFill>
                  <a:srgbClr val="282833"/>
                </a:solidFill>
                <a:latin typeface="Arial"/>
                <a:cs typeface="Arial"/>
              </a:rPr>
              <a:t> </a:t>
            </a:r>
            <a:r>
              <a:rPr sz="2200" dirty="0">
                <a:solidFill>
                  <a:srgbClr val="282833"/>
                </a:solidFill>
                <a:latin typeface="Arial"/>
                <a:cs typeface="Arial"/>
              </a:rPr>
              <a:t>in</a:t>
            </a:r>
            <a:r>
              <a:rPr sz="2200" spc="-55" dirty="0">
                <a:solidFill>
                  <a:srgbClr val="282833"/>
                </a:solidFill>
                <a:latin typeface="Arial"/>
                <a:cs typeface="Arial"/>
              </a:rPr>
              <a:t> </a:t>
            </a:r>
            <a:r>
              <a:rPr sz="2200" dirty="0">
                <a:solidFill>
                  <a:srgbClr val="282833"/>
                </a:solidFill>
                <a:latin typeface="Arial"/>
                <a:cs typeface="Arial"/>
              </a:rPr>
              <a:t>each</a:t>
            </a:r>
            <a:r>
              <a:rPr sz="2200" spc="-55" dirty="0">
                <a:solidFill>
                  <a:srgbClr val="282833"/>
                </a:solidFill>
                <a:latin typeface="Arial"/>
                <a:cs typeface="Arial"/>
              </a:rPr>
              <a:t> </a:t>
            </a:r>
            <a:r>
              <a:rPr sz="2200" dirty="0">
                <a:solidFill>
                  <a:srgbClr val="282833"/>
                </a:solidFill>
                <a:latin typeface="Arial"/>
                <a:cs typeface="Arial"/>
              </a:rPr>
              <a:t>country</a:t>
            </a:r>
            <a:r>
              <a:rPr sz="2200" spc="-55" dirty="0">
                <a:solidFill>
                  <a:srgbClr val="282833"/>
                </a:solidFill>
                <a:latin typeface="Arial"/>
                <a:cs typeface="Arial"/>
              </a:rPr>
              <a:t> </a:t>
            </a:r>
            <a:r>
              <a:rPr sz="2200" dirty="0">
                <a:solidFill>
                  <a:srgbClr val="282833"/>
                </a:solidFill>
                <a:latin typeface="Arial"/>
                <a:cs typeface="Arial"/>
              </a:rPr>
              <a:t>that</a:t>
            </a:r>
            <a:r>
              <a:rPr sz="2200" spc="-55" dirty="0">
                <a:solidFill>
                  <a:srgbClr val="282833"/>
                </a:solidFill>
                <a:latin typeface="Arial"/>
                <a:cs typeface="Arial"/>
              </a:rPr>
              <a:t> </a:t>
            </a:r>
            <a:r>
              <a:rPr sz="2200" dirty="0">
                <a:solidFill>
                  <a:srgbClr val="282833"/>
                </a:solidFill>
                <a:latin typeface="Arial"/>
                <a:cs typeface="Arial"/>
              </a:rPr>
              <a:t>need</a:t>
            </a:r>
            <a:r>
              <a:rPr sz="2200" spc="-55" dirty="0">
                <a:solidFill>
                  <a:srgbClr val="282833"/>
                </a:solidFill>
                <a:latin typeface="Arial"/>
                <a:cs typeface="Arial"/>
              </a:rPr>
              <a:t> </a:t>
            </a:r>
            <a:r>
              <a:rPr sz="2200" dirty="0">
                <a:solidFill>
                  <a:srgbClr val="282833"/>
                </a:solidFill>
                <a:latin typeface="Arial"/>
                <a:cs typeface="Arial"/>
              </a:rPr>
              <a:t>to</a:t>
            </a:r>
            <a:r>
              <a:rPr sz="2200" spc="-55" dirty="0">
                <a:solidFill>
                  <a:srgbClr val="282833"/>
                </a:solidFill>
                <a:latin typeface="Arial"/>
                <a:cs typeface="Arial"/>
              </a:rPr>
              <a:t> </a:t>
            </a:r>
            <a:r>
              <a:rPr sz="2200" spc="-25" dirty="0">
                <a:solidFill>
                  <a:srgbClr val="282833"/>
                </a:solidFill>
                <a:latin typeface="Arial"/>
                <a:cs typeface="Arial"/>
              </a:rPr>
              <a:t>be </a:t>
            </a:r>
            <a:r>
              <a:rPr sz="2200" dirty="0">
                <a:solidFill>
                  <a:srgbClr val="282833"/>
                </a:solidFill>
                <a:latin typeface="Arial"/>
                <a:cs typeface="Arial"/>
              </a:rPr>
              <a:t>accounted</a:t>
            </a:r>
            <a:r>
              <a:rPr sz="2200" spc="-150" dirty="0">
                <a:solidFill>
                  <a:srgbClr val="282833"/>
                </a:solidFill>
                <a:latin typeface="Arial"/>
                <a:cs typeface="Arial"/>
              </a:rPr>
              <a:t> </a:t>
            </a:r>
            <a:r>
              <a:rPr sz="2200" spc="-20" dirty="0">
                <a:solidFill>
                  <a:srgbClr val="282833"/>
                </a:solidFill>
                <a:latin typeface="Arial"/>
                <a:cs typeface="Arial"/>
              </a:rPr>
              <a:t>for.</a:t>
            </a:r>
            <a:endParaRPr sz="2200">
              <a:latin typeface="Arial"/>
              <a:cs typeface="Arial"/>
            </a:endParaRPr>
          </a:p>
        </p:txBody>
      </p:sp>
    </p:spTree>
  </p:cSld>
  <p:clrMapOvr>
    <a:overrideClrMapping bg1="lt1" tx1="dk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3E5E0"/>
        </a:solid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CF0BF88-3C27-F14E-0414-5DB76F2460CE}"/>
              </a:ext>
            </a:extLst>
          </p:cNvPr>
          <p:cNvSpPr>
            <a:spLocks noGrp="1"/>
          </p:cNvSpPr>
          <p:nvPr>
            <p:ph type="title"/>
          </p:nvPr>
        </p:nvSpPr>
        <p:spPr/>
        <p:txBody>
          <a:bodyPr/>
          <a:lstStyle/>
          <a:p>
            <a:r>
              <a:rPr lang="en-US" spc="-105" dirty="0"/>
              <a:t>4. Behavioral - </a:t>
            </a:r>
            <a:r>
              <a:rPr lang="en-US" spc="-105" dirty="0" err="1"/>
              <a:t>VeChain</a:t>
            </a:r>
            <a:endParaRPr lang="en-US" dirty="0"/>
          </a:p>
        </p:txBody>
      </p:sp>
      <p:sp>
        <p:nvSpPr>
          <p:cNvPr id="3" name="Chỗ dành sẵn cho Văn bản 2">
            <a:extLst>
              <a:ext uri="{FF2B5EF4-FFF2-40B4-BE49-F238E27FC236}">
                <a16:creationId xmlns:a16="http://schemas.microsoft.com/office/drawing/2014/main" id="{EBF10370-987B-689B-3D17-2481689E4BA1}"/>
              </a:ext>
            </a:extLst>
          </p:cNvPr>
          <p:cNvSpPr>
            <a:spLocks noGrp="1"/>
          </p:cNvSpPr>
          <p:nvPr>
            <p:ph type="body" idx="1"/>
          </p:nvPr>
        </p:nvSpPr>
        <p:spPr>
          <a:xfrm>
            <a:off x="454560" y="1089898"/>
            <a:ext cx="11204039" cy="4678204"/>
          </a:xfrm>
        </p:spPr>
        <p:txBody>
          <a:bodyPr/>
          <a:lstStyle/>
          <a:p>
            <a:pPr>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Times New Roman" panose="02020603050405020304" pitchFamily="18" charset="0"/>
              </a:rPr>
              <a:t>Prescriptive Rules: </a:t>
            </a:r>
            <a:r>
              <a:rPr lang="en-AU" sz="1800" dirty="0" err="1">
                <a:latin typeface="Calibri" panose="020F0502020204030204" pitchFamily="34" charset="0"/>
                <a:ea typeface="Calibri" panose="020F0502020204030204" pitchFamily="34" charset="0"/>
                <a:cs typeface="Times New Roman" panose="02020603050405020304" pitchFamily="18" charset="0"/>
              </a:rPr>
              <a:t>VeChain's</a:t>
            </a:r>
            <a:r>
              <a:rPr lang="en-AU" sz="1800" dirty="0">
                <a:latin typeface="Calibri" panose="020F0502020204030204" pitchFamily="34" charset="0"/>
                <a:ea typeface="Calibri" panose="020F0502020204030204" pitchFamily="34" charset="0"/>
                <a:cs typeface="Times New Roman" panose="02020603050405020304" pitchFamily="18" charset="0"/>
              </a:rPr>
              <a:t> governance structure ensures that all participants comply with the network's rules and regulations. This includes the roles and responsibilities of authority nodes, regular nodes, and other participants. </a:t>
            </a:r>
            <a:r>
              <a:rPr lang="en-US" sz="1800" dirty="0" err="1">
                <a:latin typeface="Calibri" panose="020F0502020204030204" pitchFamily="34" charset="0"/>
                <a:ea typeface="Calibri" panose="020F0502020204030204" pitchFamily="34" charset="0"/>
                <a:cs typeface="Times New Roman" panose="02020603050405020304" pitchFamily="18" charset="0"/>
              </a:rPr>
              <a:t>VeChain</a:t>
            </a:r>
            <a:r>
              <a:rPr lang="en-US" sz="1800" dirty="0">
                <a:latin typeface="Calibri" panose="020F0502020204030204" pitchFamily="34" charset="0"/>
                <a:ea typeface="Calibri" panose="020F0502020204030204" pitchFamily="34" charset="0"/>
                <a:cs typeface="Times New Roman" panose="02020603050405020304" pitchFamily="18" charset="0"/>
              </a:rPr>
              <a:t> likely has specific operational rules for network members to ensure efficient and ethical blockchain practices, including adhering to smart contract protocols and maintaining data integrity. </a:t>
            </a:r>
            <a:r>
              <a:rPr lang="en-AU" sz="1800" dirty="0" err="1">
                <a:latin typeface="Calibri" panose="020F0502020204030204" pitchFamily="34" charset="0"/>
                <a:ea typeface="Calibri" panose="020F0502020204030204" pitchFamily="34" charset="0"/>
                <a:cs typeface="Times New Roman" panose="02020603050405020304" pitchFamily="18" charset="0"/>
              </a:rPr>
              <a:t>VeChain</a:t>
            </a:r>
            <a:r>
              <a:rPr lang="en-AU" sz="1800" dirty="0">
                <a:latin typeface="Calibri" panose="020F0502020204030204" pitchFamily="34" charset="0"/>
                <a:ea typeface="Calibri" panose="020F0502020204030204" pitchFamily="34" charset="0"/>
                <a:cs typeface="Times New Roman" panose="02020603050405020304" pitchFamily="18" charset="0"/>
              </a:rPr>
              <a:t> leverages smart contracts to enforce these prescriptive rules automatically. Smart contracts can control access to data, manage transactions, and ensure compliance with the network's protocols without the need for manual oversight.</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Times New Roman" panose="02020603050405020304" pitchFamily="18" charset="0"/>
              </a:rPr>
              <a:t>Financial Management</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AU" sz="1800" dirty="0">
                <a:latin typeface="Calibri" panose="020F0502020204030204" pitchFamily="34" charset="0"/>
                <a:ea typeface="Calibri" panose="020F0502020204030204" pitchFamily="34" charset="0"/>
                <a:cs typeface="Times New Roman" panose="02020603050405020304" pitchFamily="18" charset="0"/>
              </a:rPr>
              <a:t>In the </a:t>
            </a:r>
            <a:r>
              <a:rPr lang="en-AU" sz="1800" dirty="0" err="1">
                <a:latin typeface="Calibri" panose="020F0502020204030204" pitchFamily="34" charset="0"/>
                <a:ea typeface="Calibri" panose="020F0502020204030204" pitchFamily="34" charset="0"/>
                <a:cs typeface="Times New Roman" panose="02020603050405020304" pitchFamily="18" charset="0"/>
              </a:rPr>
              <a:t>VeChain</a:t>
            </a:r>
            <a:r>
              <a:rPr lang="en-AU" sz="1800" dirty="0">
                <a:latin typeface="Calibri" panose="020F0502020204030204" pitchFamily="34" charset="0"/>
                <a:ea typeface="Calibri" panose="020F0502020204030204" pitchFamily="34" charset="0"/>
                <a:cs typeface="Times New Roman" panose="02020603050405020304" pitchFamily="18" charset="0"/>
              </a:rPr>
              <a:t> network, members are required to provide their own resources for participating in the network. This includes computational power, storage, and other infrastructural resources necessary to maintain the blockchain. While </a:t>
            </a:r>
            <a:r>
              <a:rPr lang="en-AU" sz="1800" dirty="0" err="1">
                <a:latin typeface="Calibri" panose="020F0502020204030204" pitchFamily="34" charset="0"/>
                <a:ea typeface="Calibri" panose="020F0502020204030204" pitchFamily="34" charset="0"/>
                <a:cs typeface="Times New Roman" panose="02020603050405020304" pitchFamily="18" charset="0"/>
              </a:rPr>
              <a:t>VeChain</a:t>
            </a:r>
            <a:r>
              <a:rPr lang="en-AU" sz="1800" dirty="0">
                <a:latin typeface="Calibri" panose="020F0502020204030204" pitchFamily="34" charset="0"/>
                <a:ea typeface="Calibri" panose="020F0502020204030204" pitchFamily="34" charset="0"/>
                <a:cs typeface="Times New Roman" panose="02020603050405020304" pitchFamily="18" charset="0"/>
              </a:rPr>
              <a:t> does not typically require a central fund from its members, certain collaborative projects within the ecosystem might pool resources for specific purposes.</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AU" sz="1800" dirty="0" err="1">
                <a:latin typeface="Calibri" panose="020F0502020204030204" pitchFamily="34" charset="0"/>
                <a:ea typeface="Calibri" panose="020F0502020204030204" pitchFamily="34" charset="0"/>
                <a:cs typeface="Times New Roman" panose="02020603050405020304" pitchFamily="18" charset="0"/>
              </a:rPr>
              <a:t>VeChain</a:t>
            </a:r>
            <a:r>
              <a:rPr lang="en-AU" sz="1800" dirty="0">
                <a:latin typeface="Calibri" panose="020F0502020204030204" pitchFamily="34" charset="0"/>
                <a:ea typeface="Calibri" panose="020F0502020204030204" pitchFamily="34" charset="0"/>
                <a:cs typeface="Times New Roman" panose="02020603050405020304" pitchFamily="18" charset="0"/>
              </a:rPr>
              <a:t> ensures that the financial aspects of maintaining the blockchain and the network are efficiently managed. Enterprises leveraging </a:t>
            </a:r>
            <a:r>
              <a:rPr lang="en-AU" sz="1800" dirty="0" err="1">
                <a:latin typeface="Calibri" panose="020F0502020204030204" pitchFamily="34" charset="0"/>
                <a:ea typeface="Calibri" panose="020F0502020204030204" pitchFamily="34" charset="0"/>
                <a:cs typeface="Times New Roman" panose="02020603050405020304" pitchFamily="18" charset="0"/>
              </a:rPr>
              <a:t>VeChainThor</a:t>
            </a:r>
            <a:r>
              <a:rPr lang="en-AU" sz="1800" dirty="0">
                <a:latin typeface="Calibri" panose="020F0502020204030204" pitchFamily="34" charset="0"/>
                <a:ea typeface="Calibri" panose="020F0502020204030204" pitchFamily="34" charset="0"/>
                <a:cs typeface="Times New Roman" panose="02020603050405020304" pitchFamily="18" charset="0"/>
              </a:rPr>
              <a:t> do not need to invest heavily in infrastructure, as they can utilize </a:t>
            </a:r>
            <a:r>
              <a:rPr lang="en-AU" sz="1800" dirty="0" err="1">
                <a:latin typeface="Calibri" panose="020F0502020204030204" pitchFamily="34" charset="0"/>
                <a:ea typeface="Calibri" panose="020F0502020204030204" pitchFamily="34" charset="0"/>
                <a:cs typeface="Times New Roman" panose="02020603050405020304" pitchFamily="18" charset="0"/>
              </a:rPr>
              <a:t>VeChain’s</a:t>
            </a:r>
            <a:r>
              <a:rPr lang="en-AU" sz="1800" dirty="0">
                <a:latin typeface="Calibri" panose="020F0502020204030204" pitchFamily="34" charset="0"/>
                <a:ea typeface="Calibri" panose="020F0502020204030204" pitchFamily="34" charset="0"/>
                <a:cs typeface="Times New Roman" panose="02020603050405020304" pitchFamily="18" charset="0"/>
              </a:rPr>
              <a:t> BaaS offerings.</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US" sz="1800" dirty="0" err="1">
                <a:latin typeface="Calibri" panose="020F0502020204030204" pitchFamily="34" charset="0"/>
                <a:ea typeface="Calibri" panose="020F0502020204030204" pitchFamily="34" charset="0"/>
                <a:cs typeface="Times New Roman" panose="02020603050405020304" pitchFamily="18" charset="0"/>
              </a:rPr>
              <a:t>VeChain's</a:t>
            </a:r>
            <a:r>
              <a:rPr lang="en-US" sz="1800" dirty="0">
                <a:latin typeface="Calibri" panose="020F0502020204030204" pitchFamily="34" charset="0"/>
                <a:ea typeface="Calibri" panose="020F0502020204030204" pitchFamily="34" charset="0"/>
                <a:cs typeface="Times New Roman" panose="02020603050405020304" pitchFamily="18" charset="0"/>
              </a:rPr>
              <a:t> dual-token system (VET and VTHO) may define its financial management structure, with VET for governance and staking, and VTHO for transaction costs. </a:t>
            </a:r>
            <a:r>
              <a:rPr lang="en-AU" sz="1800" dirty="0">
                <a:latin typeface="Calibri" panose="020F0502020204030204" pitchFamily="34" charset="0"/>
                <a:ea typeface="Calibri" panose="020F0502020204030204" pitchFamily="34" charset="0"/>
                <a:cs typeface="Times New Roman" panose="02020603050405020304" pitchFamily="18" charset="0"/>
              </a:rPr>
              <a:t>The dual-token system provides a balanced approach to incentivize participation and investment in the network. VET holders benefit from the generation of VTHO, which is essential for transaction processing.</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endParaRPr lang="en-US" sz="1800" b="1" dirty="0">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1703784003"/>
      </p:ext>
    </p:extLst>
  </p:cSld>
  <p:clrMapOvr>
    <a:overrideClrMapping bg1="lt1" tx1="dk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CF0BF88-3C27-F14E-0414-5DB76F2460CE}"/>
              </a:ext>
            </a:extLst>
          </p:cNvPr>
          <p:cNvSpPr>
            <a:spLocks noGrp="1"/>
          </p:cNvSpPr>
          <p:nvPr>
            <p:ph type="title"/>
          </p:nvPr>
        </p:nvSpPr>
        <p:spPr/>
        <p:txBody>
          <a:bodyPr/>
          <a:lstStyle/>
          <a:p>
            <a:r>
              <a:rPr lang="en-US" spc="-105" dirty="0"/>
              <a:t>4. Behavioral - </a:t>
            </a:r>
            <a:r>
              <a:rPr lang="en-US" spc="-105" dirty="0" err="1"/>
              <a:t>VeChain</a:t>
            </a:r>
            <a:endParaRPr lang="en-US" dirty="0"/>
          </a:p>
        </p:txBody>
      </p:sp>
      <p:sp>
        <p:nvSpPr>
          <p:cNvPr id="3" name="Chỗ dành sẵn cho Văn bản 2">
            <a:extLst>
              <a:ext uri="{FF2B5EF4-FFF2-40B4-BE49-F238E27FC236}">
                <a16:creationId xmlns:a16="http://schemas.microsoft.com/office/drawing/2014/main" id="{EBF10370-987B-689B-3D17-2481689E4BA1}"/>
              </a:ext>
            </a:extLst>
          </p:cNvPr>
          <p:cNvSpPr>
            <a:spLocks noGrp="1"/>
          </p:cNvSpPr>
          <p:nvPr>
            <p:ph type="body" idx="1"/>
          </p:nvPr>
        </p:nvSpPr>
        <p:spPr>
          <a:xfrm>
            <a:off x="454560" y="1089898"/>
            <a:ext cx="11204039" cy="4678204"/>
          </a:xfrm>
        </p:spPr>
        <p:txBody>
          <a:bodyPr/>
          <a:lstStyle/>
          <a:p>
            <a:pPr>
              <a:buFont typeface="Arial" panose="020B0604020202020204" pitchFamily="34" charset="0"/>
              <a:buChar char="•"/>
            </a:pPr>
            <a:endParaRPr lang="en-US" sz="2000" b="1" dirty="0">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US" sz="2000" b="1" dirty="0">
                <a:latin typeface="Calibri" panose="020F0502020204030204" pitchFamily="34" charset="0"/>
                <a:ea typeface="Calibri" panose="020F0502020204030204" pitchFamily="34" charset="0"/>
                <a:cs typeface="Times New Roman" panose="02020603050405020304" pitchFamily="18" charset="0"/>
              </a:rPr>
              <a:t>Governance</a:t>
            </a:r>
            <a:r>
              <a:rPr lang="en-US" sz="2000" dirty="0">
                <a:latin typeface="Calibri" panose="020F0502020204030204" pitchFamily="34" charset="0"/>
                <a:ea typeface="Calibri" panose="020F0502020204030204" pitchFamily="34" charset="0"/>
                <a:cs typeface="Times New Roman" panose="02020603050405020304" pitchFamily="18" charset="0"/>
              </a:rPr>
              <a:t>: </a:t>
            </a:r>
            <a:r>
              <a:rPr lang="en-US" sz="2000" dirty="0" err="1">
                <a:latin typeface="Calibri" panose="020F0502020204030204" pitchFamily="34" charset="0"/>
                <a:ea typeface="Calibri" panose="020F0502020204030204" pitchFamily="34" charset="0"/>
                <a:cs typeface="Times New Roman" panose="02020603050405020304" pitchFamily="18" charset="0"/>
              </a:rPr>
              <a:t>VeChain's</a:t>
            </a:r>
            <a:r>
              <a:rPr lang="en-US" sz="2000" dirty="0">
                <a:latin typeface="Calibri" panose="020F0502020204030204" pitchFamily="34" charset="0"/>
                <a:ea typeface="Calibri" panose="020F0502020204030204" pitchFamily="34" charset="0"/>
                <a:cs typeface="Times New Roman" panose="02020603050405020304" pitchFamily="18" charset="0"/>
              </a:rPr>
              <a:t> governance could involve how decisions are made within the network, including updates to the blockchain protocol and managing the Proof of Authority consensus.</a:t>
            </a:r>
          </a:p>
          <a:p>
            <a:r>
              <a:rPr lang="en-US" sz="1600" b="1" dirty="0"/>
              <a:t>Governance Structure</a:t>
            </a:r>
            <a:r>
              <a:rPr lang="en-US" sz="1600" dirty="0"/>
              <a:t>: </a:t>
            </a:r>
            <a:r>
              <a:rPr lang="en-US" sz="1600" dirty="0" err="1"/>
              <a:t>VeChain's</a:t>
            </a:r>
            <a:r>
              <a:rPr lang="en-US" sz="1600" dirty="0"/>
              <a:t> governance is led by the </a:t>
            </a:r>
            <a:r>
              <a:rPr lang="en-US" sz="1600" dirty="0" err="1"/>
              <a:t>VeChain</a:t>
            </a:r>
            <a:r>
              <a:rPr lang="en-US" sz="1600" dirty="0"/>
              <a:t> Foundation and a Steering Committee, ensuring participants are aware of rules and responsibilities. The Foundation oversees development and strategic direction, while the Committee, comprising representatives from various sectors, makes key decisions on blockchain development and updates.</a:t>
            </a:r>
          </a:p>
          <a:p>
            <a:r>
              <a:rPr lang="en-US" sz="1600" b="1" dirty="0"/>
              <a:t>Audit</a:t>
            </a:r>
            <a:r>
              <a:rPr lang="en-US" sz="1600" dirty="0"/>
              <a:t>: Regular audits and compliance checks maintain the blockchain's security and integrity. Smart contracts on </a:t>
            </a:r>
            <a:r>
              <a:rPr lang="en-US" sz="1600" dirty="0" err="1"/>
              <a:t>VeChainThor</a:t>
            </a:r>
            <a:r>
              <a:rPr lang="en-US" sz="1600" dirty="0"/>
              <a:t> are rigorously audited to ensure they meet security and functional standards.</a:t>
            </a:r>
          </a:p>
          <a:p>
            <a:r>
              <a:rPr lang="en-US" sz="1600" b="1" dirty="0"/>
              <a:t>Sanctions for Non-Compliance</a:t>
            </a:r>
            <a:r>
              <a:rPr lang="en-US" sz="1600" dirty="0"/>
              <a:t>: Non-compliance results in predefined sanctions, such as loss of authority node status, reduced rewards, or network exclusion. Reputation within the network is crucial, and non-compliance can damage it, affecting future participation.</a:t>
            </a:r>
          </a:p>
          <a:p>
            <a:r>
              <a:rPr lang="en-US" sz="1600" b="1" dirty="0"/>
              <a:t>Conflict Resolution</a:t>
            </a:r>
            <a:r>
              <a:rPr lang="en-US" sz="1600" dirty="0"/>
              <a:t>: </a:t>
            </a:r>
            <a:r>
              <a:rPr lang="en-US" sz="1600" dirty="0" err="1"/>
              <a:t>VeChain</a:t>
            </a:r>
            <a:r>
              <a:rPr lang="en-US" sz="1600" dirty="0"/>
              <a:t> handles conflicts through mediation by the Foundation or arbitration by a third party. The Proof of Authority (</a:t>
            </a:r>
            <a:r>
              <a:rPr lang="en-US" sz="1600" dirty="0" err="1"/>
              <a:t>PoA</a:t>
            </a:r>
            <a:r>
              <a:rPr lang="en-US" sz="1600" dirty="0"/>
              <a:t>) consensus mechanism helps minimize conflicts by clearly defining roles and ensuring transparent decision-making.</a:t>
            </a: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1595002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CF0BF88-3C27-F14E-0414-5DB76F2460CE}"/>
              </a:ext>
            </a:extLst>
          </p:cNvPr>
          <p:cNvSpPr>
            <a:spLocks noGrp="1"/>
          </p:cNvSpPr>
          <p:nvPr>
            <p:ph type="title"/>
          </p:nvPr>
        </p:nvSpPr>
        <p:spPr/>
        <p:txBody>
          <a:bodyPr/>
          <a:lstStyle/>
          <a:p>
            <a:r>
              <a:rPr lang="en-US" spc="-105" dirty="0"/>
              <a:t>4. Behavioral - </a:t>
            </a:r>
            <a:r>
              <a:rPr lang="en-US" spc="-105" dirty="0" err="1"/>
              <a:t>VeChain</a:t>
            </a:r>
            <a:endParaRPr lang="en-US" dirty="0"/>
          </a:p>
        </p:txBody>
      </p:sp>
      <p:sp>
        <p:nvSpPr>
          <p:cNvPr id="3" name="Chỗ dành sẵn cho Văn bản 2">
            <a:extLst>
              <a:ext uri="{FF2B5EF4-FFF2-40B4-BE49-F238E27FC236}">
                <a16:creationId xmlns:a16="http://schemas.microsoft.com/office/drawing/2014/main" id="{EBF10370-987B-689B-3D17-2481689E4BA1}"/>
              </a:ext>
            </a:extLst>
          </p:cNvPr>
          <p:cNvSpPr>
            <a:spLocks noGrp="1"/>
          </p:cNvSpPr>
          <p:nvPr>
            <p:ph type="body" idx="1"/>
          </p:nvPr>
        </p:nvSpPr>
        <p:spPr>
          <a:xfrm>
            <a:off x="454560" y="1089898"/>
            <a:ext cx="11204039" cy="4678204"/>
          </a:xfrm>
        </p:spPr>
        <p:txBody>
          <a:bodyPr/>
          <a:lstStyle/>
          <a:p>
            <a:pPr>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Times New Roman" panose="02020603050405020304" pitchFamily="18" charset="0"/>
              </a:rPr>
              <a:t>External Aspect</a:t>
            </a:r>
            <a:r>
              <a:rPr lang="en-US" sz="1800" dirty="0">
                <a:latin typeface="Calibri" panose="020F0502020204030204" pitchFamily="34" charset="0"/>
                <a:ea typeface="Calibri" panose="020F0502020204030204" pitchFamily="34" charset="0"/>
                <a:cs typeface="Times New Roman" panose="02020603050405020304" pitchFamily="18" charset="0"/>
              </a:rPr>
              <a:t>: Compliance with external legal and regulatory requirements is crucial, especially given </a:t>
            </a:r>
            <a:r>
              <a:rPr lang="en-US" sz="1800" dirty="0" err="1">
                <a:latin typeface="Calibri" panose="020F0502020204030204" pitchFamily="34" charset="0"/>
                <a:ea typeface="Calibri" panose="020F0502020204030204" pitchFamily="34" charset="0"/>
                <a:cs typeface="Times New Roman" panose="02020603050405020304" pitchFamily="18" charset="0"/>
              </a:rPr>
              <a:t>VeChain's</a:t>
            </a:r>
            <a:r>
              <a:rPr lang="en-US" sz="1800" dirty="0">
                <a:latin typeface="Calibri" panose="020F0502020204030204" pitchFamily="34" charset="0"/>
                <a:ea typeface="Calibri" panose="020F0502020204030204" pitchFamily="34" charset="0"/>
                <a:cs typeface="Times New Roman" panose="02020603050405020304" pitchFamily="18" charset="0"/>
              </a:rPr>
              <a:t> enterprise focus, necessitating adherence to various regional and international laws and standards.</a:t>
            </a:r>
          </a:p>
          <a:p>
            <a:pPr>
              <a:buFont typeface="Arial" panose="020B0604020202020204" pitchFamily="34" charset="0"/>
              <a:buChar char="•"/>
            </a:pPr>
            <a:r>
              <a:rPr lang="en-AU" sz="1800" dirty="0" err="1">
                <a:effectLst/>
                <a:latin typeface="Calibri" panose="020F0502020204030204" pitchFamily="34" charset="0"/>
                <a:ea typeface="Calibri" panose="020F0502020204030204" pitchFamily="34" charset="0"/>
                <a:cs typeface="Times New Roman" panose="02020603050405020304" pitchFamily="18" charset="0"/>
              </a:rPr>
              <a:t>VeChain</a:t>
            </a:r>
            <a:r>
              <a:rPr lang="en-AU" sz="1800" dirty="0">
                <a:effectLst/>
                <a:latin typeface="Calibri" panose="020F0502020204030204" pitchFamily="34" charset="0"/>
                <a:ea typeface="Calibri" panose="020F0502020204030204" pitchFamily="34" charset="0"/>
                <a:cs typeface="Times New Roman" panose="02020603050405020304" pitchFamily="18" charset="0"/>
              </a:rPr>
              <a:t> operates globally, which means it must comply with the legal frameworks of various countries. This includes adhering to regulations related to data privacy, financial transactions, and blockchain technology. Different regions may have specific laws that impact how blockchain technology can be used. For example, the European Union has stringent data protection regulations (GDPR) that </a:t>
            </a:r>
            <a:r>
              <a:rPr lang="en-AU" sz="1800" dirty="0" err="1">
                <a:effectLst/>
                <a:latin typeface="Calibri" panose="020F0502020204030204" pitchFamily="34" charset="0"/>
                <a:ea typeface="Calibri" panose="020F0502020204030204" pitchFamily="34" charset="0"/>
                <a:cs typeface="Times New Roman" panose="02020603050405020304" pitchFamily="18" charset="0"/>
              </a:rPr>
              <a:t>VeChain</a:t>
            </a:r>
            <a:r>
              <a:rPr lang="en-AU" sz="1800" dirty="0">
                <a:effectLst/>
                <a:latin typeface="Calibri" panose="020F0502020204030204" pitchFamily="34" charset="0"/>
                <a:ea typeface="Calibri" panose="020F0502020204030204" pitchFamily="34" charset="0"/>
                <a:cs typeface="Times New Roman" panose="02020603050405020304" pitchFamily="18" charset="0"/>
              </a:rPr>
              <a:t> must comply with when operating in Europe.</a:t>
            </a:r>
          </a:p>
          <a:p>
            <a:pPr>
              <a:buFont typeface="Arial" panose="020B0604020202020204" pitchFamily="34" charset="0"/>
              <a:buChar char="•"/>
            </a:pPr>
            <a:r>
              <a:rPr lang="en-AU" sz="1800" dirty="0" err="1">
                <a:effectLst/>
                <a:latin typeface="Calibri" panose="020F0502020204030204" pitchFamily="34" charset="0"/>
                <a:ea typeface="Calibri" panose="020F0502020204030204" pitchFamily="34" charset="0"/>
                <a:cs typeface="Times New Roman" panose="02020603050405020304" pitchFamily="18" charset="0"/>
              </a:rPr>
              <a:t>VeChain</a:t>
            </a:r>
            <a:r>
              <a:rPr lang="en-AU" sz="1800" dirty="0">
                <a:effectLst/>
                <a:latin typeface="Calibri" panose="020F0502020204030204" pitchFamily="34" charset="0"/>
                <a:ea typeface="Calibri" panose="020F0502020204030204" pitchFamily="34" charset="0"/>
                <a:cs typeface="Times New Roman" panose="02020603050405020304" pitchFamily="18" charset="0"/>
              </a:rPr>
              <a:t> must ensure that its financial operations, including token issuance and transactions, comply with the financial regulations of the countries it operates in. This includes Anti-Money Laundering (AML) and Know Your Customer (KYC) regulations. Some countries have specific regulations for blockchain and cryptocurrency activities. </a:t>
            </a:r>
            <a:r>
              <a:rPr lang="en-AU" sz="1800" dirty="0" err="1">
                <a:effectLst/>
                <a:latin typeface="Calibri" panose="020F0502020204030204" pitchFamily="34" charset="0"/>
                <a:ea typeface="Calibri" panose="020F0502020204030204" pitchFamily="34" charset="0"/>
                <a:cs typeface="Times New Roman" panose="02020603050405020304" pitchFamily="18" charset="0"/>
              </a:rPr>
              <a:t>VeChain</a:t>
            </a:r>
            <a:r>
              <a:rPr lang="en-AU" sz="1800" dirty="0">
                <a:effectLst/>
                <a:latin typeface="Calibri" panose="020F0502020204030204" pitchFamily="34" charset="0"/>
                <a:ea typeface="Calibri" panose="020F0502020204030204" pitchFamily="34" charset="0"/>
                <a:cs typeface="Times New Roman" panose="02020603050405020304" pitchFamily="18" charset="0"/>
              </a:rPr>
              <a:t> needs to navigate these regulations to ensure that its operations are lawful and transparent.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17107091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MIT_2017_Templates_Master_Formal_ITS">
  <a:themeElements>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7.xml><?xml version="1.0" encoding="utf-8"?>
<a:themeOverride xmlns:a="http://schemas.openxmlformats.org/drawingml/2006/main">
  <a:clrScheme name="RMIT COlor theme">
    <a:dk1>
      <a:srgbClr val="000000"/>
    </a:dk1>
    <a:lt1>
      <a:srgbClr val="FFFFFF"/>
    </a:lt1>
    <a:dk2>
      <a:srgbClr val="FB0015"/>
    </a:dk2>
    <a:lt2>
      <a:srgbClr val="E7E6E6"/>
    </a:lt2>
    <a:accent1>
      <a:srgbClr val="000057"/>
    </a:accent1>
    <a:accent2>
      <a:srgbClr val="FB0015"/>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406</TotalTime>
  <Words>3439</Words>
  <Application>Microsoft Office PowerPoint</Application>
  <PresentationFormat>Màn hình rộng</PresentationFormat>
  <Paragraphs>192</Paragraphs>
  <Slides>30</Slides>
  <Notes>21</Notes>
  <HiddenSlides>0</HiddenSlides>
  <MMClips>0</MMClips>
  <ScaleCrop>false</ScaleCrop>
  <HeadingPairs>
    <vt:vector size="6" baseType="variant">
      <vt:variant>
        <vt:lpstr>Phông được Dùng</vt:lpstr>
      </vt:variant>
      <vt:variant>
        <vt:i4>3</vt:i4>
      </vt:variant>
      <vt:variant>
        <vt:lpstr>Chủ đề</vt:lpstr>
      </vt:variant>
      <vt:variant>
        <vt:i4>2</vt:i4>
      </vt:variant>
      <vt:variant>
        <vt:lpstr>Tiêu đề Bản chiếu</vt:lpstr>
      </vt:variant>
      <vt:variant>
        <vt:i4>30</vt:i4>
      </vt:variant>
    </vt:vector>
  </HeadingPairs>
  <TitlesOfParts>
    <vt:vector size="35" baseType="lpstr">
      <vt:lpstr>Arial</vt:lpstr>
      <vt:lpstr>Calibri</vt:lpstr>
      <vt:lpstr>Noto Sans Symbols</vt:lpstr>
      <vt:lpstr>1_Office Theme</vt:lpstr>
      <vt:lpstr>RMIT_2017_Templates_Master_Formal_ITS</vt:lpstr>
      <vt:lpstr>ISYS3450 BLOCKCHAIN FOR BUSINESS</vt:lpstr>
      <vt:lpstr>Blockchain Collaborative Network Development Framework</vt:lpstr>
      <vt:lpstr>Bản trình bày PowerPoint</vt:lpstr>
      <vt:lpstr>1. Structural: ‘who’ of the collaborative network</vt:lpstr>
      <vt:lpstr>1. Structural: Roles</vt:lpstr>
      <vt:lpstr>Bản trình bày PowerPoint</vt:lpstr>
      <vt:lpstr>Bản trình bày PowerPoint</vt:lpstr>
      <vt:lpstr>Bản trình bày PowerPoint</vt:lpstr>
      <vt:lpstr>1. Structural: Relationships</vt:lpstr>
      <vt:lpstr>Blockchain Collaborative Network Development Framework</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Blockchain Collaborative Network Development Framework</vt:lpstr>
      <vt:lpstr>Bản trình bày PowerPoint</vt:lpstr>
      <vt:lpstr>Functional</vt:lpstr>
      <vt:lpstr>Functional</vt:lpstr>
      <vt:lpstr>Functional</vt:lpstr>
      <vt:lpstr>Functional – VeChain </vt:lpstr>
      <vt:lpstr>Blockchain Collaborative Network Development Framework</vt:lpstr>
      <vt:lpstr>4. Behavioural: Expectations and Rules</vt:lpstr>
      <vt:lpstr>4. Behavioural: Prescriptive Rules</vt:lpstr>
      <vt:lpstr>4. Behavioral: Expectations and Rules</vt:lpstr>
      <vt:lpstr>4. Behavioral - VeChain</vt:lpstr>
      <vt:lpstr>4. Behavioral - VeChain</vt:lpstr>
      <vt:lpstr>4. Behavioral - VeChain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isys3408_Lecture8_2022s1.pptx</dc:title>
  <dc:creator>arthur</dc:creator>
  <cp:lastModifiedBy>Minh</cp:lastModifiedBy>
  <cp:revision>80</cp:revision>
  <dcterms:created xsi:type="dcterms:W3CDTF">2023-10-10T06:38:14Z</dcterms:created>
  <dcterms:modified xsi:type="dcterms:W3CDTF">2024-07-15T05:31:50Z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2022-04-21T00:00:00Z</vt:filetime>
  </property>
  <property fmtid="{D5CDD505-2E9C-101B-9397-08002B2CF9AE}" pid="3" name="Creator">
    <vt:lpwstr>PScript5.dll Version 5.2.2</vt:lpwstr>
  </property>
  <property fmtid="{D5CDD505-2E9C-101B-9397-08002B2CF9AE}" pid="4" name="LastSaved">
    <vt:filetime>2023-10-10T00:00:00Z</vt:filetime>
  </property>
  <property fmtid="{D5CDD505-2E9C-101B-9397-08002B2CF9AE}" pid="5" name="Producer">
    <vt:lpwstr>Acrobat Distiller 22.0 (Windows)</vt:lpwstr>
  </property>
  <property fmtid="{D5CDD505-2E9C-101B-9397-08002B2CF9AE}" pid="6" name="MSIP_Label_8c3d088b-6243-4963-a2e2-8b321ab7f8fc_Enabled">
    <vt:lpwstr>true</vt:lpwstr>
  </property>
  <property fmtid="{D5CDD505-2E9C-101B-9397-08002B2CF9AE}" pid="7" name="MSIP_Label_8c3d088b-6243-4963-a2e2-8b321ab7f8fc_SetDate">
    <vt:lpwstr>2024-06-28T03:48:26Z</vt:lpwstr>
  </property>
  <property fmtid="{D5CDD505-2E9C-101B-9397-08002B2CF9AE}" pid="8" name="MSIP_Label_8c3d088b-6243-4963-a2e2-8b321ab7f8fc_Method">
    <vt:lpwstr>Standard</vt:lpwstr>
  </property>
  <property fmtid="{D5CDD505-2E9C-101B-9397-08002B2CF9AE}" pid="9" name="MSIP_Label_8c3d088b-6243-4963-a2e2-8b321ab7f8fc_Name">
    <vt:lpwstr>Trusted</vt:lpwstr>
  </property>
  <property fmtid="{D5CDD505-2E9C-101B-9397-08002B2CF9AE}" pid="10" name="MSIP_Label_8c3d088b-6243-4963-a2e2-8b321ab7f8fc_SiteId">
    <vt:lpwstr>d1323671-cdbe-4417-b4d4-bdb24b51316b</vt:lpwstr>
  </property>
  <property fmtid="{D5CDD505-2E9C-101B-9397-08002B2CF9AE}" pid="11" name="MSIP_Label_8c3d088b-6243-4963-a2e2-8b321ab7f8fc_ActionId">
    <vt:lpwstr>8800d6ad-f5e2-4865-a319-51c679ea7820</vt:lpwstr>
  </property>
  <property fmtid="{D5CDD505-2E9C-101B-9397-08002B2CF9AE}" pid="12" name="MSIP_Label_8c3d088b-6243-4963-a2e2-8b321ab7f8fc_ContentBits">
    <vt:lpwstr>1</vt:lpwstr>
  </property>
  <property fmtid="{D5CDD505-2E9C-101B-9397-08002B2CF9AE}" pid="13" name="ClassificationContentMarkingHeaderLocations">
    <vt:lpwstr>Office Theme:8</vt:lpwstr>
  </property>
  <property fmtid="{D5CDD505-2E9C-101B-9397-08002B2CF9AE}" pid="14" name="ClassificationContentMarkingHeaderText">
    <vt:lpwstr>RMIT Classification: Trusted</vt:lpwstr>
  </property>
</Properties>
</file>